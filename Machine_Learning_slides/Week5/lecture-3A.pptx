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69.JPG" ContentType="image/jpeg"/>
  <Override PartName="/ppt/media/image70.JPG" ContentType="image/jpeg"/>
  <Override PartName="/ppt/media/image71.JPG" ContentType="image/jpeg"/>
  <Override PartName="/ppt/media/image72.JPG" ContentType="image/jpeg"/>
  <Override PartName="/ppt/media/image73.JPG" ContentType="image/jpeg"/>
  <Override PartName="/ppt/media/image74.JPG" ContentType="image/jpeg"/>
  <Override PartName="/ppt/media/image75.JPG" ContentType="image/jpeg"/>
  <Override PartName="/ppt/media/image76.JPG" ContentType="image/jpeg"/>
  <Override PartName="/ppt/media/image77.JPG" ContentType="image/jpeg"/>
  <Override PartName="/ppt/media/image78.JPG" ContentType="image/jpeg"/>
  <Override PartName="/ppt/media/image79.JPG" ContentType="image/jpeg"/>
  <Override PartName="/ppt/media/image81.JPG" ContentType="image/jpeg"/>
  <Override PartName="/ppt/media/image82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425" r:id="rId5"/>
    <p:sldId id="424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302" r:id="rId25"/>
    <p:sldId id="303" r:id="rId26"/>
    <p:sldId id="304" r:id="rId27"/>
    <p:sldId id="305" r:id="rId28"/>
    <p:sldId id="306" r:id="rId29"/>
    <p:sldId id="426" r:id="rId30"/>
    <p:sldId id="427" r:id="rId31"/>
    <p:sldId id="428" r:id="rId32"/>
    <p:sldId id="429" r:id="rId33"/>
    <p:sldId id="430" r:id="rId34"/>
    <p:sldId id="431" r:id="rId35"/>
    <p:sldId id="433" r:id="rId36"/>
    <p:sldId id="434" r:id="rId37"/>
    <p:sldId id="435" r:id="rId38"/>
    <p:sldId id="436" r:id="rId39"/>
    <p:sldId id="437" r:id="rId40"/>
    <p:sldId id="438" r:id="rId41"/>
    <p:sldId id="439" r:id="rId42"/>
    <p:sldId id="432" r:id="rId43"/>
    <p:sldId id="343" r:id="rId44"/>
    <p:sldId id="344" r:id="rId45"/>
    <p:sldId id="345" r:id="rId46"/>
    <p:sldId id="346" r:id="rId47"/>
    <p:sldId id="347" r:id="rId48"/>
    <p:sldId id="348" r:id="rId49"/>
    <p:sldId id="349" r:id="rId50"/>
    <p:sldId id="353" r:id="rId51"/>
    <p:sldId id="354" r:id="rId52"/>
    <p:sldId id="355" r:id="rId53"/>
    <p:sldId id="356" r:id="rId54"/>
    <p:sldId id="357" r:id="rId55"/>
    <p:sldId id="381" r:id="rId56"/>
    <p:sldId id="382" r:id="rId57"/>
    <p:sldId id="383" r:id="rId58"/>
    <p:sldId id="384" r:id="rId59"/>
    <p:sldId id="392" r:id="rId60"/>
    <p:sldId id="393" r:id="rId61"/>
    <p:sldId id="394" r:id="rId62"/>
    <p:sldId id="395" r:id="rId63"/>
    <p:sldId id="396" r:id="rId64"/>
    <p:sldId id="397" r:id="rId65"/>
    <p:sldId id="398" r:id="rId66"/>
    <p:sldId id="399" r:id="rId67"/>
    <p:sldId id="400" r:id="rId68"/>
    <p:sldId id="401" r:id="rId69"/>
    <p:sldId id="404" r:id="rId70"/>
    <p:sldId id="405" r:id="rId71"/>
    <p:sldId id="406" r:id="rId72"/>
    <p:sldId id="407" r:id="rId73"/>
    <p:sldId id="408" r:id="rId74"/>
    <p:sldId id="409" r:id="rId75"/>
    <p:sldId id="410" r:id="rId76"/>
    <p:sldId id="411" r:id="rId77"/>
    <p:sldId id="412" r:id="rId78"/>
    <p:sldId id="413" r:id="rId79"/>
    <p:sldId id="414" r:id="rId80"/>
    <p:sldId id="415" r:id="rId81"/>
    <p:sldId id="416" r:id="rId82"/>
    <p:sldId id="417" r:id="rId83"/>
    <p:sldId id="418" r:id="rId84"/>
    <p:sldId id="419" r:id="rId85"/>
    <p:sldId id="420" r:id="rId8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E2245-8173-4F81-B170-15860036FF58}" v="3" dt="2024-11-18T23:37:22.4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9" d="100"/>
          <a:sy n="129" d="100"/>
        </p:scale>
        <p:origin x="84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war khan" userId="04510b0218625f80" providerId="LiveId" clId="{11DE2245-8173-4F81-B170-15860036FF58}"/>
    <pc:docChg chg="undo custSel addSld delSld modSld sldOrd">
      <pc:chgData name="anwar khan" userId="04510b0218625f80" providerId="LiveId" clId="{11DE2245-8173-4F81-B170-15860036FF58}" dt="2024-11-19T00:31:25.510" v="936" actId="1076"/>
      <pc:docMkLst>
        <pc:docMk/>
      </pc:docMkLst>
      <pc:sldChg chg="delSp mod">
        <pc:chgData name="anwar khan" userId="04510b0218625f80" providerId="LiveId" clId="{11DE2245-8173-4F81-B170-15860036FF58}" dt="2024-11-13T03:09:44.873" v="2" actId="21"/>
        <pc:sldMkLst>
          <pc:docMk/>
          <pc:sldMk cId="0" sldId="256"/>
        </pc:sldMkLst>
        <pc:spChg chg="del">
          <ac:chgData name="anwar khan" userId="04510b0218625f80" providerId="LiveId" clId="{11DE2245-8173-4F81-B170-15860036FF58}" dt="2024-11-13T03:09:33.934" v="0" actId="21"/>
          <ac:spMkLst>
            <pc:docMk/>
            <pc:sldMk cId="0" sldId="256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09:38.824" v="1" actId="478"/>
          <ac:spMkLst>
            <pc:docMk/>
            <pc:sldMk cId="0" sldId="256"/>
            <ac:spMk id="84" creationId="{00000000-0000-0000-0000-000000000000}"/>
          </ac:spMkLst>
        </pc:spChg>
        <pc:spChg chg="del">
          <ac:chgData name="anwar khan" userId="04510b0218625f80" providerId="LiveId" clId="{11DE2245-8173-4F81-B170-15860036FF58}" dt="2024-11-13T03:09:44.873" v="2" actId="21"/>
          <ac:spMkLst>
            <pc:docMk/>
            <pc:sldMk cId="0" sldId="256"/>
            <ac:spMk id="89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15:25:40.338" v="105" actId="2696"/>
        <pc:sldMkLst>
          <pc:docMk/>
          <pc:sldMk cId="0" sldId="257"/>
        </pc:sldMkLst>
        <pc:spChg chg="del">
          <ac:chgData name="anwar khan" userId="04510b0218625f80" providerId="LiveId" clId="{11DE2245-8173-4F81-B170-15860036FF58}" dt="2024-11-13T03:09:56.901" v="3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0:02.578" v="4" actId="21"/>
          <ac:spMkLst>
            <pc:docMk/>
            <pc:sldMk cId="0" sldId="257"/>
            <ac:spMk id="120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15:25:37.550" v="104" actId="2696"/>
        <pc:sldMkLst>
          <pc:docMk/>
          <pc:sldMk cId="0" sldId="258"/>
        </pc:sldMkLst>
        <pc:spChg chg="del">
          <ac:chgData name="anwar khan" userId="04510b0218625f80" providerId="LiveId" clId="{11DE2245-8173-4F81-B170-15860036FF58}" dt="2024-11-13T03:10:08.208" v="5" actId="21"/>
          <ac:spMkLst>
            <pc:docMk/>
            <pc:sldMk cId="0" sldId="258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0:12.484" v="6" actId="21"/>
          <ac:spMkLst>
            <pc:docMk/>
            <pc:sldMk cId="0" sldId="258"/>
            <ac:spMk id="121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0:24.194" v="8" actId="21"/>
        <pc:sldMkLst>
          <pc:docMk/>
          <pc:sldMk cId="0" sldId="259"/>
        </pc:sldMkLst>
        <pc:spChg chg="del">
          <ac:chgData name="anwar khan" userId="04510b0218625f80" providerId="LiveId" clId="{11DE2245-8173-4F81-B170-15860036FF58}" dt="2024-11-13T03:10:24.194" v="8" actId="21"/>
          <ac:spMkLst>
            <pc:docMk/>
            <pc:sldMk cId="0" sldId="259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0:19.376" v="7" actId="21"/>
          <ac:spMkLst>
            <pc:docMk/>
            <pc:sldMk cId="0" sldId="259"/>
            <ac:spMk id="79" creationId="{00000000-0000-0000-0000-000000000000}"/>
          </ac:spMkLst>
        </pc:spChg>
      </pc:sldChg>
      <pc:sldChg chg="delSp mod ord">
        <pc:chgData name="anwar khan" userId="04510b0218625f80" providerId="LiveId" clId="{11DE2245-8173-4F81-B170-15860036FF58}" dt="2024-11-18T23:46:33.360" v="821"/>
        <pc:sldMkLst>
          <pc:docMk/>
          <pc:sldMk cId="0" sldId="260"/>
        </pc:sldMkLst>
        <pc:spChg chg="del">
          <ac:chgData name="anwar khan" userId="04510b0218625f80" providerId="LiveId" clId="{11DE2245-8173-4F81-B170-15860036FF58}" dt="2024-11-13T03:10:30.247" v="9" actId="21"/>
          <ac:spMkLst>
            <pc:docMk/>
            <pc:sldMk cId="0" sldId="260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0:37.013" v="10" actId="21"/>
          <ac:spMkLst>
            <pc:docMk/>
            <pc:sldMk cId="0" sldId="260"/>
            <ac:spMk id="80" creationId="{00000000-0000-0000-0000-000000000000}"/>
          </ac:spMkLst>
        </pc:spChg>
      </pc:sldChg>
      <pc:sldChg chg="delSp modSp del mod">
        <pc:chgData name="anwar khan" userId="04510b0218625f80" providerId="LiveId" clId="{11DE2245-8173-4F81-B170-15860036FF58}" dt="2024-11-18T15:25:49.706" v="106" actId="2696"/>
        <pc:sldMkLst>
          <pc:docMk/>
          <pc:sldMk cId="0" sldId="261"/>
        </pc:sldMkLst>
        <pc:spChg chg="del">
          <ac:chgData name="anwar khan" userId="04510b0218625f80" providerId="LiveId" clId="{11DE2245-8173-4F81-B170-15860036FF58}" dt="2024-11-13T03:10:50.175" v="12" actId="21"/>
          <ac:spMkLst>
            <pc:docMk/>
            <pc:sldMk cId="0" sldId="261"/>
            <ac:spMk id="2" creationId="{00000000-0000-0000-0000-000000000000}"/>
          </ac:spMkLst>
        </pc:spChg>
        <pc:spChg chg="mod">
          <ac:chgData name="anwar khan" userId="04510b0218625f80" providerId="LiveId" clId="{11DE2245-8173-4F81-B170-15860036FF58}" dt="2024-11-13T03:19:12.522" v="100" actId="20577"/>
          <ac:spMkLst>
            <pc:docMk/>
            <pc:sldMk cId="0" sldId="261"/>
            <ac:spMk id="80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0:42.742" v="11" actId="21"/>
          <ac:spMkLst>
            <pc:docMk/>
            <pc:sldMk cId="0" sldId="261"/>
            <ac:spMk id="85" creationId="{00000000-0000-0000-0000-000000000000}"/>
          </ac:spMkLst>
        </pc:spChg>
      </pc:sldChg>
      <pc:sldChg chg="delSp modSp del mod">
        <pc:chgData name="anwar khan" userId="04510b0218625f80" providerId="LiveId" clId="{11DE2245-8173-4F81-B170-15860036FF58}" dt="2024-11-18T15:25:29.699" v="103" actId="2696"/>
        <pc:sldMkLst>
          <pc:docMk/>
          <pc:sldMk cId="0" sldId="262"/>
        </pc:sldMkLst>
        <pc:spChg chg="del">
          <ac:chgData name="anwar khan" userId="04510b0218625f80" providerId="LiveId" clId="{11DE2245-8173-4F81-B170-15860036FF58}" dt="2024-11-13T03:11:01.456" v="14" actId="21"/>
          <ac:spMkLst>
            <pc:docMk/>
            <pc:sldMk cId="0" sldId="262"/>
            <ac:spMk id="2" creationId="{00000000-0000-0000-0000-000000000000}"/>
          </ac:spMkLst>
        </pc:spChg>
        <pc:spChg chg="mod">
          <ac:chgData name="anwar khan" userId="04510b0218625f80" providerId="LiveId" clId="{11DE2245-8173-4F81-B170-15860036FF58}" dt="2024-11-18T15:25:07.096" v="102" actId="113"/>
          <ac:spMkLst>
            <pc:docMk/>
            <pc:sldMk cId="0" sldId="262"/>
            <ac:spMk id="80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0:57.378" v="13" actId="21"/>
          <ac:spMkLst>
            <pc:docMk/>
            <pc:sldMk cId="0" sldId="262"/>
            <ac:spMk id="85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15:25:52.289" v="107" actId="2696"/>
        <pc:sldMkLst>
          <pc:docMk/>
          <pc:sldMk cId="0" sldId="263"/>
        </pc:sldMkLst>
        <pc:spChg chg="del">
          <ac:chgData name="anwar khan" userId="04510b0218625f80" providerId="LiveId" clId="{11DE2245-8173-4F81-B170-15860036FF58}" dt="2024-11-13T03:11:08.852" v="15" actId="21"/>
          <ac:spMkLst>
            <pc:docMk/>
            <pc:sldMk cId="0" sldId="263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1:13.331" v="16" actId="21"/>
          <ac:spMkLst>
            <pc:docMk/>
            <pc:sldMk cId="0" sldId="263"/>
            <ac:spMk id="121" creationId="{00000000-0000-0000-0000-000000000000}"/>
          </ac:spMkLst>
        </pc:spChg>
      </pc:sldChg>
      <pc:sldChg chg="add del">
        <pc:chgData name="anwar khan" userId="04510b0218625f80" providerId="LiveId" clId="{11DE2245-8173-4F81-B170-15860036FF58}" dt="2024-11-18T15:26:08.601" v="109" actId="2696"/>
        <pc:sldMkLst>
          <pc:docMk/>
          <pc:sldMk cId="1859216874" sldId="263"/>
        </pc:sldMkLst>
      </pc:sldChg>
      <pc:sldChg chg="addSp delSp mod">
        <pc:chgData name="anwar khan" userId="04510b0218625f80" providerId="LiveId" clId="{11DE2245-8173-4F81-B170-15860036FF58}" dt="2024-11-13T03:11:33.128" v="20" actId="21"/>
        <pc:sldMkLst>
          <pc:docMk/>
          <pc:sldMk cId="0" sldId="264"/>
        </pc:sldMkLst>
        <pc:spChg chg="del">
          <ac:chgData name="anwar khan" userId="04510b0218625f80" providerId="LiveId" clId="{11DE2245-8173-4F81-B170-15860036FF58}" dt="2024-11-13T03:11:33.128" v="20" actId="21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anwar khan" userId="04510b0218625f80" providerId="LiveId" clId="{11DE2245-8173-4F81-B170-15860036FF58}" dt="2024-11-13T03:11:29.344" v="19" actId="21"/>
          <ac:spMkLst>
            <pc:docMk/>
            <pc:sldMk cId="0" sldId="264"/>
            <ac:spMk id="7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1:21.756" v="17" actId="21"/>
          <ac:spMkLst>
            <pc:docMk/>
            <pc:sldMk cId="0" sldId="264"/>
            <ac:spMk id="79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1:56.966" v="22" actId="21"/>
        <pc:sldMkLst>
          <pc:docMk/>
          <pc:sldMk cId="0" sldId="265"/>
        </pc:sldMkLst>
        <pc:spChg chg="del">
          <ac:chgData name="anwar khan" userId="04510b0218625f80" providerId="LiveId" clId="{11DE2245-8173-4F81-B170-15860036FF58}" dt="2024-11-13T03:11:52.815" v="21" actId="21"/>
          <ac:spMkLst>
            <pc:docMk/>
            <pc:sldMk cId="0" sldId="265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1:56.966" v="22" actId="21"/>
          <ac:spMkLst>
            <pc:docMk/>
            <pc:sldMk cId="0" sldId="265"/>
            <ac:spMk id="79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2:08.099" v="24" actId="21"/>
        <pc:sldMkLst>
          <pc:docMk/>
          <pc:sldMk cId="0" sldId="266"/>
        </pc:sldMkLst>
        <pc:spChg chg="del">
          <ac:chgData name="anwar khan" userId="04510b0218625f80" providerId="LiveId" clId="{11DE2245-8173-4F81-B170-15860036FF58}" dt="2024-11-13T03:12:02.799" v="23" actId="21"/>
          <ac:spMkLst>
            <pc:docMk/>
            <pc:sldMk cId="0" sldId="266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2:08.099" v="24" actId="21"/>
          <ac:spMkLst>
            <pc:docMk/>
            <pc:sldMk cId="0" sldId="266"/>
            <ac:spMk id="79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2:26.372" v="26" actId="21"/>
        <pc:sldMkLst>
          <pc:docMk/>
          <pc:sldMk cId="0" sldId="267"/>
        </pc:sldMkLst>
        <pc:spChg chg="del">
          <ac:chgData name="anwar khan" userId="04510b0218625f80" providerId="LiveId" clId="{11DE2245-8173-4F81-B170-15860036FF58}" dt="2024-11-13T03:12:15.126" v="25" actId="21"/>
          <ac:spMkLst>
            <pc:docMk/>
            <pc:sldMk cId="0" sldId="267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2:26.372" v="26" actId="21"/>
          <ac:spMkLst>
            <pc:docMk/>
            <pc:sldMk cId="0" sldId="267"/>
            <ac:spMk id="83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2:41.551" v="28" actId="21"/>
        <pc:sldMkLst>
          <pc:docMk/>
          <pc:sldMk cId="0" sldId="268"/>
        </pc:sldMkLst>
        <pc:spChg chg="del">
          <ac:chgData name="anwar khan" userId="04510b0218625f80" providerId="LiveId" clId="{11DE2245-8173-4F81-B170-15860036FF58}" dt="2024-11-13T03:12:36.035" v="27" actId="21"/>
          <ac:spMkLst>
            <pc:docMk/>
            <pc:sldMk cId="0" sldId="268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2:41.551" v="28" actId="21"/>
          <ac:spMkLst>
            <pc:docMk/>
            <pc:sldMk cId="0" sldId="268"/>
            <ac:spMk id="87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2:52.766" v="30" actId="21"/>
        <pc:sldMkLst>
          <pc:docMk/>
          <pc:sldMk cId="0" sldId="269"/>
        </pc:sldMkLst>
        <pc:spChg chg="del">
          <ac:chgData name="anwar khan" userId="04510b0218625f80" providerId="LiveId" clId="{11DE2245-8173-4F81-B170-15860036FF58}" dt="2024-11-13T03:12:52.766" v="30" actId="21"/>
          <ac:spMkLst>
            <pc:docMk/>
            <pc:sldMk cId="0" sldId="269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2:49.545" v="29" actId="21"/>
          <ac:spMkLst>
            <pc:docMk/>
            <pc:sldMk cId="0" sldId="269"/>
            <ac:spMk id="87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3:09.986" v="32" actId="21"/>
        <pc:sldMkLst>
          <pc:docMk/>
          <pc:sldMk cId="0" sldId="270"/>
        </pc:sldMkLst>
        <pc:spChg chg="del">
          <ac:chgData name="anwar khan" userId="04510b0218625f80" providerId="LiveId" clId="{11DE2245-8173-4F81-B170-15860036FF58}" dt="2024-11-13T03:13:04.907" v="31" actId="21"/>
          <ac:spMkLst>
            <pc:docMk/>
            <pc:sldMk cId="0" sldId="270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3:09.986" v="32" actId="21"/>
          <ac:spMkLst>
            <pc:docMk/>
            <pc:sldMk cId="0" sldId="270"/>
            <ac:spMk id="81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3:28.450" v="34" actId="21"/>
        <pc:sldMkLst>
          <pc:docMk/>
          <pc:sldMk cId="0" sldId="271"/>
        </pc:sldMkLst>
        <pc:spChg chg="del">
          <ac:chgData name="anwar khan" userId="04510b0218625f80" providerId="LiveId" clId="{11DE2245-8173-4F81-B170-15860036FF58}" dt="2024-11-13T03:13:23.410" v="33" actId="21"/>
          <ac:spMkLst>
            <pc:docMk/>
            <pc:sldMk cId="0" sldId="271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3:28.450" v="34" actId="21"/>
          <ac:spMkLst>
            <pc:docMk/>
            <pc:sldMk cId="0" sldId="271"/>
            <ac:spMk id="82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3:40.251" v="36" actId="21"/>
        <pc:sldMkLst>
          <pc:docMk/>
          <pc:sldMk cId="0" sldId="272"/>
        </pc:sldMkLst>
        <pc:spChg chg="del">
          <ac:chgData name="anwar khan" userId="04510b0218625f80" providerId="LiveId" clId="{11DE2245-8173-4F81-B170-15860036FF58}" dt="2024-11-13T03:13:35.349" v="35" actId="21"/>
          <ac:spMkLst>
            <pc:docMk/>
            <pc:sldMk cId="0" sldId="272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3:40.251" v="36" actId="21"/>
          <ac:spMkLst>
            <pc:docMk/>
            <pc:sldMk cId="0" sldId="272"/>
            <ac:spMk id="87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3:51.815" v="38" actId="21"/>
        <pc:sldMkLst>
          <pc:docMk/>
          <pc:sldMk cId="0" sldId="273"/>
        </pc:sldMkLst>
        <pc:spChg chg="del">
          <ac:chgData name="anwar khan" userId="04510b0218625f80" providerId="LiveId" clId="{11DE2245-8173-4F81-B170-15860036FF58}" dt="2024-11-13T03:13:47.762" v="37" actId="21"/>
          <ac:spMkLst>
            <pc:docMk/>
            <pc:sldMk cId="0" sldId="273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3:51.815" v="38" actId="21"/>
          <ac:spMkLst>
            <pc:docMk/>
            <pc:sldMk cId="0" sldId="273"/>
            <ac:spMk id="84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4:04.026" v="40" actId="21"/>
        <pc:sldMkLst>
          <pc:docMk/>
          <pc:sldMk cId="0" sldId="274"/>
        </pc:sldMkLst>
        <pc:spChg chg="del">
          <ac:chgData name="anwar khan" userId="04510b0218625f80" providerId="LiveId" clId="{11DE2245-8173-4F81-B170-15860036FF58}" dt="2024-11-13T03:13:57.543" v="39" actId="21"/>
          <ac:spMkLst>
            <pc:docMk/>
            <pc:sldMk cId="0" sldId="274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4:04.026" v="40" actId="21"/>
          <ac:spMkLst>
            <pc:docMk/>
            <pc:sldMk cId="0" sldId="274"/>
            <ac:spMk id="85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9:28.483" v="101" actId="21"/>
        <pc:sldMkLst>
          <pc:docMk/>
          <pc:sldMk cId="0" sldId="275"/>
        </pc:sldMkLst>
        <pc:spChg chg="del">
          <ac:chgData name="anwar khan" userId="04510b0218625f80" providerId="LiveId" clId="{11DE2245-8173-4F81-B170-15860036FF58}" dt="2024-11-13T03:19:28.483" v="101" actId="21"/>
          <ac:spMkLst>
            <pc:docMk/>
            <pc:sldMk cId="0" sldId="275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4:14.116" v="41" actId="21"/>
          <ac:spMkLst>
            <pc:docMk/>
            <pc:sldMk cId="0" sldId="275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4:21.437" v="42" actId="21"/>
          <ac:spMkLst>
            <pc:docMk/>
            <pc:sldMk cId="0" sldId="275"/>
            <ac:spMk id="86" creationId="{00000000-0000-0000-0000-000000000000}"/>
          </ac:spMkLst>
        </pc:spChg>
      </pc:sldChg>
      <pc:sldChg chg="addSp delSp mod">
        <pc:chgData name="anwar khan" userId="04510b0218625f80" providerId="LiveId" clId="{11DE2245-8173-4F81-B170-15860036FF58}" dt="2024-11-13T03:14:42.531" v="47" actId="21"/>
        <pc:sldMkLst>
          <pc:docMk/>
          <pc:sldMk cId="0" sldId="276"/>
        </pc:sldMkLst>
        <pc:spChg chg="del">
          <ac:chgData name="anwar khan" userId="04510b0218625f80" providerId="LiveId" clId="{11DE2245-8173-4F81-B170-15860036FF58}" dt="2024-11-13T03:14:39.025" v="46" actId="21"/>
          <ac:spMkLst>
            <pc:docMk/>
            <pc:sldMk cId="0" sldId="276"/>
            <ac:spMk id="2" creationId="{00000000-0000-0000-0000-000000000000}"/>
          </ac:spMkLst>
        </pc:spChg>
        <pc:spChg chg="add del">
          <ac:chgData name="anwar khan" userId="04510b0218625f80" providerId="LiveId" clId="{11DE2245-8173-4F81-B170-15860036FF58}" dt="2024-11-13T03:14:35.309" v="45" actId="21"/>
          <ac:spMkLst>
            <pc:docMk/>
            <pc:sldMk cId="0" sldId="276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4:42.531" v="47" actId="21"/>
          <ac:spMkLst>
            <pc:docMk/>
            <pc:sldMk cId="0" sldId="276"/>
            <ac:spMk id="86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4:57.979" v="50" actId="21"/>
        <pc:sldMkLst>
          <pc:docMk/>
          <pc:sldMk cId="0" sldId="277"/>
        </pc:sldMkLst>
        <pc:spChg chg="del">
          <ac:chgData name="anwar khan" userId="04510b0218625f80" providerId="LiveId" clId="{11DE2245-8173-4F81-B170-15860036FF58}" dt="2024-11-13T03:14:54.724" v="49" actId="21"/>
          <ac:spMkLst>
            <pc:docMk/>
            <pc:sldMk cId="0" sldId="277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4:51.416" v="48" actId="21"/>
          <ac:spMkLst>
            <pc:docMk/>
            <pc:sldMk cId="0" sldId="277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4:57.979" v="50" actId="21"/>
          <ac:spMkLst>
            <pc:docMk/>
            <pc:sldMk cId="0" sldId="277"/>
            <ac:spMk id="91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5:13.778" v="53" actId="21"/>
        <pc:sldMkLst>
          <pc:docMk/>
          <pc:sldMk cId="0" sldId="278"/>
        </pc:sldMkLst>
        <pc:spChg chg="del">
          <ac:chgData name="anwar khan" userId="04510b0218625f80" providerId="LiveId" clId="{11DE2245-8173-4F81-B170-15860036FF58}" dt="2024-11-13T03:15:08.262" v="52" actId="21"/>
          <ac:spMkLst>
            <pc:docMk/>
            <pc:sldMk cId="0" sldId="278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5:03.749" v="51" actId="21"/>
          <ac:spMkLst>
            <pc:docMk/>
            <pc:sldMk cId="0" sldId="278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5:13.778" v="53" actId="21"/>
          <ac:spMkLst>
            <pc:docMk/>
            <pc:sldMk cId="0" sldId="278"/>
            <ac:spMk id="91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5:31.093" v="56" actId="21"/>
        <pc:sldMkLst>
          <pc:docMk/>
          <pc:sldMk cId="0" sldId="279"/>
        </pc:sldMkLst>
        <pc:spChg chg="del">
          <ac:chgData name="anwar khan" userId="04510b0218625f80" providerId="LiveId" clId="{11DE2245-8173-4F81-B170-15860036FF58}" dt="2024-11-13T03:15:22.333" v="55" actId="21"/>
          <ac:spMkLst>
            <pc:docMk/>
            <pc:sldMk cId="0" sldId="279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5:18.817" v="54" actId="21"/>
          <ac:spMkLst>
            <pc:docMk/>
            <pc:sldMk cId="0" sldId="279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5:31.093" v="56" actId="21"/>
          <ac:spMkLst>
            <pc:docMk/>
            <pc:sldMk cId="0" sldId="279"/>
            <ac:spMk id="91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5:45.316" v="59" actId="21"/>
        <pc:sldMkLst>
          <pc:docMk/>
          <pc:sldMk cId="0" sldId="280"/>
        </pc:sldMkLst>
        <pc:spChg chg="del">
          <ac:chgData name="anwar khan" userId="04510b0218625f80" providerId="LiveId" clId="{11DE2245-8173-4F81-B170-15860036FF58}" dt="2024-11-13T03:15:40.489" v="58" actId="21"/>
          <ac:spMkLst>
            <pc:docMk/>
            <pc:sldMk cId="0" sldId="280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5:36.915" v="57" actId="21"/>
          <ac:spMkLst>
            <pc:docMk/>
            <pc:sldMk cId="0" sldId="280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5:45.316" v="59" actId="21"/>
          <ac:spMkLst>
            <pc:docMk/>
            <pc:sldMk cId="0" sldId="280"/>
            <ac:spMk id="91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3T03:16:24.540" v="64" actId="21"/>
        <pc:sldMkLst>
          <pc:docMk/>
          <pc:sldMk cId="0" sldId="281"/>
        </pc:sldMkLst>
        <pc:spChg chg="del">
          <ac:chgData name="anwar khan" userId="04510b0218625f80" providerId="LiveId" clId="{11DE2245-8173-4F81-B170-15860036FF58}" dt="2024-11-13T03:15:52.079" v="60" actId="21"/>
          <ac:spMkLst>
            <pc:docMk/>
            <pc:sldMk cId="0" sldId="281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6:19.289" v="63" actId="21"/>
          <ac:spMkLst>
            <pc:docMk/>
            <pc:sldMk cId="0" sldId="281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5:55.434" v="61" actId="21"/>
          <ac:spMkLst>
            <pc:docMk/>
            <pc:sldMk cId="0" sldId="281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6:24.540" v="64" actId="21"/>
          <ac:spMkLst>
            <pc:docMk/>
            <pc:sldMk cId="0" sldId="281"/>
            <ac:spMk id="94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01.742" v="824" actId="2696"/>
        <pc:sldMkLst>
          <pc:docMk/>
          <pc:sldMk cId="0" sldId="282"/>
        </pc:sldMkLst>
        <pc:spChg chg="del">
          <ac:chgData name="anwar khan" userId="04510b0218625f80" providerId="LiveId" clId="{11DE2245-8173-4F81-B170-15860036FF58}" dt="2024-11-13T03:16:00.088" v="62" actId="21"/>
          <ac:spMkLst>
            <pc:docMk/>
            <pc:sldMk cId="0" sldId="282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6:34.011" v="65" actId="21"/>
          <ac:spMkLst>
            <pc:docMk/>
            <pc:sldMk cId="0" sldId="282"/>
            <ac:spMk id="77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07.900" v="825" actId="2696"/>
        <pc:sldMkLst>
          <pc:docMk/>
          <pc:sldMk cId="0" sldId="283"/>
        </pc:sldMkLst>
        <pc:spChg chg="del">
          <ac:chgData name="anwar khan" userId="04510b0218625f80" providerId="LiveId" clId="{11DE2245-8173-4F81-B170-15860036FF58}" dt="2024-11-13T03:16:42.134" v="66" actId="21"/>
          <ac:spMkLst>
            <pc:docMk/>
            <pc:sldMk cId="0" sldId="283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6:51.805" v="67" actId="21"/>
          <ac:spMkLst>
            <pc:docMk/>
            <pc:sldMk cId="0" sldId="283"/>
            <ac:spMk id="78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12.146" v="826" actId="2696"/>
        <pc:sldMkLst>
          <pc:docMk/>
          <pc:sldMk cId="0" sldId="284"/>
        </pc:sldMkLst>
        <pc:spChg chg="del">
          <ac:chgData name="anwar khan" userId="04510b0218625f80" providerId="LiveId" clId="{11DE2245-8173-4F81-B170-15860036FF58}" dt="2024-11-13T03:16:57.414" v="68" actId="21"/>
          <ac:spMkLst>
            <pc:docMk/>
            <pc:sldMk cId="0" sldId="284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7:01.290" v="69" actId="21"/>
          <ac:spMkLst>
            <pc:docMk/>
            <pc:sldMk cId="0" sldId="284"/>
            <ac:spMk id="79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19.621" v="828" actId="2696"/>
        <pc:sldMkLst>
          <pc:docMk/>
          <pc:sldMk cId="0" sldId="285"/>
        </pc:sldMkLst>
        <pc:spChg chg="del">
          <ac:chgData name="anwar khan" userId="04510b0218625f80" providerId="LiveId" clId="{11DE2245-8173-4F81-B170-15860036FF58}" dt="2024-11-13T03:17:06.809" v="70" actId="21"/>
          <ac:spMkLst>
            <pc:docMk/>
            <pc:sldMk cId="0" sldId="285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7:10.066" v="71" actId="21"/>
          <ac:spMkLst>
            <pc:docMk/>
            <pc:sldMk cId="0" sldId="285"/>
            <ac:spMk id="78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16.885" v="827" actId="2696"/>
        <pc:sldMkLst>
          <pc:docMk/>
          <pc:sldMk cId="0" sldId="286"/>
        </pc:sldMkLst>
        <pc:spChg chg="del">
          <ac:chgData name="anwar khan" userId="04510b0218625f80" providerId="LiveId" clId="{11DE2245-8173-4F81-B170-15860036FF58}" dt="2024-11-13T03:17:16.539" v="72" actId="21"/>
          <ac:spMkLst>
            <pc:docMk/>
            <pc:sldMk cId="0" sldId="286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7:19.968" v="73" actId="21"/>
          <ac:spMkLst>
            <pc:docMk/>
            <pc:sldMk cId="0" sldId="286"/>
            <ac:spMk id="96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23.603" v="829" actId="2696"/>
        <pc:sldMkLst>
          <pc:docMk/>
          <pc:sldMk cId="0" sldId="287"/>
        </pc:sldMkLst>
        <pc:spChg chg="del">
          <ac:chgData name="anwar khan" userId="04510b0218625f80" providerId="LiveId" clId="{11DE2245-8173-4F81-B170-15860036FF58}" dt="2024-11-13T03:17:28.243" v="74" actId="21"/>
          <ac:spMkLst>
            <pc:docMk/>
            <pc:sldMk cId="0" sldId="287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7:31.829" v="75" actId="21"/>
          <ac:spMkLst>
            <pc:docMk/>
            <pc:sldMk cId="0" sldId="287"/>
            <ac:spMk id="92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28.247" v="830" actId="2696"/>
        <pc:sldMkLst>
          <pc:docMk/>
          <pc:sldMk cId="0" sldId="288"/>
        </pc:sldMkLst>
        <pc:spChg chg="del">
          <ac:chgData name="anwar khan" userId="04510b0218625f80" providerId="LiveId" clId="{11DE2245-8173-4F81-B170-15860036FF58}" dt="2024-11-13T03:17:38.329" v="76" actId="21"/>
          <ac:spMkLst>
            <pc:docMk/>
            <pc:sldMk cId="0" sldId="288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7:41.663" v="77" actId="21"/>
          <ac:spMkLst>
            <pc:docMk/>
            <pc:sldMk cId="0" sldId="288"/>
            <ac:spMk id="91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31.336" v="831" actId="2696"/>
        <pc:sldMkLst>
          <pc:docMk/>
          <pc:sldMk cId="0" sldId="289"/>
        </pc:sldMkLst>
        <pc:spChg chg="del">
          <ac:chgData name="anwar khan" userId="04510b0218625f80" providerId="LiveId" clId="{11DE2245-8173-4F81-B170-15860036FF58}" dt="2024-11-13T03:17:47.283" v="78" actId="21"/>
          <ac:spMkLst>
            <pc:docMk/>
            <pc:sldMk cId="0" sldId="289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7:51.228" v="79" actId="21"/>
          <ac:spMkLst>
            <pc:docMk/>
            <pc:sldMk cId="0" sldId="289"/>
            <ac:spMk id="90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34.643" v="832" actId="2696"/>
        <pc:sldMkLst>
          <pc:docMk/>
          <pc:sldMk cId="0" sldId="290"/>
        </pc:sldMkLst>
        <pc:spChg chg="del">
          <ac:chgData name="anwar khan" userId="04510b0218625f80" providerId="LiveId" clId="{11DE2245-8173-4F81-B170-15860036FF58}" dt="2024-11-13T03:17:56.742" v="80" actId="21"/>
          <ac:spMkLst>
            <pc:docMk/>
            <pc:sldMk cId="0" sldId="290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8:00.519" v="81" actId="21"/>
          <ac:spMkLst>
            <pc:docMk/>
            <pc:sldMk cId="0" sldId="290"/>
            <ac:spMk id="84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38.258" v="833" actId="2696"/>
        <pc:sldMkLst>
          <pc:docMk/>
          <pc:sldMk cId="0" sldId="291"/>
        </pc:sldMkLst>
        <pc:spChg chg="del">
          <ac:chgData name="anwar khan" userId="04510b0218625f80" providerId="LiveId" clId="{11DE2245-8173-4F81-B170-15860036FF58}" dt="2024-11-13T03:18:05.976" v="82" actId="21"/>
          <ac:spMkLst>
            <pc:docMk/>
            <pc:sldMk cId="0" sldId="291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8:11.459" v="83" actId="21"/>
          <ac:spMkLst>
            <pc:docMk/>
            <pc:sldMk cId="0" sldId="291"/>
            <ac:spMk id="88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8T23:52:42.410" v="834" actId="2696"/>
        <pc:sldMkLst>
          <pc:docMk/>
          <pc:sldMk cId="0" sldId="292"/>
        </pc:sldMkLst>
        <pc:spChg chg="del">
          <ac:chgData name="anwar khan" userId="04510b0218625f80" providerId="LiveId" clId="{11DE2245-8173-4F81-B170-15860036FF58}" dt="2024-11-13T03:18:24.700" v="84" actId="21"/>
          <ac:spMkLst>
            <pc:docMk/>
            <pc:sldMk cId="0" sldId="292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3T03:18:32.098" v="85" actId="21"/>
          <ac:spMkLst>
            <pc:docMk/>
            <pc:sldMk cId="0" sldId="292"/>
            <ac:spMk id="91" creationId="{00000000-0000-0000-0000-000000000000}"/>
          </ac:spMkLst>
        </pc:spChg>
      </pc:sldChg>
      <pc:sldChg chg="del">
        <pc:chgData name="anwar khan" userId="04510b0218625f80" providerId="LiveId" clId="{11DE2245-8173-4F81-B170-15860036FF58}" dt="2024-11-18T23:52:46.362" v="835" actId="2696"/>
        <pc:sldMkLst>
          <pc:docMk/>
          <pc:sldMk cId="0" sldId="293"/>
        </pc:sldMkLst>
      </pc:sldChg>
      <pc:sldChg chg="del">
        <pc:chgData name="anwar khan" userId="04510b0218625f80" providerId="LiveId" clId="{11DE2245-8173-4F81-B170-15860036FF58}" dt="2024-11-18T23:52:51.598" v="836" actId="2696"/>
        <pc:sldMkLst>
          <pc:docMk/>
          <pc:sldMk cId="0" sldId="294"/>
        </pc:sldMkLst>
      </pc:sldChg>
      <pc:sldChg chg="del">
        <pc:chgData name="anwar khan" userId="04510b0218625f80" providerId="LiveId" clId="{11DE2245-8173-4F81-B170-15860036FF58}" dt="2024-11-18T23:52:54.932" v="837" actId="2696"/>
        <pc:sldMkLst>
          <pc:docMk/>
          <pc:sldMk cId="0" sldId="295"/>
        </pc:sldMkLst>
      </pc:sldChg>
      <pc:sldChg chg="del">
        <pc:chgData name="anwar khan" userId="04510b0218625f80" providerId="LiveId" clId="{11DE2245-8173-4F81-B170-15860036FF58}" dt="2024-11-18T23:52:58.897" v="838" actId="2696"/>
        <pc:sldMkLst>
          <pc:docMk/>
          <pc:sldMk cId="0" sldId="296"/>
        </pc:sldMkLst>
      </pc:sldChg>
      <pc:sldChg chg="del">
        <pc:chgData name="anwar khan" userId="04510b0218625f80" providerId="LiveId" clId="{11DE2245-8173-4F81-B170-15860036FF58}" dt="2024-11-18T23:53:18.544" v="839" actId="2696"/>
        <pc:sldMkLst>
          <pc:docMk/>
          <pc:sldMk cId="0" sldId="297"/>
        </pc:sldMkLst>
      </pc:sldChg>
      <pc:sldChg chg="del">
        <pc:chgData name="anwar khan" userId="04510b0218625f80" providerId="LiveId" clId="{11DE2245-8173-4F81-B170-15860036FF58}" dt="2024-11-18T23:53:24.589" v="840" actId="2696"/>
        <pc:sldMkLst>
          <pc:docMk/>
          <pc:sldMk cId="0" sldId="298"/>
        </pc:sldMkLst>
      </pc:sldChg>
      <pc:sldChg chg="del">
        <pc:chgData name="anwar khan" userId="04510b0218625f80" providerId="LiveId" clId="{11DE2245-8173-4F81-B170-15860036FF58}" dt="2024-11-18T23:53:28.978" v="841" actId="2696"/>
        <pc:sldMkLst>
          <pc:docMk/>
          <pc:sldMk cId="0" sldId="299"/>
        </pc:sldMkLst>
      </pc:sldChg>
      <pc:sldChg chg="del">
        <pc:chgData name="anwar khan" userId="04510b0218625f80" providerId="LiveId" clId="{11DE2245-8173-4F81-B170-15860036FF58}" dt="2024-11-18T23:53:33.050" v="842" actId="2696"/>
        <pc:sldMkLst>
          <pc:docMk/>
          <pc:sldMk cId="0" sldId="300"/>
        </pc:sldMkLst>
      </pc:sldChg>
      <pc:sldChg chg="del">
        <pc:chgData name="anwar khan" userId="04510b0218625f80" providerId="LiveId" clId="{11DE2245-8173-4F81-B170-15860036FF58}" dt="2024-11-18T23:53:36.438" v="843" actId="2696"/>
        <pc:sldMkLst>
          <pc:docMk/>
          <pc:sldMk cId="0" sldId="301"/>
        </pc:sldMkLst>
      </pc:sldChg>
      <pc:sldChg chg="delSp mod">
        <pc:chgData name="anwar khan" userId="04510b0218625f80" providerId="LiveId" clId="{11DE2245-8173-4F81-B170-15860036FF58}" dt="2024-11-19T00:02:38.132" v="894" actId="21"/>
        <pc:sldMkLst>
          <pc:docMk/>
          <pc:sldMk cId="0" sldId="302"/>
        </pc:sldMkLst>
        <pc:spChg chg="del">
          <ac:chgData name="anwar khan" userId="04510b0218625f80" providerId="LiveId" clId="{11DE2245-8173-4F81-B170-15860036FF58}" dt="2024-11-18T23:54:46.725" v="846" actId="21"/>
          <ac:spMkLst>
            <pc:docMk/>
            <pc:sldMk cId="0" sldId="302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2:38.132" v="894" actId="21"/>
          <ac:spMkLst>
            <pc:docMk/>
            <pc:sldMk cId="0" sldId="302"/>
            <ac:spMk id="80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2:45.895" v="895" actId="21"/>
        <pc:sldMkLst>
          <pc:docMk/>
          <pc:sldMk cId="0" sldId="303"/>
        </pc:sldMkLst>
        <pc:spChg chg="del">
          <ac:chgData name="anwar khan" userId="04510b0218625f80" providerId="LiveId" clId="{11DE2245-8173-4F81-B170-15860036FF58}" dt="2024-11-18T23:54:54.022" v="847" actId="21"/>
          <ac:spMkLst>
            <pc:docMk/>
            <pc:sldMk cId="0" sldId="303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2:45.895" v="895" actId="21"/>
          <ac:spMkLst>
            <pc:docMk/>
            <pc:sldMk cId="0" sldId="303"/>
            <ac:spMk id="78" creationId="{00000000-0000-0000-0000-000000000000}"/>
          </ac:spMkLst>
        </pc:spChg>
      </pc:sldChg>
      <pc:sldChg chg="delSp modSp mod">
        <pc:chgData name="anwar khan" userId="04510b0218625f80" providerId="LiveId" clId="{11DE2245-8173-4F81-B170-15860036FF58}" dt="2024-11-19T00:01:31.395" v="888" actId="21"/>
        <pc:sldMkLst>
          <pc:docMk/>
          <pc:sldMk cId="0" sldId="304"/>
        </pc:sldMkLst>
        <pc:spChg chg="del">
          <ac:chgData name="anwar khan" userId="04510b0218625f80" providerId="LiveId" clId="{11DE2245-8173-4F81-B170-15860036FF58}" dt="2024-11-18T23:55:03.065" v="848" actId="21"/>
          <ac:spMkLst>
            <pc:docMk/>
            <pc:sldMk cId="0" sldId="304"/>
            <ac:spMk id="2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0:41.804" v="883" actId="1076"/>
          <ac:spMkLst>
            <pc:docMk/>
            <pc:sldMk cId="0" sldId="304"/>
            <ac:spMk id="76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0:36.445" v="882" actId="1076"/>
          <ac:spMkLst>
            <pc:docMk/>
            <pc:sldMk cId="0" sldId="304"/>
            <ac:spMk id="77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0:53.605" v="884" actId="1076"/>
          <ac:spMkLst>
            <pc:docMk/>
            <pc:sldMk cId="0" sldId="304"/>
            <ac:spMk id="78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1:15.953" v="887" actId="1076"/>
          <ac:spMkLst>
            <pc:docMk/>
            <pc:sldMk cId="0" sldId="304"/>
            <ac:spMk id="87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1:07.792" v="885" actId="1076"/>
          <ac:spMkLst>
            <pc:docMk/>
            <pc:sldMk cId="0" sldId="304"/>
            <ac:spMk id="88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1:11.658" v="886" actId="1076"/>
          <ac:spMkLst>
            <pc:docMk/>
            <pc:sldMk cId="0" sldId="304"/>
            <ac:spMk id="90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1:31.395" v="888" actId="21"/>
          <ac:spMkLst>
            <pc:docMk/>
            <pc:sldMk cId="0" sldId="304"/>
            <ac:spMk id="98" creationId="{00000000-0000-0000-0000-000000000000}"/>
          </ac:spMkLst>
        </pc:spChg>
      </pc:sldChg>
      <pc:sldChg chg="delSp modSp mod">
        <pc:chgData name="anwar khan" userId="04510b0218625f80" providerId="LiveId" clId="{11DE2245-8173-4F81-B170-15860036FF58}" dt="2024-11-19T00:31:25.510" v="936" actId="1076"/>
        <pc:sldMkLst>
          <pc:docMk/>
          <pc:sldMk cId="0" sldId="305"/>
        </pc:sldMkLst>
        <pc:spChg chg="del">
          <ac:chgData name="anwar khan" userId="04510b0218625f80" providerId="LiveId" clId="{11DE2245-8173-4F81-B170-15860036FF58}" dt="2024-11-18T23:54:15.758" v="844" actId="21"/>
          <ac:spMkLst>
            <pc:docMk/>
            <pc:sldMk cId="0" sldId="305"/>
            <ac:spMk id="2" creationId="{00000000-0000-0000-0000-000000000000}"/>
          </ac:spMkLst>
        </pc:spChg>
        <pc:spChg chg="mod">
          <ac:chgData name="anwar khan" userId="04510b0218625f80" providerId="LiveId" clId="{11DE2245-8173-4F81-B170-15860036FF58}" dt="2024-11-19T00:31:25.510" v="936" actId="1076"/>
          <ac:spMkLst>
            <pc:docMk/>
            <pc:sldMk cId="0" sldId="305"/>
            <ac:spMk id="77" creationId="{00000000-0000-0000-0000-000000000000}"/>
          </ac:spMkLst>
        </pc:spChg>
        <pc:spChg chg="mod">
          <ac:chgData name="anwar khan" userId="04510b0218625f80" providerId="LiveId" clId="{11DE2245-8173-4F81-B170-15860036FF58}" dt="2024-11-19T00:31:10.863" v="935" actId="1076"/>
          <ac:spMkLst>
            <pc:docMk/>
            <pc:sldMk cId="0" sldId="305"/>
            <ac:spMk id="88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1:39.424" v="889" actId="21"/>
          <ac:spMkLst>
            <pc:docMk/>
            <pc:sldMk cId="0" sldId="305"/>
            <ac:spMk id="99" creationId="{00000000-0000-0000-0000-000000000000}"/>
          </ac:spMkLst>
        </pc:spChg>
      </pc:sldChg>
      <pc:sldChg chg="delSp modSp mod">
        <pc:chgData name="anwar khan" userId="04510b0218625f80" providerId="LiveId" clId="{11DE2245-8173-4F81-B170-15860036FF58}" dt="2024-11-19T00:02:30.572" v="893" actId="21"/>
        <pc:sldMkLst>
          <pc:docMk/>
          <pc:sldMk cId="0" sldId="306"/>
        </pc:sldMkLst>
        <pc:spChg chg="del">
          <ac:chgData name="anwar khan" userId="04510b0218625f80" providerId="LiveId" clId="{11DE2245-8173-4F81-B170-15860036FF58}" dt="2024-11-18T23:54:26.424" v="845" actId="21"/>
          <ac:spMkLst>
            <pc:docMk/>
            <pc:sldMk cId="0" sldId="306"/>
            <ac:spMk id="2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2:14.236" v="892" actId="1076"/>
          <ac:spMkLst>
            <pc:docMk/>
            <pc:sldMk cId="0" sldId="306"/>
            <ac:spMk id="77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2:05.840" v="890" actId="1076"/>
          <ac:spMkLst>
            <pc:docMk/>
            <pc:sldMk cId="0" sldId="306"/>
            <ac:spMk id="78" creationId="{00000000-0000-0000-0000-000000000000}"/>
          </ac:spMkLst>
        </pc:spChg>
        <pc:spChg chg="mod">
          <ac:chgData name="anwar khan" userId="04510b0218625f80" providerId="LiveId" clId="{11DE2245-8173-4F81-B170-15860036FF58}" dt="2024-11-19T00:02:10.013" v="891" actId="1076"/>
          <ac:spMkLst>
            <pc:docMk/>
            <pc:sldMk cId="0" sldId="306"/>
            <ac:spMk id="79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2:30.572" v="893" actId="21"/>
          <ac:spMkLst>
            <pc:docMk/>
            <pc:sldMk cId="0" sldId="306"/>
            <ac:spMk id="94" creationId="{00000000-0000-0000-0000-000000000000}"/>
          </ac:spMkLst>
        </pc:spChg>
      </pc:sldChg>
      <pc:sldChg chg="delSp modSp del mod">
        <pc:chgData name="anwar khan" userId="04510b0218625f80" providerId="LiveId" clId="{11DE2245-8173-4F81-B170-15860036FF58}" dt="2024-11-19T00:28:39.125" v="924" actId="2696"/>
        <pc:sldMkLst>
          <pc:docMk/>
          <pc:sldMk cId="0" sldId="307"/>
        </pc:sldMkLst>
        <pc:spChg chg="del">
          <ac:chgData name="anwar khan" userId="04510b0218625f80" providerId="LiveId" clId="{11DE2245-8173-4F81-B170-15860036FF58}" dt="2024-11-18T23:55:11.528" v="849" actId="21"/>
          <ac:spMkLst>
            <pc:docMk/>
            <pc:sldMk cId="0" sldId="307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5:35.813" v="852" actId="21"/>
          <ac:spMkLst>
            <pc:docMk/>
            <pc:sldMk cId="0" sldId="307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5:21.819" v="850" actId="21"/>
          <ac:spMkLst>
            <pc:docMk/>
            <pc:sldMk cId="0" sldId="307"/>
            <ac:spMk id="4" creationId="{00000000-0000-0000-0000-000000000000}"/>
          </ac:spMkLst>
        </pc:spChg>
        <pc:picChg chg="mod">
          <ac:chgData name="anwar khan" userId="04510b0218625f80" providerId="LiveId" clId="{11DE2245-8173-4F81-B170-15860036FF58}" dt="2024-11-18T23:55:38.453" v="853" actId="1076"/>
          <ac:picMkLst>
            <pc:docMk/>
            <pc:sldMk cId="0" sldId="307"/>
            <ac:picMk id="75" creationId="{00000000-0000-0000-0000-000000000000}"/>
          </ac:picMkLst>
        </pc:picChg>
      </pc:sldChg>
      <pc:sldChg chg="delSp modSp del mod">
        <pc:chgData name="anwar khan" userId="04510b0218625f80" providerId="LiveId" clId="{11DE2245-8173-4F81-B170-15860036FF58}" dt="2024-11-19T00:28:42.391" v="925" actId="2696"/>
        <pc:sldMkLst>
          <pc:docMk/>
          <pc:sldMk cId="0" sldId="308"/>
        </pc:sldMkLst>
        <pc:spChg chg="del">
          <ac:chgData name="anwar khan" userId="04510b0218625f80" providerId="LiveId" clId="{11DE2245-8173-4F81-B170-15860036FF58}" dt="2024-11-18T23:56:49.244" v="859" actId="21"/>
          <ac:spMkLst>
            <pc:docMk/>
            <pc:sldMk cId="0" sldId="308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7:00.377" v="862" actId="21"/>
          <ac:spMkLst>
            <pc:docMk/>
            <pc:sldMk cId="0" sldId="308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6:54.017" v="860" actId="21"/>
          <ac:spMkLst>
            <pc:docMk/>
            <pc:sldMk cId="0" sldId="308"/>
            <ac:spMk id="4" creationId="{00000000-0000-0000-0000-000000000000}"/>
          </ac:spMkLst>
        </pc:spChg>
        <pc:picChg chg="mod">
          <ac:chgData name="anwar khan" userId="04510b0218625f80" providerId="LiveId" clId="{11DE2245-8173-4F81-B170-15860036FF58}" dt="2024-11-18T23:57:05.192" v="863" actId="1076"/>
          <ac:picMkLst>
            <pc:docMk/>
            <pc:sldMk cId="0" sldId="308"/>
            <ac:picMk id="75" creationId="{00000000-0000-0000-0000-000000000000}"/>
          </ac:picMkLst>
        </pc:picChg>
      </pc:sldChg>
      <pc:sldChg chg="delSp modSp del mod">
        <pc:chgData name="anwar khan" userId="04510b0218625f80" providerId="LiveId" clId="{11DE2245-8173-4F81-B170-15860036FF58}" dt="2024-11-19T00:28:54.876" v="926" actId="2696"/>
        <pc:sldMkLst>
          <pc:docMk/>
          <pc:sldMk cId="0" sldId="309"/>
        </pc:sldMkLst>
        <pc:spChg chg="del">
          <ac:chgData name="anwar khan" userId="04510b0218625f80" providerId="LiveId" clId="{11DE2245-8173-4F81-B170-15860036FF58}" dt="2024-11-18T23:55:57.095" v="854" actId="21"/>
          <ac:spMkLst>
            <pc:docMk/>
            <pc:sldMk cId="0" sldId="309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6:03.037" v="856" actId="21"/>
          <ac:spMkLst>
            <pc:docMk/>
            <pc:sldMk cId="0" sldId="309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6:06.739" v="857" actId="21"/>
          <ac:spMkLst>
            <pc:docMk/>
            <pc:sldMk cId="0" sldId="309"/>
            <ac:spMk id="4" creationId="{00000000-0000-0000-0000-000000000000}"/>
          </ac:spMkLst>
        </pc:spChg>
        <pc:picChg chg="mod">
          <ac:chgData name="anwar khan" userId="04510b0218625f80" providerId="LiveId" clId="{11DE2245-8173-4F81-B170-15860036FF58}" dt="2024-11-18T23:56:08.358" v="858" actId="1076"/>
          <ac:picMkLst>
            <pc:docMk/>
            <pc:sldMk cId="0" sldId="309"/>
            <ac:picMk id="75" creationId="{00000000-0000-0000-0000-000000000000}"/>
          </ac:picMkLst>
        </pc:picChg>
      </pc:sldChg>
      <pc:sldChg chg="delSp del mod">
        <pc:chgData name="anwar khan" userId="04510b0218625f80" providerId="LiveId" clId="{11DE2245-8173-4F81-B170-15860036FF58}" dt="2024-11-19T00:28:58.073" v="927" actId="2696"/>
        <pc:sldMkLst>
          <pc:docMk/>
          <pc:sldMk cId="0" sldId="310"/>
        </pc:sldMkLst>
        <pc:spChg chg="del">
          <ac:chgData name="anwar khan" userId="04510b0218625f80" providerId="LiveId" clId="{11DE2245-8173-4F81-B170-15860036FF58}" dt="2024-11-18T23:57:23.610" v="864" actId="21"/>
          <ac:spMkLst>
            <pc:docMk/>
            <pc:sldMk cId="0" sldId="310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3:43.872" v="896" actId="21"/>
          <ac:spMkLst>
            <pc:docMk/>
            <pc:sldMk cId="0" sldId="310"/>
            <ac:spMk id="84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9T00:29:00.781" v="928" actId="2696"/>
        <pc:sldMkLst>
          <pc:docMk/>
          <pc:sldMk cId="0" sldId="311"/>
        </pc:sldMkLst>
        <pc:spChg chg="del">
          <ac:chgData name="anwar khan" userId="04510b0218625f80" providerId="LiveId" clId="{11DE2245-8173-4F81-B170-15860036FF58}" dt="2024-11-18T23:57:32.638" v="865" actId="21"/>
          <ac:spMkLst>
            <pc:docMk/>
            <pc:sldMk cId="0" sldId="311"/>
            <ac:spMk id="2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9T00:29:05.628" v="929" actId="2696"/>
        <pc:sldMkLst>
          <pc:docMk/>
          <pc:sldMk cId="0" sldId="312"/>
        </pc:sldMkLst>
        <pc:spChg chg="del">
          <ac:chgData name="anwar khan" userId="04510b0218625f80" providerId="LiveId" clId="{11DE2245-8173-4F81-B170-15860036FF58}" dt="2024-11-18T23:57:39.852" v="866" actId="21"/>
          <ac:spMkLst>
            <pc:docMk/>
            <pc:sldMk cId="0" sldId="312"/>
            <ac:spMk id="2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9T00:29:08.516" v="930" actId="2696"/>
        <pc:sldMkLst>
          <pc:docMk/>
          <pc:sldMk cId="0" sldId="313"/>
        </pc:sldMkLst>
        <pc:spChg chg="del">
          <ac:chgData name="anwar khan" userId="04510b0218625f80" providerId="LiveId" clId="{11DE2245-8173-4F81-B170-15860036FF58}" dt="2024-11-18T23:57:47.986" v="867" actId="21"/>
          <ac:spMkLst>
            <pc:docMk/>
            <pc:sldMk cId="0" sldId="313"/>
            <ac:spMk id="2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9T00:29:11.641" v="931" actId="2696"/>
        <pc:sldMkLst>
          <pc:docMk/>
          <pc:sldMk cId="0" sldId="314"/>
        </pc:sldMkLst>
        <pc:spChg chg="del">
          <ac:chgData name="anwar khan" userId="04510b0218625f80" providerId="LiveId" clId="{11DE2245-8173-4F81-B170-15860036FF58}" dt="2024-11-18T23:57:54.342" v="868" actId="21"/>
          <ac:spMkLst>
            <pc:docMk/>
            <pc:sldMk cId="0" sldId="314"/>
            <ac:spMk id="2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9T00:29:14.468" v="932" actId="2696"/>
        <pc:sldMkLst>
          <pc:docMk/>
          <pc:sldMk cId="0" sldId="315"/>
        </pc:sldMkLst>
        <pc:spChg chg="del">
          <ac:chgData name="anwar khan" userId="04510b0218625f80" providerId="LiveId" clId="{11DE2245-8173-4F81-B170-15860036FF58}" dt="2024-11-18T23:58:07.738" v="869" actId="21"/>
          <ac:spMkLst>
            <pc:docMk/>
            <pc:sldMk cId="0" sldId="315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3:55.859" v="897" actId="21"/>
          <ac:spMkLst>
            <pc:docMk/>
            <pc:sldMk cId="0" sldId="315"/>
            <ac:spMk id="98" creationId="{00000000-0000-0000-0000-000000000000}"/>
          </ac:spMkLst>
        </pc:spChg>
      </pc:sldChg>
      <pc:sldChg chg="delSp del mod">
        <pc:chgData name="anwar khan" userId="04510b0218625f80" providerId="LiveId" clId="{11DE2245-8173-4F81-B170-15860036FF58}" dt="2024-11-19T00:29:28.728" v="933" actId="2696"/>
        <pc:sldMkLst>
          <pc:docMk/>
          <pc:sldMk cId="0" sldId="316"/>
        </pc:sldMkLst>
        <pc:spChg chg="del">
          <ac:chgData name="anwar khan" userId="04510b0218625f80" providerId="LiveId" clId="{11DE2245-8173-4F81-B170-15860036FF58}" dt="2024-11-18T23:58:14.731" v="870" actId="21"/>
          <ac:spMkLst>
            <pc:docMk/>
            <pc:sldMk cId="0" sldId="316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8:20.001" v="871" actId="21"/>
          <ac:spMkLst>
            <pc:docMk/>
            <pc:sldMk cId="0" sldId="316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4:04.783" v="898" actId="21"/>
          <ac:spMkLst>
            <pc:docMk/>
            <pc:sldMk cId="0" sldId="316"/>
            <ac:spMk id="81" creationId="{00000000-0000-0000-0000-000000000000}"/>
          </ac:spMkLst>
        </pc:spChg>
      </pc:sldChg>
      <pc:sldChg chg="delSp modSp mod">
        <pc:chgData name="anwar khan" userId="04510b0218625f80" providerId="LiveId" clId="{11DE2245-8173-4F81-B170-15860036FF58}" dt="2024-11-19T00:30:58.056" v="934" actId="1076"/>
        <pc:sldMkLst>
          <pc:docMk/>
          <pc:sldMk cId="0" sldId="317"/>
        </pc:sldMkLst>
        <pc:spChg chg="del">
          <ac:chgData name="anwar khan" userId="04510b0218625f80" providerId="LiveId" clId="{11DE2245-8173-4F81-B170-15860036FF58}" dt="2024-11-18T23:58:26.115" v="872" actId="21"/>
          <ac:spMkLst>
            <pc:docMk/>
            <pc:sldMk cId="0" sldId="317"/>
            <ac:spMk id="2" creationId="{00000000-0000-0000-0000-000000000000}"/>
          </ac:spMkLst>
        </pc:spChg>
        <pc:spChg chg="mod">
          <ac:chgData name="anwar khan" userId="04510b0218625f80" providerId="LiveId" clId="{11DE2245-8173-4F81-B170-15860036FF58}" dt="2024-11-19T00:30:58.056" v="934" actId="1076"/>
          <ac:spMkLst>
            <pc:docMk/>
            <pc:sldMk cId="0" sldId="317"/>
            <ac:spMk id="78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4:23.425" v="899" actId="21"/>
          <ac:spMkLst>
            <pc:docMk/>
            <pc:sldMk cId="0" sldId="317"/>
            <ac:spMk id="91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4:31.838" v="900" actId="21"/>
        <pc:sldMkLst>
          <pc:docMk/>
          <pc:sldMk cId="0" sldId="318"/>
        </pc:sldMkLst>
        <pc:spChg chg="del">
          <ac:chgData name="anwar khan" userId="04510b0218625f80" providerId="LiveId" clId="{11DE2245-8173-4F81-B170-15860036FF58}" dt="2024-11-18T23:58:34.645" v="873" actId="21"/>
          <ac:spMkLst>
            <pc:docMk/>
            <pc:sldMk cId="0" sldId="318"/>
            <ac:spMk id="2" creationId="{00000000-0000-0000-0000-000000000000}"/>
          </ac:spMkLst>
        </pc:spChg>
        <pc:grpChg chg="del">
          <ac:chgData name="anwar khan" userId="04510b0218625f80" providerId="LiveId" clId="{11DE2245-8173-4F81-B170-15860036FF58}" dt="2024-11-19T00:04:31.838" v="900" actId="21"/>
          <ac:grpSpMkLst>
            <pc:docMk/>
            <pc:sldMk cId="0" sldId="318"/>
            <ac:grpSpMk id="76" creationId="{00000000-0000-0000-0000-000000000000}"/>
          </ac:grpSpMkLst>
        </pc:grpChg>
      </pc:sldChg>
      <pc:sldChg chg="delSp mod">
        <pc:chgData name="anwar khan" userId="04510b0218625f80" providerId="LiveId" clId="{11DE2245-8173-4F81-B170-15860036FF58}" dt="2024-11-19T00:04:40.989" v="901" actId="21"/>
        <pc:sldMkLst>
          <pc:docMk/>
          <pc:sldMk cId="0" sldId="319"/>
        </pc:sldMkLst>
        <pc:spChg chg="del">
          <ac:chgData name="anwar khan" userId="04510b0218625f80" providerId="LiveId" clId="{11DE2245-8173-4F81-B170-15860036FF58}" dt="2024-11-18T23:58:48.490" v="874" actId="21"/>
          <ac:spMkLst>
            <pc:docMk/>
            <pc:sldMk cId="0" sldId="319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4:40.989" v="901" actId="21"/>
          <ac:spMkLst>
            <pc:docMk/>
            <pc:sldMk cId="0" sldId="319"/>
            <ac:spMk id="82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4:47.358" v="902" actId="21"/>
        <pc:sldMkLst>
          <pc:docMk/>
          <pc:sldMk cId="0" sldId="320"/>
        </pc:sldMkLst>
        <pc:spChg chg="del">
          <ac:chgData name="anwar khan" userId="04510b0218625f80" providerId="LiveId" clId="{11DE2245-8173-4F81-B170-15860036FF58}" dt="2024-11-18T23:58:57.179" v="875" actId="21"/>
          <ac:spMkLst>
            <pc:docMk/>
            <pc:sldMk cId="0" sldId="320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4:47.358" v="902" actId="21"/>
          <ac:spMkLst>
            <pc:docMk/>
            <pc:sldMk cId="0" sldId="320"/>
            <ac:spMk id="82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4:56.524" v="903" actId="21"/>
        <pc:sldMkLst>
          <pc:docMk/>
          <pc:sldMk cId="0" sldId="321"/>
        </pc:sldMkLst>
        <pc:spChg chg="del">
          <ac:chgData name="anwar khan" userId="04510b0218625f80" providerId="LiveId" clId="{11DE2245-8173-4F81-B170-15860036FF58}" dt="2024-11-18T23:59:10.696" v="877" actId="21"/>
          <ac:spMkLst>
            <pc:docMk/>
            <pc:sldMk cId="0" sldId="321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9:05.385" v="876" actId="21"/>
          <ac:spMkLst>
            <pc:docMk/>
            <pc:sldMk cId="0" sldId="321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4:56.524" v="903" actId="21"/>
          <ac:spMkLst>
            <pc:docMk/>
            <pc:sldMk cId="0" sldId="321"/>
            <ac:spMk id="90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6:11.593" v="904" actId="21"/>
        <pc:sldMkLst>
          <pc:docMk/>
          <pc:sldMk cId="0" sldId="322"/>
        </pc:sldMkLst>
        <pc:spChg chg="del">
          <ac:chgData name="anwar khan" userId="04510b0218625f80" providerId="LiveId" clId="{11DE2245-8173-4F81-B170-15860036FF58}" dt="2024-11-18T23:59:21.730" v="879" actId="21"/>
          <ac:spMkLst>
            <pc:docMk/>
            <pc:sldMk cId="0" sldId="322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9:17.245" v="878" actId="21"/>
          <ac:spMkLst>
            <pc:docMk/>
            <pc:sldMk cId="0" sldId="322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6:11.593" v="904" actId="21"/>
          <ac:spMkLst>
            <pc:docMk/>
            <pc:sldMk cId="0" sldId="322"/>
            <ac:spMk id="88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6:18.713" v="905" actId="21"/>
        <pc:sldMkLst>
          <pc:docMk/>
          <pc:sldMk cId="0" sldId="323"/>
        </pc:sldMkLst>
        <pc:spChg chg="del">
          <ac:chgData name="anwar khan" userId="04510b0218625f80" providerId="LiveId" clId="{11DE2245-8173-4F81-B170-15860036FF58}" dt="2024-11-18T23:59:27.035" v="880" actId="21"/>
          <ac:spMkLst>
            <pc:docMk/>
            <pc:sldMk cId="0" sldId="323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8T23:59:30.911" v="881" actId="21"/>
          <ac:spMkLst>
            <pc:docMk/>
            <pc:sldMk cId="0" sldId="323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6:18.713" v="905" actId="21"/>
          <ac:spMkLst>
            <pc:docMk/>
            <pc:sldMk cId="0" sldId="323"/>
            <ac:spMk id="88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6:29.769" v="907" actId="21"/>
        <pc:sldMkLst>
          <pc:docMk/>
          <pc:sldMk cId="0" sldId="324"/>
        </pc:sldMkLst>
        <pc:spChg chg="del">
          <ac:chgData name="anwar khan" userId="04510b0218625f80" providerId="LiveId" clId="{11DE2245-8173-4F81-B170-15860036FF58}" dt="2024-11-19T00:06:26.169" v="906" actId="21"/>
          <ac:spMkLst>
            <pc:docMk/>
            <pc:sldMk cId="0" sldId="324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6:29.769" v="907" actId="21"/>
          <ac:spMkLst>
            <pc:docMk/>
            <pc:sldMk cId="0" sldId="324"/>
            <ac:spMk id="4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6:48.008" v="910" actId="21"/>
        <pc:sldMkLst>
          <pc:docMk/>
          <pc:sldMk cId="0" sldId="325"/>
        </pc:sldMkLst>
        <pc:spChg chg="del">
          <ac:chgData name="anwar khan" userId="04510b0218625f80" providerId="LiveId" clId="{11DE2245-8173-4F81-B170-15860036FF58}" dt="2024-11-19T00:06:38.676" v="909" actId="21"/>
          <ac:spMkLst>
            <pc:docMk/>
            <pc:sldMk cId="0" sldId="325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6:34.445" v="908" actId="21"/>
          <ac:spMkLst>
            <pc:docMk/>
            <pc:sldMk cId="0" sldId="325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6:48.008" v="910" actId="21"/>
          <ac:spMkLst>
            <pc:docMk/>
            <pc:sldMk cId="0" sldId="325"/>
            <ac:spMk id="88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7:02.856" v="913" actId="21"/>
        <pc:sldMkLst>
          <pc:docMk/>
          <pc:sldMk cId="0" sldId="326"/>
        </pc:sldMkLst>
        <pc:spChg chg="del">
          <ac:chgData name="anwar khan" userId="04510b0218625f80" providerId="LiveId" clId="{11DE2245-8173-4F81-B170-15860036FF58}" dt="2024-11-19T00:06:56.744" v="912" actId="21"/>
          <ac:spMkLst>
            <pc:docMk/>
            <pc:sldMk cId="0" sldId="326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6:53.166" v="911" actId="21"/>
          <ac:spMkLst>
            <pc:docMk/>
            <pc:sldMk cId="0" sldId="326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7:02.856" v="913" actId="21"/>
          <ac:spMkLst>
            <pc:docMk/>
            <pc:sldMk cId="0" sldId="326"/>
            <ac:spMk id="88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7:20.632" v="916" actId="21"/>
        <pc:sldMkLst>
          <pc:docMk/>
          <pc:sldMk cId="0" sldId="327"/>
        </pc:sldMkLst>
        <pc:spChg chg="del">
          <ac:chgData name="anwar khan" userId="04510b0218625f80" providerId="LiveId" clId="{11DE2245-8173-4F81-B170-15860036FF58}" dt="2024-11-19T00:07:15.508" v="915" actId="21"/>
          <ac:spMkLst>
            <pc:docMk/>
            <pc:sldMk cId="0" sldId="327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7:10.591" v="914" actId="21"/>
          <ac:spMkLst>
            <pc:docMk/>
            <pc:sldMk cId="0" sldId="327"/>
            <ac:spMk id="4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7:20.632" v="916" actId="21"/>
          <ac:spMkLst>
            <pc:docMk/>
            <pc:sldMk cId="0" sldId="327"/>
            <ac:spMk id="90" creationId="{00000000-0000-0000-0000-000000000000}"/>
          </ac:spMkLst>
        </pc:spChg>
      </pc:sldChg>
      <pc:sldChg chg="delSp mod">
        <pc:chgData name="anwar khan" userId="04510b0218625f80" providerId="LiveId" clId="{11DE2245-8173-4F81-B170-15860036FF58}" dt="2024-11-19T00:07:33.459" v="918" actId="21"/>
        <pc:sldMkLst>
          <pc:docMk/>
          <pc:sldMk cId="0" sldId="328"/>
        </pc:sldMkLst>
        <pc:spChg chg="del">
          <ac:chgData name="anwar khan" userId="04510b0218625f80" providerId="LiveId" clId="{11DE2245-8173-4F81-B170-15860036FF58}" dt="2024-11-19T00:07:29.236" v="917" actId="21"/>
          <ac:spMkLst>
            <pc:docMk/>
            <pc:sldMk cId="0" sldId="328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7:33.459" v="918" actId="21"/>
          <ac:spMkLst>
            <pc:docMk/>
            <pc:sldMk cId="0" sldId="328"/>
            <ac:spMk id="85" creationId="{00000000-0000-0000-0000-000000000000}"/>
          </ac:spMkLst>
        </pc:spChg>
      </pc:sldChg>
      <pc:sldChg chg="delSp modSp mod">
        <pc:chgData name="anwar khan" userId="04510b0218625f80" providerId="LiveId" clId="{11DE2245-8173-4F81-B170-15860036FF58}" dt="2024-11-19T00:08:02.923" v="923" actId="1076"/>
        <pc:sldMkLst>
          <pc:docMk/>
          <pc:sldMk cId="0" sldId="329"/>
        </pc:sldMkLst>
        <pc:spChg chg="del">
          <ac:chgData name="anwar khan" userId="04510b0218625f80" providerId="LiveId" clId="{11DE2245-8173-4F81-B170-15860036FF58}" dt="2024-11-19T00:08:01.220" v="922" actId="21"/>
          <ac:spMkLst>
            <pc:docMk/>
            <pc:sldMk cId="0" sldId="329"/>
            <ac:spMk id="2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7:40.174" v="919" actId="21"/>
          <ac:spMkLst>
            <pc:docMk/>
            <pc:sldMk cId="0" sldId="329"/>
            <ac:spMk id="3" creationId="{00000000-0000-0000-0000-000000000000}"/>
          </ac:spMkLst>
        </pc:spChg>
        <pc:spChg chg="del">
          <ac:chgData name="anwar khan" userId="04510b0218625f80" providerId="LiveId" clId="{11DE2245-8173-4F81-B170-15860036FF58}" dt="2024-11-19T00:07:46.500" v="920" actId="21"/>
          <ac:spMkLst>
            <pc:docMk/>
            <pc:sldMk cId="0" sldId="329"/>
            <ac:spMk id="85" creationId="{00000000-0000-0000-0000-000000000000}"/>
          </ac:spMkLst>
        </pc:spChg>
        <pc:picChg chg="mod">
          <ac:chgData name="anwar khan" userId="04510b0218625f80" providerId="LiveId" clId="{11DE2245-8173-4F81-B170-15860036FF58}" dt="2024-11-19T00:08:02.923" v="923" actId="1076"/>
          <ac:picMkLst>
            <pc:docMk/>
            <pc:sldMk cId="0" sldId="329"/>
            <ac:picMk id="80" creationId="{00000000-0000-0000-0000-000000000000}"/>
          </ac:picMkLst>
        </pc:picChg>
      </pc:sldChg>
      <pc:sldChg chg="delSp modSp add mod ord">
        <pc:chgData name="anwar khan" userId="04510b0218625f80" providerId="LiveId" clId="{11DE2245-8173-4F81-B170-15860036FF58}" dt="2024-11-18T23:46:41.335" v="823"/>
        <pc:sldMkLst>
          <pc:docMk/>
          <pc:sldMk cId="644458025" sldId="424"/>
        </pc:sldMkLst>
        <pc:spChg chg="del">
          <ac:chgData name="anwar khan" userId="04510b0218625f80" providerId="LiveId" clId="{11DE2245-8173-4F81-B170-15860036FF58}" dt="2024-11-18T15:26:31.226" v="112" actId="21"/>
          <ac:spMkLst>
            <pc:docMk/>
            <pc:sldMk cId="644458025" sldId="424"/>
            <ac:spMk id="2" creationId="{C40217F2-A4A2-53A9-BFF1-A7842C5D2646}"/>
          </ac:spMkLst>
        </pc:spChg>
        <pc:spChg chg="mod">
          <ac:chgData name="anwar khan" userId="04510b0218625f80" providerId="LiveId" clId="{11DE2245-8173-4F81-B170-15860036FF58}" dt="2024-11-18T23:37:51.824" v="516" actId="5793"/>
          <ac:spMkLst>
            <pc:docMk/>
            <pc:sldMk cId="644458025" sldId="424"/>
            <ac:spMk id="72" creationId="{0B67CE5F-D17E-A6F0-9969-9993848E955D}"/>
          </ac:spMkLst>
        </pc:spChg>
        <pc:spChg chg="mod">
          <ac:chgData name="anwar khan" userId="04510b0218625f80" providerId="LiveId" clId="{11DE2245-8173-4F81-B170-15860036FF58}" dt="2024-11-18T23:45:57.021" v="819" actId="20577"/>
          <ac:spMkLst>
            <pc:docMk/>
            <pc:sldMk cId="644458025" sldId="424"/>
            <ac:spMk id="73" creationId="{2D5A24E7-686E-56DE-E8A7-ACE669F6A80B}"/>
          </ac:spMkLst>
        </pc:spChg>
        <pc:picChg chg="del">
          <ac:chgData name="anwar khan" userId="04510b0218625f80" providerId="LiveId" clId="{11DE2245-8173-4F81-B170-15860036FF58}" dt="2024-11-18T15:26:23.242" v="111" actId="478"/>
          <ac:picMkLst>
            <pc:docMk/>
            <pc:sldMk cId="644458025" sldId="424"/>
            <ac:picMk id="74" creationId="{1C373594-77BE-E3AB-330C-87F3885C6AA6}"/>
          </ac:picMkLst>
        </pc:picChg>
      </pc:sldChg>
      <pc:sldChg chg="modSp add mod">
        <pc:chgData name="anwar khan" userId="04510b0218625f80" providerId="LiveId" clId="{11DE2245-8173-4F81-B170-15860036FF58}" dt="2024-11-18T23:37:38.818" v="498" actId="20577"/>
        <pc:sldMkLst>
          <pc:docMk/>
          <pc:sldMk cId="2791901884" sldId="425"/>
        </pc:sldMkLst>
        <pc:spChg chg="mod">
          <ac:chgData name="anwar khan" userId="04510b0218625f80" providerId="LiveId" clId="{11DE2245-8173-4F81-B170-15860036FF58}" dt="2024-11-18T23:37:38.818" v="498" actId="20577"/>
          <ac:spMkLst>
            <pc:docMk/>
            <pc:sldMk cId="2791901884" sldId="425"/>
            <ac:spMk id="72" creationId="{ABE19393-226D-2337-F954-5DDB91CEE60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0" dirty="0"/>
              <a:t>65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0" dirty="0"/>
              <a:t>65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0" dirty="0"/>
              <a:t>65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0" dirty="0"/>
              <a:t>65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0" dirty="0"/>
              <a:t>65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290" y="129794"/>
            <a:ext cx="5189220" cy="519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7652" y="3128823"/>
            <a:ext cx="2821317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‹#›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0" dirty="0"/>
              <a:t>65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9.xml"/><Relationship Id="rId7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openxmlformats.org/officeDocument/2006/relationships/slide" Target="slide69.xml"/><Relationship Id="rId4" Type="http://schemas.openxmlformats.org/officeDocument/2006/relationships/slide" Target="slide51.xml"/><Relationship Id="rId9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3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4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tat.ucla.edu/~nchristo/statistics100C/history_regression.pdf" TargetMode="External"/><Relationship Id="rId3" Type="http://schemas.openxmlformats.org/officeDocument/2006/relationships/slide" Target="slide9.xml"/><Relationship Id="rId7" Type="http://schemas.openxmlformats.org/officeDocument/2006/relationships/image" Target="../media/image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4" Type="http://schemas.openxmlformats.org/officeDocument/2006/relationships/slide" Target="slide51.xml"/><Relationship Id="rId9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9.xml"/><Relationship Id="rId7" Type="http://schemas.openxmlformats.org/officeDocument/2006/relationships/image" Target="../media/image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10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hyperlink" Target="http://www.stat.ucla.edu/~nchristo/statistics100C/history_regression.pdf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9.xml"/><Relationship Id="rId7" Type="http://schemas.openxmlformats.org/officeDocument/2006/relationships/image" Target="../media/image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10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hyperlink" Target="http://www.stat.ucla.edu/~nchristo/statistics100C/history_regression.pdf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9.xml"/><Relationship Id="rId7" Type="http://schemas.openxmlformats.org/officeDocument/2006/relationships/image" Target="../media/image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slide" Target="slide69.xml"/><Relationship Id="rId10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hyperlink" Target="http://www.stat.ucla.edu/~nchristo/statistics100C/history_regression.pdf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9.xml"/><Relationship Id="rId7" Type="http://schemas.openxmlformats.org/officeDocument/2006/relationships/image" Target="../media/image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11" Type="http://schemas.openxmlformats.org/officeDocument/2006/relationships/slide" Target="slide1.xml"/><Relationship Id="rId5" Type="http://schemas.openxmlformats.org/officeDocument/2006/relationships/slide" Target="slide69.xml"/><Relationship Id="rId10" Type="http://schemas.openxmlformats.org/officeDocument/2006/relationships/hyperlink" Target="http://www.stat.ucla.edu/~nchristo/statistics100C/history_regression.pdf" TargetMode="External"/><Relationship Id="rId4" Type="http://schemas.openxmlformats.org/officeDocument/2006/relationships/slide" Target="slide51.xml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9.xml"/><Relationship Id="rId7" Type="http://schemas.openxmlformats.org/officeDocument/2006/relationships/image" Target="../media/image8.jpg"/><Relationship Id="rId12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11" Type="http://schemas.openxmlformats.org/officeDocument/2006/relationships/hyperlink" Target="http://www.stat.ucla.edu/~nchristo/statistics100C/history_regression.pdf" TargetMode="External"/><Relationship Id="rId5" Type="http://schemas.openxmlformats.org/officeDocument/2006/relationships/slide" Target="slide69.xml"/><Relationship Id="rId10" Type="http://schemas.openxmlformats.org/officeDocument/2006/relationships/image" Target="../media/image11.png"/><Relationship Id="rId4" Type="http://schemas.openxmlformats.org/officeDocument/2006/relationships/slide" Target="slide51.xml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9.xml"/><Relationship Id="rId7" Type="http://schemas.openxmlformats.org/officeDocument/2006/relationships/image" Target="../media/image12.jpg"/><Relationship Id="rId12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16.png"/><Relationship Id="rId5" Type="http://schemas.openxmlformats.org/officeDocument/2006/relationships/slide" Target="slide69.xml"/><Relationship Id="rId10" Type="http://schemas.openxmlformats.org/officeDocument/2006/relationships/image" Target="../media/image15.png"/><Relationship Id="rId4" Type="http://schemas.openxmlformats.org/officeDocument/2006/relationships/slide" Target="slide51.xml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9.xml"/><Relationship Id="rId7" Type="http://schemas.openxmlformats.org/officeDocument/2006/relationships/image" Target="../media/image12.jpg"/><Relationship Id="rId12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16.png"/><Relationship Id="rId5" Type="http://schemas.openxmlformats.org/officeDocument/2006/relationships/slide" Target="slide69.xml"/><Relationship Id="rId10" Type="http://schemas.openxmlformats.org/officeDocument/2006/relationships/image" Target="../media/image15.png"/><Relationship Id="rId4" Type="http://schemas.openxmlformats.org/officeDocument/2006/relationships/slide" Target="slide51.xml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slide" Target="slide9.xml"/><Relationship Id="rId7" Type="http://schemas.openxmlformats.org/officeDocument/2006/relationships/image" Target="../media/image17.jpg"/><Relationship Id="rId12" Type="http://schemas.openxmlformats.org/officeDocument/2006/relationships/image" Target="../media/image2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21.png"/><Relationship Id="rId5" Type="http://schemas.openxmlformats.org/officeDocument/2006/relationships/slide" Target="slide69.xml"/><Relationship Id="rId10" Type="http://schemas.openxmlformats.org/officeDocument/2006/relationships/image" Target="../media/image20.png"/><Relationship Id="rId4" Type="http://schemas.openxmlformats.org/officeDocument/2006/relationships/slide" Target="slide51.xml"/><Relationship Id="rId9" Type="http://schemas.openxmlformats.org/officeDocument/2006/relationships/image" Target="../media/image19.png"/><Relationship Id="rId14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slide" Target="slide9.xml"/><Relationship Id="rId7" Type="http://schemas.openxmlformats.org/officeDocument/2006/relationships/image" Target="../media/image24.jpg"/><Relationship Id="rId12" Type="http://schemas.openxmlformats.org/officeDocument/2006/relationships/image" Target="../media/image2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28.png"/><Relationship Id="rId5" Type="http://schemas.openxmlformats.org/officeDocument/2006/relationships/slide" Target="slide69.xml"/><Relationship Id="rId10" Type="http://schemas.openxmlformats.org/officeDocument/2006/relationships/image" Target="../media/image27.png"/><Relationship Id="rId4" Type="http://schemas.openxmlformats.org/officeDocument/2006/relationships/slide" Target="slide51.xml"/><Relationship Id="rId9" Type="http://schemas.openxmlformats.org/officeDocument/2006/relationships/image" Target="../media/image26.png"/><Relationship Id="rId1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slide" Target="slide9.xml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35.png"/><Relationship Id="rId5" Type="http://schemas.openxmlformats.org/officeDocument/2006/relationships/slide" Target="slide69.xml"/><Relationship Id="rId10" Type="http://schemas.openxmlformats.org/officeDocument/2006/relationships/image" Target="../media/image34.png"/><Relationship Id="rId4" Type="http://schemas.openxmlformats.org/officeDocument/2006/relationships/slide" Target="slide51.xml"/><Relationship Id="rId9" Type="http://schemas.openxmlformats.org/officeDocument/2006/relationships/image" Target="../media/image33.png"/><Relationship Id="rId14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36.png"/><Relationship Id="rId3" Type="http://schemas.openxmlformats.org/officeDocument/2006/relationships/slide" Target="slide9.xml"/><Relationship Id="rId7" Type="http://schemas.openxmlformats.org/officeDocument/2006/relationships/image" Target="../media/image38.png"/><Relationship Id="rId12" Type="http://schemas.openxmlformats.org/officeDocument/2006/relationships/image" Target="../media/image3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34.png"/><Relationship Id="rId5" Type="http://schemas.openxmlformats.org/officeDocument/2006/relationships/slide" Target="slide69.xml"/><Relationship Id="rId15" Type="http://schemas.openxmlformats.org/officeDocument/2006/relationships/slide" Target="slide1.xml"/><Relationship Id="rId10" Type="http://schemas.openxmlformats.org/officeDocument/2006/relationships/image" Target="../media/image31.png"/><Relationship Id="rId4" Type="http://schemas.openxmlformats.org/officeDocument/2006/relationships/slide" Target="slide51.xml"/><Relationship Id="rId9" Type="http://schemas.openxmlformats.org/officeDocument/2006/relationships/image" Target="../media/image40.png"/><Relationship Id="rId1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31.png"/><Relationship Id="rId3" Type="http://schemas.openxmlformats.org/officeDocument/2006/relationships/slide" Target="slide9.xml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slide" Target="slide3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42.png"/><Relationship Id="rId5" Type="http://schemas.openxmlformats.org/officeDocument/2006/relationships/slide" Target="slide69.xml"/><Relationship Id="rId1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slide" Target="slide51.xml"/><Relationship Id="rId9" Type="http://schemas.openxmlformats.org/officeDocument/2006/relationships/image" Target="../media/image40.png"/><Relationship Id="rId1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png"/><Relationship Id="rId3" Type="http://schemas.openxmlformats.org/officeDocument/2006/relationships/slide" Target="slide9.xml"/><Relationship Id="rId7" Type="http://schemas.openxmlformats.org/officeDocument/2006/relationships/image" Target="../media/image38.png"/><Relationship Id="rId12" Type="http://schemas.openxmlformats.org/officeDocument/2006/relationships/image" Target="../media/image47.png"/><Relationship Id="rId2" Type="http://schemas.openxmlformats.org/officeDocument/2006/relationships/slide" Target="slide3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46.png"/><Relationship Id="rId5" Type="http://schemas.openxmlformats.org/officeDocument/2006/relationships/slide" Target="slide69.xml"/><Relationship Id="rId15" Type="http://schemas.openxmlformats.org/officeDocument/2006/relationships/image" Target="../media/image50.png"/><Relationship Id="rId10" Type="http://schemas.openxmlformats.org/officeDocument/2006/relationships/image" Target="../media/image41.png"/><Relationship Id="rId4" Type="http://schemas.openxmlformats.org/officeDocument/2006/relationships/slide" Target="slide51.xml"/><Relationship Id="rId9" Type="http://schemas.openxmlformats.org/officeDocument/2006/relationships/image" Target="../media/image45.png"/><Relationship Id="rId1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5.png"/><Relationship Id="rId18" Type="http://schemas.openxmlformats.org/officeDocument/2006/relationships/image" Target="../media/image59.png"/><Relationship Id="rId3" Type="http://schemas.openxmlformats.org/officeDocument/2006/relationships/slide" Target="slide9.xml"/><Relationship Id="rId7" Type="http://schemas.openxmlformats.org/officeDocument/2006/relationships/image" Target="../media/image38.png"/><Relationship Id="rId12" Type="http://schemas.openxmlformats.org/officeDocument/2006/relationships/image" Target="../media/image54.png"/><Relationship Id="rId17" Type="http://schemas.openxmlformats.org/officeDocument/2006/relationships/image" Target="../media/image58.png"/><Relationship Id="rId2" Type="http://schemas.openxmlformats.org/officeDocument/2006/relationships/slide" Target="slide3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11" Type="http://schemas.openxmlformats.org/officeDocument/2006/relationships/image" Target="../media/image41.png"/><Relationship Id="rId5" Type="http://schemas.openxmlformats.org/officeDocument/2006/relationships/slide" Target="slide69.xml"/><Relationship Id="rId15" Type="http://schemas.openxmlformats.org/officeDocument/2006/relationships/image" Target="../media/image48.png"/><Relationship Id="rId10" Type="http://schemas.openxmlformats.org/officeDocument/2006/relationships/image" Target="../media/image53.png"/><Relationship Id="rId19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image" Target="../media/image52.png"/><Relationship Id="rId1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60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6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6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slide" Target="slide9.xml"/><Relationship Id="rId7" Type="http://schemas.openxmlformats.org/officeDocument/2006/relationships/image" Target="../media/image6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5" Type="http://schemas.openxmlformats.org/officeDocument/2006/relationships/slide" Target="slide69.xml"/><Relationship Id="rId4" Type="http://schemas.openxmlformats.org/officeDocument/2006/relationships/slide" Target="slide51.xml"/><Relationship Id="rId9" Type="http://schemas.openxmlformats.org/officeDocument/2006/relationships/slide" Target="slide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8.xml"/><Relationship Id="rId11" Type="http://schemas.openxmlformats.org/officeDocument/2006/relationships/image" Target="../media/image67.png"/><Relationship Id="rId5" Type="http://schemas.openxmlformats.org/officeDocument/2006/relationships/slide" Target="slide69.xml"/><Relationship Id="rId10" Type="http://schemas.openxmlformats.org/officeDocument/2006/relationships/image" Target="../media/image66.png"/><Relationship Id="rId4" Type="http://schemas.openxmlformats.org/officeDocument/2006/relationships/slide" Target="slide51.xml"/><Relationship Id="rId9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69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0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2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3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4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5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6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7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9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8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81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82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slide" Target="slide9.xml"/><Relationship Id="rId7" Type="http://schemas.openxmlformats.org/officeDocument/2006/relationships/image" Target="../media/image8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5" Type="http://schemas.openxmlformats.org/officeDocument/2006/relationships/slide" Target="slide69.xml"/><Relationship Id="rId4" Type="http://schemas.openxmlformats.org/officeDocument/2006/relationships/slide" Target="slide51.xml"/><Relationship Id="rId9" Type="http://schemas.openxmlformats.org/officeDocument/2006/relationships/slide" Target="slide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slide" Target="slide9.xml"/><Relationship Id="rId7" Type="http://schemas.openxmlformats.org/officeDocument/2006/relationships/image" Target="../media/image8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5" Type="http://schemas.openxmlformats.org/officeDocument/2006/relationships/slide" Target="slide69.xml"/><Relationship Id="rId4" Type="http://schemas.openxmlformats.org/officeDocument/2006/relationships/slide" Target="slide51.xml"/><Relationship Id="rId9" Type="http://schemas.openxmlformats.org/officeDocument/2006/relationships/slide" Target="slide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slide" Target="slide9.xml"/><Relationship Id="rId7" Type="http://schemas.openxmlformats.org/officeDocument/2006/relationships/image" Target="../media/image8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5" Type="http://schemas.openxmlformats.org/officeDocument/2006/relationships/slide" Target="slide69.xml"/><Relationship Id="rId10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image" Target="../media/image8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8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slide" Target="slide9.xml"/><Relationship Id="rId7" Type="http://schemas.openxmlformats.org/officeDocument/2006/relationships/image" Target="../media/image8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5" Type="http://schemas.openxmlformats.org/officeDocument/2006/relationships/slide" Target="slide69.xml"/><Relationship Id="rId4" Type="http://schemas.openxmlformats.org/officeDocument/2006/relationships/slide" Target="slide51.xml"/><Relationship Id="rId9" Type="http://schemas.openxmlformats.org/officeDocument/2006/relationships/slide" Target="slide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8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3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3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3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3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3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3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slide" Target="slide9.xml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slide" Target="slide3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5.xml"/><Relationship Id="rId11" Type="http://schemas.openxmlformats.org/officeDocument/2006/relationships/image" Target="../media/image92.png"/><Relationship Id="rId5" Type="http://schemas.openxmlformats.org/officeDocument/2006/relationships/slide" Target="slide69.xml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slide" Target="slide51.xml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101.png"/><Relationship Id="rId3" Type="http://schemas.openxmlformats.org/officeDocument/2006/relationships/slide" Target="slide9.xml"/><Relationship Id="rId7" Type="http://schemas.openxmlformats.org/officeDocument/2006/relationships/image" Target="../media/image97.png"/><Relationship Id="rId12" Type="http://schemas.openxmlformats.org/officeDocument/2006/relationships/image" Target="../media/image9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5.xml"/><Relationship Id="rId11" Type="http://schemas.openxmlformats.org/officeDocument/2006/relationships/image" Target="../media/image100.png"/><Relationship Id="rId5" Type="http://schemas.openxmlformats.org/officeDocument/2006/relationships/slide" Target="slide69.xml"/><Relationship Id="rId15" Type="http://schemas.openxmlformats.org/officeDocument/2006/relationships/slide" Target="slide1.xml"/><Relationship Id="rId10" Type="http://schemas.openxmlformats.org/officeDocument/2006/relationships/image" Target="../media/image99.png"/><Relationship Id="rId4" Type="http://schemas.openxmlformats.org/officeDocument/2006/relationships/slide" Target="slide51.xml"/><Relationship Id="rId9" Type="http://schemas.openxmlformats.org/officeDocument/2006/relationships/image" Target="../media/image98.png"/><Relationship Id="rId14" Type="http://schemas.openxmlformats.org/officeDocument/2006/relationships/image" Target="../media/image10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07.png"/><Relationship Id="rId3" Type="http://schemas.openxmlformats.org/officeDocument/2006/relationships/slide" Target="slide9.xml"/><Relationship Id="rId7" Type="http://schemas.openxmlformats.org/officeDocument/2006/relationships/image" Target="../media/image103.png"/><Relationship Id="rId12" Type="http://schemas.openxmlformats.org/officeDocument/2006/relationships/image" Target="../media/image9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5.xml"/><Relationship Id="rId11" Type="http://schemas.openxmlformats.org/officeDocument/2006/relationships/image" Target="../media/image106.png"/><Relationship Id="rId5" Type="http://schemas.openxmlformats.org/officeDocument/2006/relationships/slide" Target="slide69.xml"/><Relationship Id="rId10" Type="http://schemas.openxmlformats.org/officeDocument/2006/relationships/image" Target="../media/image105.png"/><Relationship Id="rId4" Type="http://schemas.openxmlformats.org/officeDocument/2006/relationships/slide" Target="slide51.xml"/><Relationship Id="rId9" Type="http://schemas.openxmlformats.org/officeDocument/2006/relationships/image" Target="../media/image104.png"/><Relationship Id="rId14" Type="http://schemas.openxmlformats.org/officeDocument/2006/relationships/slide" Target="slide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slide" Target="slide9.xml"/><Relationship Id="rId7" Type="http://schemas.openxmlformats.org/officeDocument/2006/relationships/image" Target="../media/image108.jp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5.xml"/><Relationship Id="rId11" Type="http://schemas.openxmlformats.org/officeDocument/2006/relationships/slide" Target="slide1.xml"/><Relationship Id="rId5" Type="http://schemas.openxmlformats.org/officeDocument/2006/relationships/slide" Target="slide69.xml"/><Relationship Id="rId10" Type="http://schemas.openxmlformats.org/officeDocument/2006/relationships/image" Target="../media/image111.png"/><Relationship Id="rId4" Type="http://schemas.openxmlformats.org/officeDocument/2006/relationships/slide" Target="slide51.xml"/><Relationship Id="rId9" Type="http://schemas.openxmlformats.org/officeDocument/2006/relationships/image" Target="../media/image11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slide" Target="slide9.xml"/><Relationship Id="rId7" Type="http://schemas.openxmlformats.org/officeDocument/2006/relationships/image" Target="../media/image11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5" Type="http://schemas.openxmlformats.org/officeDocument/2006/relationships/slide" Target="slide69.xml"/><Relationship Id="rId4" Type="http://schemas.openxmlformats.org/officeDocument/2006/relationships/slide" Target="slide51.xml"/><Relationship Id="rId9" Type="http://schemas.openxmlformats.org/officeDocument/2006/relationships/slide" Target="slide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slide" Target="slide9.xml"/><Relationship Id="rId7" Type="http://schemas.openxmlformats.org/officeDocument/2006/relationships/image" Target="../media/image11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5" Type="http://schemas.openxmlformats.org/officeDocument/2006/relationships/slide" Target="slide69.xml"/><Relationship Id="rId10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image" Target="../media/image11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slide" Target="slide9.xml"/><Relationship Id="rId7" Type="http://schemas.openxmlformats.org/officeDocument/2006/relationships/image" Target="../media/image11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11" Type="http://schemas.openxmlformats.org/officeDocument/2006/relationships/slide" Target="slide1.xml"/><Relationship Id="rId5" Type="http://schemas.openxmlformats.org/officeDocument/2006/relationships/slide" Target="slide69.xml"/><Relationship Id="rId10" Type="http://schemas.openxmlformats.org/officeDocument/2006/relationships/image" Target="../media/image116.png"/><Relationship Id="rId4" Type="http://schemas.openxmlformats.org/officeDocument/2006/relationships/slide" Target="slide51.xml"/><Relationship Id="rId9" Type="http://schemas.openxmlformats.org/officeDocument/2006/relationships/image" Target="../media/image11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slide" Target="slide9.xml"/><Relationship Id="rId7" Type="http://schemas.openxmlformats.org/officeDocument/2006/relationships/image" Target="../media/image11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5" Type="http://schemas.openxmlformats.org/officeDocument/2006/relationships/slide" Target="slide69.xml"/><Relationship Id="rId10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image" Target="../media/image119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slide" Target="slide9.xml"/><Relationship Id="rId7" Type="http://schemas.openxmlformats.org/officeDocument/2006/relationships/image" Target="../media/image12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11" Type="http://schemas.openxmlformats.org/officeDocument/2006/relationships/slide" Target="slide1.xml"/><Relationship Id="rId5" Type="http://schemas.openxmlformats.org/officeDocument/2006/relationships/slide" Target="slide69.xml"/><Relationship Id="rId10" Type="http://schemas.openxmlformats.org/officeDocument/2006/relationships/image" Target="../media/image121.png"/><Relationship Id="rId4" Type="http://schemas.openxmlformats.org/officeDocument/2006/relationships/slide" Target="slide51.xml"/><Relationship Id="rId9" Type="http://schemas.openxmlformats.org/officeDocument/2006/relationships/image" Target="../media/image11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slide" Target="slide9.xml"/><Relationship Id="rId7" Type="http://schemas.openxmlformats.org/officeDocument/2006/relationships/image" Target="../media/image12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9.xml"/><Relationship Id="rId11" Type="http://schemas.openxmlformats.org/officeDocument/2006/relationships/slide" Target="slide1.xml"/><Relationship Id="rId5" Type="http://schemas.openxmlformats.org/officeDocument/2006/relationships/slide" Target="slide69.xml"/><Relationship Id="rId10" Type="http://schemas.openxmlformats.org/officeDocument/2006/relationships/image" Target="../media/image121.png"/><Relationship Id="rId4" Type="http://schemas.openxmlformats.org/officeDocument/2006/relationships/slide" Target="slide51.xml"/><Relationship Id="rId9" Type="http://schemas.openxmlformats.org/officeDocument/2006/relationships/image" Target="../media/image11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7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7.xml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12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2.png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slide" Target="slide9.xml"/><Relationship Id="rId7" Type="http://schemas.openxmlformats.org/officeDocument/2006/relationships/image" Target="../media/image12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4.png"/><Relationship Id="rId5" Type="http://schemas.openxmlformats.org/officeDocument/2006/relationships/slide" Target="slide69.xml"/><Relationship Id="rId4" Type="http://schemas.openxmlformats.org/officeDocument/2006/relationships/slide" Target="slide51.xml"/><Relationship Id="rId9" Type="http://schemas.openxmlformats.org/officeDocument/2006/relationships/slide" Target="slide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slide" Target="slide9.xml"/><Relationship Id="rId7" Type="http://schemas.openxmlformats.org/officeDocument/2006/relationships/image" Target="../media/image12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.png"/><Relationship Id="rId5" Type="http://schemas.openxmlformats.org/officeDocument/2006/relationships/slide" Target="slide69.xml"/><Relationship Id="rId10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image" Target="../media/image127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slide" Target="slide9.xml"/><Relationship Id="rId7" Type="http://schemas.openxmlformats.org/officeDocument/2006/relationships/image" Target="../media/image12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.png"/><Relationship Id="rId11" Type="http://schemas.openxmlformats.org/officeDocument/2006/relationships/slide" Target="slide1.xml"/><Relationship Id="rId5" Type="http://schemas.openxmlformats.org/officeDocument/2006/relationships/slide" Target="slide69.xml"/><Relationship Id="rId10" Type="http://schemas.openxmlformats.org/officeDocument/2006/relationships/image" Target="../media/image129.png"/><Relationship Id="rId4" Type="http://schemas.openxmlformats.org/officeDocument/2006/relationships/slide" Target="slide51.xml"/><Relationship Id="rId9" Type="http://schemas.openxmlformats.org/officeDocument/2006/relationships/image" Target="../media/image12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slide" Target="slide9.xml"/><Relationship Id="rId7" Type="http://schemas.openxmlformats.org/officeDocument/2006/relationships/image" Target="../media/image123.png"/><Relationship Id="rId12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0.png"/><Relationship Id="rId11" Type="http://schemas.openxmlformats.org/officeDocument/2006/relationships/image" Target="../media/image131.png"/><Relationship Id="rId5" Type="http://schemas.openxmlformats.org/officeDocument/2006/relationships/slide" Target="slide69.xml"/><Relationship Id="rId10" Type="http://schemas.openxmlformats.org/officeDocument/2006/relationships/image" Target="../media/image129.png"/><Relationship Id="rId4" Type="http://schemas.openxmlformats.org/officeDocument/2006/relationships/slide" Target="slide51.xml"/><Relationship Id="rId9" Type="http://schemas.openxmlformats.org/officeDocument/2006/relationships/image" Target="../media/image127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123.png"/><Relationship Id="rId12" Type="http://schemas.openxmlformats.org/officeDocument/2006/relationships/image" Target="../media/image13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.png"/><Relationship Id="rId11" Type="http://schemas.openxmlformats.org/officeDocument/2006/relationships/image" Target="../media/image131.png"/><Relationship Id="rId5" Type="http://schemas.openxmlformats.org/officeDocument/2006/relationships/slide" Target="slide69.xml"/><Relationship Id="rId10" Type="http://schemas.openxmlformats.org/officeDocument/2006/relationships/image" Target="../media/image129.png"/><Relationship Id="rId4" Type="http://schemas.openxmlformats.org/officeDocument/2006/relationships/slide" Target="slide51.xml"/><Relationship Id="rId9" Type="http://schemas.openxmlformats.org/officeDocument/2006/relationships/image" Target="../media/image12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slide" Target="slide9.xml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0" Type="http://schemas.openxmlformats.org/officeDocument/2006/relationships/image" Target="../media/image138.png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slide" Target="slide1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slide" Target="slide9.xml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2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5" Type="http://schemas.openxmlformats.org/officeDocument/2006/relationships/slide" Target="slide1.xml"/><Relationship Id="rId10" Type="http://schemas.openxmlformats.org/officeDocument/2006/relationships/image" Target="../media/image138.png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image" Target="../media/image143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slide" Target="slide9.xml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slide" Target="slide3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4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5" Type="http://schemas.openxmlformats.org/officeDocument/2006/relationships/image" Target="../media/image145.png"/><Relationship Id="rId10" Type="http://schemas.openxmlformats.org/officeDocument/2006/relationships/image" Target="../media/image138.png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image" Target="../media/image143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slide" Target="slide9.xml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slide" Target="slide1.xml"/><Relationship Id="rId2" Type="http://schemas.openxmlformats.org/officeDocument/2006/relationships/slide" Target="slide3.xml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6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5" Type="http://schemas.openxmlformats.org/officeDocument/2006/relationships/image" Target="../media/image145.png"/><Relationship Id="rId10" Type="http://schemas.openxmlformats.org/officeDocument/2006/relationships/image" Target="../media/image138.png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image" Target="../media/image14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slide" Target="slide1.xml"/><Relationship Id="rId3" Type="http://schemas.openxmlformats.org/officeDocument/2006/relationships/slide" Target="slide9.xml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9.png"/><Relationship Id="rId2" Type="http://schemas.openxmlformats.org/officeDocument/2006/relationships/slide" Target="slide3.xml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5" Type="http://schemas.openxmlformats.org/officeDocument/2006/relationships/image" Target="../media/image145.png"/><Relationship Id="rId10" Type="http://schemas.openxmlformats.org/officeDocument/2006/relationships/image" Target="../media/image138.png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image" Target="../media/image143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51.png"/><Relationship Id="rId3" Type="http://schemas.openxmlformats.org/officeDocument/2006/relationships/slide" Target="slide9.xml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9.png"/><Relationship Id="rId2" Type="http://schemas.openxmlformats.org/officeDocument/2006/relationships/slide" Target="slide3.xml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0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5" Type="http://schemas.openxmlformats.org/officeDocument/2006/relationships/image" Target="../media/image145.png"/><Relationship Id="rId10" Type="http://schemas.openxmlformats.org/officeDocument/2006/relationships/image" Target="../media/image138.png"/><Relationship Id="rId19" Type="http://schemas.openxmlformats.org/officeDocument/2006/relationships/slide" Target="slide1.xml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image" Target="../media/image143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51.png"/><Relationship Id="rId3" Type="http://schemas.openxmlformats.org/officeDocument/2006/relationships/slide" Target="slide9.xml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9.png"/><Relationship Id="rId2" Type="http://schemas.openxmlformats.org/officeDocument/2006/relationships/slide" Target="slide3.xml"/><Relationship Id="rId16" Type="http://schemas.openxmlformats.org/officeDocument/2006/relationships/image" Target="../media/image147.png"/><Relationship Id="rId20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2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5" Type="http://schemas.openxmlformats.org/officeDocument/2006/relationships/image" Target="../media/image145.png"/><Relationship Id="rId10" Type="http://schemas.openxmlformats.org/officeDocument/2006/relationships/image" Target="../media/image138.png"/><Relationship Id="rId19" Type="http://schemas.openxmlformats.org/officeDocument/2006/relationships/image" Target="../media/image153.png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image" Target="../media/image143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51.png"/><Relationship Id="rId3" Type="http://schemas.openxmlformats.org/officeDocument/2006/relationships/slide" Target="slide9.xml"/><Relationship Id="rId21" Type="http://schemas.openxmlformats.org/officeDocument/2006/relationships/slide" Target="slide1.xml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9.png"/><Relationship Id="rId2" Type="http://schemas.openxmlformats.org/officeDocument/2006/relationships/slide" Target="slide3.xml"/><Relationship Id="rId16" Type="http://schemas.openxmlformats.org/officeDocument/2006/relationships/image" Target="../media/image147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4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5" Type="http://schemas.openxmlformats.org/officeDocument/2006/relationships/image" Target="../media/image145.png"/><Relationship Id="rId10" Type="http://schemas.openxmlformats.org/officeDocument/2006/relationships/image" Target="../media/image138.png"/><Relationship Id="rId19" Type="http://schemas.openxmlformats.org/officeDocument/2006/relationships/image" Target="../media/image153.png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image" Target="../media/image143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51.png"/><Relationship Id="rId3" Type="http://schemas.openxmlformats.org/officeDocument/2006/relationships/slide" Target="slide9.xml"/><Relationship Id="rId21" Type="http://schemas.openxmlformats.org/officeDocument/2006/relationships/image" Target="../media/image157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9.png"/><Relationship Id="rId2" Type="http://schemas.openxmlformats.org/officeDocument/2006/relationships/slide" Target="slide3.xml"/><Relationship Id="rId16" Type="http://schemas.openxmlformats.org/officeDocument/2006/relationships/image" Target="../media/image147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6.jpg"/><Relationship Id="rId11" Type="http://schemas.openxmlformats.org/officeDocument/2006/relationships/image" Target="../media/image139.png"/><Relationship Id="rId5" Type="http://schemas.openxmlformats.org/officeDocument/2006/relationships/slide" Target="slide69.xml"/><Relationship Id="rId15" Type="http://schemas.openxmlformats.org/officeDocument/2006/relationships/image" Target="../media/image145.png"/><Relationship Id="rId10" Type="http://schemas.openxmlformats.org/officeDocument/2006/relationships/image" Target="../media/image138.png"/><Relationship Id="rId19" Type="http://schemas.openxmlformats.org/officeDocument/2006/relationships/image" Target="../media/image153.png"/><Relationship Id="rId4" Type="http://schemas.openxmlformats.org/officeDocument/2006/relationships/slide" Target="slide51.xml"/><Relationship Id="rId9" Type="http://schemas.openxmlformats.org/officeDocument/2006/relationships/image" Target="../media/image137.png"/><Relationship Id="rId14" Type="http://schemas.openxmlformats.org/officeDocument/2006/relationships/image" Target="../media/image143.png"/><Relationship Id="rId22" Type="http://schemas.openxmlformats.org/officeDocument/2006/relationships/slide" Target="slide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8.png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9.png"/><Relationship Id="rId5" Type="http://schemas.openxmlformats.org/officeDocument/2006/relationships/slide" Target="slide69.xml"/><Relationship Id="rId4" Type="http://schemas.openxmlformats.org/officeDocument/2006/relationships/slide" Target="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5300" y="25256"/>
            <a:ext cx="4997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8083" y="141873"/>
            <a:ext cx="595630" cy="41275"/>
            <a:chOff x="768083" y="141873"/>
            <a:chExt cx="595630" cy="41275"/>
          </a:xfrm>
        </p:grpSpPr>
        <p:sp>
          <p:nvSpPr>
            <p:cNvPr id="10" name="object 10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5274" y="25256"/>
            <a:ext cx="3600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10982" y="141873"/>
            <a:ext cx="847725" cy="41275"/>
            <a:chOff x="1510982" y="141873"/>
            <a:chExt cx="847725" cy="41275"/>
          </a:xfrm>
        </p:grpSpPr>
        <p:sp>
          <p:nvSpPr>
            <p:cNvPr id="24" name="object 24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75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488173" y="25256"/>
            <a:ext cx="14154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076435" y="141873"/>
            <a:ext cx="746760" cy="41275"/>
            <a:chOff x="3076435" y="141873"/>
            <a:chExt cx="746760" cy="41275"/>
          </a:xfrm>
        </p:grpSpPr>
        <p:sp>
          <p:nvSpPr>
            <p:cNvPr id="43" name="object 43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805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13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821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053626" y="25256"/>
            <a:ext cx="49593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970540" y="141873"/>
            <a:ext cx="243204" cy="41275"/>
            <a:chOff x="3970540" y="141873"/>
            <a:chExt cx="243204" cy="41275"/>
          </a:xfrm>
        </p:grpSpPr>
        <p:sp>
          <p:nvSpPr>
            <p:cNvPr id="60" name="object 60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738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947718" y="25256"/>
            <a:ext cx="3003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420793" y="141873"/>
            <a:ext cx="444500" cy="41275"/>
            <a:chOff x="4420793" y="141873"/>
            <a:chExt cx="444500" cy="41275"/>
          </a:xfrm>
        </p:grpSpPr>
        <p:sp>
          <p:nvSpPr>
            <p:cNvPr id="67" name="object 6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397971" y="25256"/>
            <a:ext cx="8794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450357" y="141873"/>
            <a:ext cx="92075" cy="41275"/>
            <a:chOff x="5450357" y="141873"/>
            <a:chExt cx="92075" cy="41275"/>
          </a:xfrm>
        </p:grpSpPr>
        <p:sp>
          <p:nvSpPr>
            <p:cNvPr id="78" name="object 7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5427535" y="25256"/>
            <a:ext cx="2374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0" y="205714"/>
            <a:ext cx="5760085" cy="99060"/>
          </a:xfrm>
          <a:custGeom>
            <a:avLst/>
            <a:gdLst/>
            <a:ahLst/>
            <a:cxnLst/>
            <a:rect l="l" t="t" r="r" b="b"/>
            <a:pathLst>
              <a:path w="5760085" h="99060">
                <a:moveTo>
                  <a:pt x="5759996" y="0"/>
                </a:moveTo>
                <a:lnTo>
                  <a:pt x="0" y="0"/>
                </a:lnTo>
                <a:lnTo>
                  <a:pt x="0" y="98742"/>
                </a:lnTo>
                <a:lnTo>
                  <a:pt x="5759996" y="98742"/>
                </a:lnTo>
                <a:lnTo>
                  <a:pt x="575999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09181" y="927480"/>
            <a:ext cx="5142230" cy="705485"/>
          </a:xfrm>
          <a:custGeom>
            <a:avLst/>
            <a:gdLst/>
            <a:ahLst/>
            <a:cxnLst/>
            <a:rect l="l" t="t" r="r" b="b"/>
            <a:pathLst>
              <a:path w="5142230" h="705485">
                <a:moveTo>
                  <a:pt x="5141671" y="44424"/>
                </a:moveTo>
                <a:lnTo>
                  <a:pt x="5140363" y="44424"/>
                </a:ln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654481"/>
                </a:lnTo>
                <a:lnTo>
                  <a:pt x="4013" y="674217"/>
                </a:lnTo>
                <a:lnTo>
                  <a:pt x="14922" y="690372"/>
                </a:lnTo>
                <a:lnTo>
                  <a:pt x="31076" y="701281"/>
                </a:lnTo>
                <a:lnTo>
                  <a:pt x="50812" y="705294"/>
                </a:lnTo>
                <a:lnTo>
                  <a:pt x="5090871" y="705294"/>
                </a:lnTo>
                <a:lnTo>
                  <a:pt x="5110594" y="701281"/>
                </a:lnTo>
                <a:lnTo>
                  <a:pt x="5126748" y="690372"/>
                </a:lnTo>
                <a:lnTo>
                  <a:pt x="5137658" y="674217"/>
                </a:lnTo>
                <a:lnTo>
                  <a:pt x="5141671" y="654481"/>
                </a:lnTo>
                <a:lnTo>
                  <a:pt x="5141671" y="82384"/>
                </a:lnTo>
                <a:lnTo>
                  <a:pt x="5141671" y="50800"/>
                </a:lnTo>
                <a:lnTo>
                  <a:pt x="5141671" y="4442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2167369" y="1029040"/>
            <a:ext cx="1425575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99085" marR="5080" indent="-287020">
              <a:lnSpc>
                <a:spcPct val="106700"/>
              </a:lnSpc>
              <a:spcBef>
                <a:spcPts val="2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14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Learning Regression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6" name="object 8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125" dirty="0"/>
              <a:t>1</a:t>
            </a:fld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2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Reference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Books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Reference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Books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1079949"/>
            <a:ext cx="2150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Georgia"/>
                <a:cs typeface="Georgia"/>
              </a:rPr>
              <a:t>Reference</a:t>
            </a:r>
            <a:r>
              <a:rPr sz="1000" b="1" spc="25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books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this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Module: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00354" y="1629732"/>
            <a:ext cx="46983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Chapter</a:t>
            </a:r>
            <a:r>
              <a:rPr sz="1000" spc="4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1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5" dirty="0">
                <a:solidFill>
                  <a:srgbClr val="EC008C"/>
                </a:solidFill>
                <a:latin typeface="Georgia"/>
                <a:cs typeface="Georgia"/>
              </a:rPr>
              <a:t>&amp;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3: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Pattern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Recognition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Machine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Learning,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Christopher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M.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Bishop</a:t>
            </a:r>
            <a:r>
              <a:rPr sz="1000" spc="-10" dirty="0">
                <a:latin typeface="Georgia"/>
                <a:cs typeface="Georgia"/>
              </a:rPr>
              <a:t>, </a:t>
            </a:r>
            <a:r>
              <a:rPr sz="1000" spc="-20" dirty="0">
                <a:latin typeface="Georgia"/>
                <a:cs typeface="Georgia"/>
              </a:rPr>
              <a:t>Springer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Books,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latest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edition.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4" name="object 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048" y="1708683"/>
            <a:ext cx="57746" cy="57746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6" name="object 7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Reference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Books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Reference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Books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1079949"/>
            <a:ext cx="2150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Georgia"/>
                <a:cs typeface="Georgia"/>
              </a:rPr>
              <a:t>Reference</a:t>
            </a:r>
            <a:r>
              <a:rPr sz="1000" b="1" spc="25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books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this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Module: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00354" y="1629732"/>
            <a:ext cx="4698365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Chapter</a:t>
            </a:r>
            <a:r>
              <a:rPr sz="1000" spc="4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1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55" dirty="0">
                <a:solidFill>
                  <a:srgbClr val="EC008C"/>
                </a:solidFill>
                <a:latin typeface="Georgia"/>
                <a:cs typeface="Georgia"/>
              </a:rPr>
              <a:t>&amp;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3: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Pattern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Recognition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Machine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Learning,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Christopher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M.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Bishop</a:t>
            </a:r>
            <a:r>
              <a:rPr sz="1000" spc="-10" dirty="0">
                <a:latin typeface="Georgia"/>
                <a:cs typeface="Georgia"/>
              </a:rPr>
              <a:t>, </a:t>
            </a:r>
            <a:r>
              <a:rPr sz="1000" spc="-20" dirty="0">
                <a:latin typeface="Georgia"/>
                <a:cs typeface="Georgia"/>
              </a:rPr>
              <a:t>Springer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Books,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latest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edition.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Chapter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8:</a:t>
            </a:r>
            <a:r>
              <a:rPr sz="10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Machine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Learning,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Tom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MITCHELL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McGraw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Hill,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latest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edition.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4" name="object 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048" y="1708683"/>
            <a:ext cx="57746" cy="577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2048" y="2050300"/>
            <a:ext cx="57746" cy="57746"/>
          </a:xfrm>
          <a:prstGeom prst="rect">
            <a:avLst/>
          </a:prstGeom>
        </p:spPr>
      </p:pic>
      <p:grpSp>
        <p:nvGrpSpPr>
          <p:cNvPr id="76" name="object 7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7" name="object 7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1D53-E2BE-21B6-6A70-8156F31A9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F201EC5B-2FFC-6A70-D7FF-9CC009B92493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A1F4A6-4F73-4BFE-5EE7-9E5FF480BAD0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4672EE6-5F98-000A-5E24-75C1F7A5C091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90E5AC0-ACA7-51BB-F88F-4EA36BE267B5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BA1E715-B4BB-859A-8F4A-717FB5A9C7B4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799B0A6-1B75-935B-D465-D0BC26DC6B84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692E29D-94A6-63E1-04FB-C67FD743E067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AE131DF-0061-EAD4-644A-3728A78478BC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2621AD7-E386-A3CC-6434-7CBF2246B177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9549ADB-0E63-5CB1-BC66-3A0DFDEC5BB3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B3702D2-65F8-5A59-CE66-315356252D59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21BFFBC-E56C-A09D-5395-02E32EC6C3D4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64FE18AA-8C71-32D7-37BF-086468B5766B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3A3B8E9-61BB-3AE4-B764-D411E006F22E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B468149-54A0-CBB9-2D17-FCAD2CC94D57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2B5A608B-E345-D4F6-1E22-113A06CF73A6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2D6EEFB8-208F-0A2B-82BF-3FE08145C571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EFDE016B-6893-C951-3999-4ED11DBD8368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8202D841-C91B-3F91-124A-D35F25AA436F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35A11FC9-B338-E0FA-814F-44D7E4DEA3FE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BCA713B6-44E8-C253-47EB-273501530B8E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B26475D4-7191-D040-216D-3CF7436BFC0B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AF8D412D-42A7-77BC-EB37-EC5494912BED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0885ED14-E389-AD56-8927-090D2E032566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F623AD7D-D3BA-A019-E4C3-A2CF13D3E5D1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A4EB141B-CDBE-2F04-C3AF-7D3C717CA60C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33750FD-EDF3-24D5-2E1A-BDAD32C0D116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FC84213A-EF60-B91E-C57B-2A247E8B3A4D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03F3FEF6-A105-AD86-AF16-E4865FFA4936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94994B0A-14D1-F531-F8F3-01B6B2F36A0F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66FEC5B3-294A-8420-8C8A-34936604A914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8063F271-5202-5E01-F255-DD396B6B6BE2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B3E6143C-FA9F-39D7-DA7A-3721FF602AB7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D189B225-1A6D-6CC0-CF92-E0251253020A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E650FE8B-D518-D455-08A3-F1B19687618B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80CFEB49-F065-A4DB-D459-C615238DD324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AFF9D805-33BB-6E7A-E82D-28578B12DBD3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3A2DB89E-FA14-24A0-6211-140465B4D075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F73B194B-79C8-F425-7CC8-4D157A7256ED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27046883-3105-3335-2B04-8AF5C51B71F5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5C8F8E8A-5F2F-895F-0A74-32DC8DB90FE6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F2721458-8DCC-3279-625F-A81E41AE907B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EE0DC7F2-EC0F-A240-8EA6-D92F4655D892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201B5937-6D1D-3B03-9AF2-06992C5080F2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F69533B3-EF46-A4A7-EA76-5E923D617929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60180DE1-6C49-E23C-474A-5CF94C18225E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347DF186-D6F6-A96E-3C3B-534FF83DB3D9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357CDD82-0DD5-E075-4F5F-E1CCA20794EC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26CD113A-8FCB-391B-B107-0BDCDB39D5FD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FCB19813-6A88-6C0A-D317-8CBD2C38F35F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9E4D2AF3-4C4E-23A4-ABF5-0D0E1FE40C56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4951C057-B8D1-7F3B-E939-209FD4ED7CFF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58658AD6-3AA3-9362-48E8-B5AB3CF1F6ED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E1723496-1BA0-1B08-8623-C71958B650BA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C9611A36-DBA2-35BC-EB70-434A50DF5358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7C764BC9-54D3-4CEC-EBD8-4AF71047ACB0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9002D51A-1629-09F9-ED03-E1D347591256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23492827-AAE8-31CE-9C20-371E97C65094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245EB64B-6D4C-B4FA-3035-FB4CE8D9ECF2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47A7E8C8-6D9A-A982-B3F8-601441002272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2240593D-5E37-0B91-9C7E-62B4CF2C9235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91D3427D-43AB-6C8B-2C4A-D27B8532443A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71C17CB4-0557-25D4-2730-DC816FA9C136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86A947D6-F669-05A4-2DEA-889399847BCC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1AD7D0BD-6679-D8FC-3DAA-03D6822C99D9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9D183B36-2BFC-4502-1379-8B0750F79AA0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>
            <a:extLst>
              <a:ext uri="{FF2B5EF4-FFF2-40B4-BE49-F238E27FC236}">
                <a16:creationId xmlns:a16="http://schemas.microsoft.com/office/drawing/2014/main" id="{021F8B56-B83C-A9EC-A7D3-EDC1D81F3DE2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A51D29A8-F9AA-91EF-8389-91E1B6EC530E}"/>
              </a:ext>
            </a:extLst>
          </p:cNvPr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ABE19393-226D-2337-F954-5DDB91CEE607}"/>
              </a:ext>
            </a:extLst>
          </p:cNvPr>
          <p:cNvSpPr txBox="1"/>
          <p:nvPr/>
        </p:nvSpPr>
        <p:spPr>
          <a:xfrm>
            <a:off x="0" y="304469"/>
            <a:ext cx="5760085" cy="103683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lang="en-US" sz="900" spc="-10" dirty="0">
                <a:solidFill>
                  <a:srgbClr val="FFFFFF"/>
                </a:solidFill>
                <a:latin typeface="Georgia"/>
                <a:cs typeface="Georgia"/>
              </a:rPr>
              <a:t>Simple linear regression</a:t>
            </a:r>
            <a:endParaRPr sz="900" dirty="0">
              <a:latin typeface="Georgia"/>
              <a:cs typeface="Georgia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E7ECC03B-6657-3564-8F2A-E5CCE3ED337D}"/>
              </a:ext>
            </a:extLst>
          </p:cNvPr>
          <p:cNvSpPr txBox="1"/>
          <p:nvPr/>
        </p:nvSpPr>
        <p:spPr>
          <a:xfrm>
            <a:off x="347293" y="591291"/>
            <a:ext cx="5105603" cy="11406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spc="-10" dirty="0">
                <a:solidFill>
                  <a:srgbClr val="FF0000"/>
                </a:solidFill>
                <a:latin typeface="Georgia"/>
                <a:cs typeface="Georgia"/>
              </a:rPr>
              <a:t>Simple linear  Regression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spc="-10" dirty="0">
                <a:solidFill>
                  <a:schemeClr val="tx1"/>
                </a:solidFill>
                <a:latin typeface="Georgia"/>
                <a:cs typeface="Georgia"/>
              </a:rPr>
              <a:t>Simple linear regression is type of regression algorithms that models the relationship between a dependent variable and a single independent variable.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000" spc="-10" dirty="0">
              <a:solidFill>
                <a:schemeClr val="tx1"/>
              </a:solidFill>
              <a:latin typeface="Georgia"/>
              <a:cs typeface="Georgia"/>
            </a:endParaRP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000" spc="-10" dirty="0">
                <a:solidFill>
                  <a:schemeClr val="tx1"/>
                </a:solidFill>
                <a:latin typeface="Georgia"/>
                <a:cs typeface="Georgia"/>
              </a:rPr>
              <a:t>The relationship shown by a single linear regression model is linear or sloped straight line, hence it is called simple linear regression.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000" dirty="0">
              <a:solidFill>
                <a:schemeClr val="tx1"/>
              </a:solidFill>
              <a:latin typeface="Georgia"/>
              <a:cs typeface="Georgia"/>
            </a:endParaRPr>
          </a:p>
        </p:txBody>
      </p:sp>
      <p:grpSp>
        <p:nvGrpSpPr>
          <p:cNvPr id="75" name="object 75">
            <a:extLst>
              <a:ext uri="{FF2B5EF4-FFF2-40B4-BE49-F238E27FC236}">
                <a16:creationId xmlns:a16="http://schemas.microsoft.com/office/drawing/2014/main" id="{B038E453-A100-AD5E-E87A-5A8A697A7262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51451D10-5919-E239-A0CE-197639F6166B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F20D3792-6264-37C5-989B-C93756F66527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CA52D914-1445-69CA-4DC8-B0C0CAE7A75A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>
            <a:extLst>
              <a:ext uri="{FF2B5EF4-FFF2-40B4-BE49-F238E27FC236}">
                <a16:creationId xmlns:a16="http://schemas.microsoft.com/office/drawing/2014/main" id="{35A9D900-D238-0495-2885-B276CCA8947E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4085E8B4-FE1A-FD58-919D-A4FBD95CB03D}"/>
              </a:ext>
            </a:extLst>
          </p:cNvPr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79190188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C7E8-1038-56DC-A413-370EC3E6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F65AEAA-7ADE-A51F-002F-1C340AEDDB62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D12DD6-8577-7093-B093-F65BEC89813E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72229FC-A319-3560-8CDB-FB6FDF703ED9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71BAF90-B105-2EA7-2AA1-C0CF2F08D9D3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C4F47A0-C409-9C76-7134-9B03A4527F36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B9F356F-0491-D56B-E318-22302D8C60C6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A3F5D46-837E-8E81-88B9-69AD5E581580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6B8619C-39C1-296A-6D28-556B61515244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C941930-6E28-E041-1BCD-788EA41E643C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6D5FE2E-991F-89D8-ACE5-2BAA2E59009B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FB134DF6-D9DA-111F-0063-26F868AB0429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5D0967C-8138-9DE2-4730-D3E6475FAC1B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D8D03DB-6049-DFA3-8857-0AC24471E2B5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D84042E5-057C-CB1F-74A3-6CE5D240DB33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3140A3F7-9253-F2F3-DA62-609755456E7C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CA38858B-CE5F-CB51-EA08-AAD0491D1735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57C77A04-3200-5C72-EE95-7B4ED27A889C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794C97FD-70F7-0570-FBBF-5E18AA94A2B5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36503191-4617-9028-2420-014861582C32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2FC76332-A9D3-A9BB-D60C-BCD9EFE2B9E7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83A5F70-9173-B76C-1804-EC713246CE1C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000E4755-9691-CF90-278F-7B4039640E43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F4500A2-BE60-D516-997A-1824F5FD5923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2009116-78E9-1AE9-BEFF-AF006470C9DD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54A47D4-DA55-D2CF-2FF1-774FC2A92634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B72D0AE6-0A36-EBC1-AA3A-56B81A91271E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EE0439EC-C492-A5F0-38DF-7614D5D5E36A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90C7F55B-D869-4D1D-98D7-9A40C0940C86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D2D677F1-9922-9BD0-4723-0BAFE5E56C22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3EC6D475-8356-F306-9D5A-A92AE765EA14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76C54BC2-2DE9-F689-8722-8705493104DE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B5B577EB-93B2-F28C-7B58-34E20626C949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63F2D017-418C-B4FF-30C7-E4DB5FD6BC02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3C7BC509-617A-08F5-688B-03EA40048DEB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A53A4986-8FB6-FC55-B1F2-43C1FF7C8D64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D5870EE3-50F0-551E-A404-F29E10F453CD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40077B1D-A776-2A25-7E21-9F58ACCCBA65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11258E7-EEE2-5E52-75E8-02D5CF4F049F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A6355B21-B54A-E512-770F-B83ABE5CA4C1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7818F93-0B97-DF28-238F-25E975672FE4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88EF4EBE-9F6A-62C2-969F-084E70FDE86E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41737F4F-0EAC-7DA8-D221-4BF9E24CBA94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B9D40553-90A8-2F6D-AB59-9DEAB3F7E5BA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997A7C74-DDBF-2DA6-765A-8BC475CDCC31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92E3FA35-A261-F65F-F79A-FB0B73526436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B1C7D745-3367-0914-5F54-48895428336A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D4622EFE-40A4-E848-216A-7F652D529125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F0AE0866-2B62-BE7F-8246-6C94A06DDF1D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A55CBED-BF80-58E4-D041-82DC1E31D8D2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7953F235-4FA0-7A54-58E9-9C829A72661F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EA2EF242-8F43-3294-1F93-9B26E97D8C48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C687E2B0-5A97-1423-2D49-FC9282C212A6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990F227E-B361-839A-3379-957B7960182A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1C5260C7-CA26-236C-21A4-6551E38D8D64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593BC8B1-1694-7516-C8EF-45EBED4984D2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474F8B20-F9E2-384C-CDA2-1946B4953B80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1DF9D8CD-C196-CE59-6EB4-323C90E8EF74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65C98C3D-FF9C-0557-1444-4907956CAB51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A0223FC9-6502-26EF-AA71-E81DE9C2F98B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0E366F35-3F41-6D37-268E-2E522FED03B8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F432A5A7-3CAC-A022-F36C-998AEF83210E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EC4B00BD-1747-E774-BD6D-7E7AEE34D308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72987193-088B-7E5C-9B0C-CD91905078FF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4E38812F-23DA-DF69-6117-3152DFD49BF0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8E9EBCB-D342-9ED3-A995-6E9F4AA66039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626E7220-FF43-A28A-9A30-2C54BB029840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>
            <a:extLst>
              <a:ext uri="{FF2B5EF4-FFF2-40B4-BE49-F238E27FC236}">
                <a16:creationId xmlns:a16="http://schemas.microsoft.com/office/drawing/2014/main" id="{D538769A-0623-4D7E-9D46-DBB8EE33EC58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C404E06A-4709-C2CC-2F38-7F5CA6825A37}"/>
              </a:ext>
            </a:extLst>
          </p:cNvPr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0B67CE5F-D17E-A6F0-9969-9993848E955D}"/>
              </a:ext>
            </a:extLst>
          </p:cNvPr>
          <p:cNvSpPr txBox="1"/>
          <p:nvPr/>
        </p:nvSpPr>
        <p:spPr>
          <a:xfrm>
            <a:off x="0" y="304469"/>
            <a:ext cx="5760085" cy="103683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lang="en-US" sz="900" spc="-10" dirty="0">
                <a:solidFill>
                  <a:srgbClr val="FFFFFF"/>
                </a:solidFill>
                <a:latin typeface="Georgia"/>
                <a:cs typeface="Georgia"/>
              </a:rPr>
              <a:t>Objective?</a:t>
            </a:r>
            <a:endParaRPr sz="900" dirty="0">
              <a:latin typeface="Georgia"/>
              <a:cs typeface="Georgia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2D5A24E7-686E-56DE-E8A7-ACE669F6A80B}"/>
              </a:ext>
            </a:extLst>
          </p:cNvPr>
          <p:cNvSpPr txBox="1"/>
          <p:nvPr/>
        </p:nvSpPr>
        <p:spPr>
          <a:xfrm>
            <a:off x="347293" y="591291"/>
            <a:ext cx="5105603" cy="8072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  <a:latin typeface="Georgia"/>
                <a:cs typeface="Georgia"/>
              </a:rPr>
              <a:t>Model the relationship between the two variable</a:t>
            </a:r>
            <a:r>
              <a:rPr lang="en-US" sz="1000" dirty="0">
                <a:solidFill>
                  <a:schemeClr val="tx1"/>
                </a:solidFill>
                <a:latin typeface="Georgia"/>
                <a:cs typeface="Georgia"/>
              </a:rPr>
              <a:t>:- such as the relationship between income &amp;expenditure, experience &amp;salary etc.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  <a:latin typeface="Georgia"/>
                <a:cs typeface="Georgia"/>
              </a:rPr>
              <a:t>Forecasting new observation:-</a:t>
            </a:r>
            <a:r>
              <a:rPr lang="en-US" sz="1000" dirty="0">
                <a:solidFill>
                  <a:schemeClr val="tx1"/>
                </a:solidFill>
                <a:latin typeface="Georgia"/>
                <a:cs typeface="Georgia"/>
              </a:rPr>
              <a:t>such as weather forecasting according to the temperature ,revenue of a company according  to the investment in a year ,etc.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sz="1000" b="1" dirty="0">
              <a:solidFill>
                <a:schemeClr val="tx1"/>
              </a:solidFill>
              <a:latin typeface="Georgia"/>
              <a:cs typeface="Georgia"/>
            </a:endParaRPr>
          </a:p>
        </p:txBody>
      </p:sp>
      <p:grpSp>
        <p:nvGrpSpPr>
          <p:cNvPr id="75" name="object 75">
            <a:extLst>
              <a:ext uri="{FF2B5EF4-FFF2-40B4-BE49-F238E27FC236}">
                <a16:creationId xmlns:a16="http://schemas.microsoft.com/office/drawing/2014/main" id="{C586A895-4544-B520-9723-9D4A001D6396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6A227005-C065-F8B9-6F2F-43B3C4A8E71B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6FADC19E-A98B-A331-3B0E-A8CBAAC8F663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422152AF-0F5B-E9BC-7FF6-3D3121C58E65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>
            <a:extLst>
              <a:ext uri="{FF2B5EF4-FFF2-40B4-BE49-F238E27FC236}">
                <a16:creationId xmlns:a16="http://schemas.microsoft.com/office/drawing/2014/main" id="{06521241-44DE-4EDA-D589-6B87A59C527D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840B5A59-5E66-BD7B-C402-22DF7BAD38BA}"/>
              </a:ext>
            </a:extLst>
          </p:cNvPr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644458025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18000000">
            <a:off x="1637490" y="1799855"/>
            <a:ext cx="207619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0"/>
              </a:lnSpc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r>
              <a:rPr sz="2200" spc="285" dirty="0">
                <a:solidFill>
                  <a:srgbClr val="FF8C8C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Rizwan</a:t>
            </a:r>
            <a:r>
              <a:rPr sz="2200" spc="85" dirty="0">
                <a:solidFill>
                  <a:srgbClr val="FF8C8C"/>
                </a:solidFill>
                <a:latin typeface="Georgia"/>
                <a:cs typeface="Georgia"/>
              </a:rPr>
              <a:t> </a:t>
            </a:r>
            <a:r>
              <a:rPr sz="2200" spc="110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What?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7294" y="591291"/>
            <a:ext cx="396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REGRESSION</a:t>
            </a:r>
            <a:r>
              <a:rPr sz="1000" spc="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mapping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continuous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inputs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continuous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outputs.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74" name="object 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8606" y="848728"/>
            <a:ext cx="2852737" cy="2014537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6" name="object 7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18000000">
            <a:off x="1637490" y="1799855"/>
            <a:ext cx="207619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0"/>
              </a:lnSpc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r>
              <a:rPr sz="2200" spc="285" dirty="0">
                <a:solidFill>
                  <a:srgbClr val="FF8C8C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Rizwan</a:t>
            </a:r>
            <a:r>
              <a:rPr sz="2200" spc="85" dirty="0">
                <a:solidFill>
                  <a:srgbClr val="FF8C8C"/>
                </a:solidFill>
                <a:latin typeface="Georgia"/>
                <a:cs typeface="Georgia"/>
              </a:rPr>
              <a:t> </a:t>
            </a:r>
            <a:r>
              <a:rPr sz="2200" spc="110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What?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7294" y="591291"/>
            <a:ext cx="396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REGRESSION</a:t>
            </a:r>
            <a:r>
              <a:rPr sz="1000" spc="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mapping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continuous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inputs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continuous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outputs.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74" name="object 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8606" y="848728"/>
            <a:ext cx="2852737" cy="2019300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6" name="object 7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18000000">
            <a:off x="1637490" y="1799855"/>
            <a:ext cx="2076199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0"/>
              </a:lnSpc>
            </a:pP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(c)Dr.</a:t>
            </a:r>
            <a:r>
              <a:rPr sz="2200" spc="285" dirty="0">
                <a:solidFill>
                  <a:srgbClr val="FF8C8C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FF8C8C"/>
                </a:solidFill>
                <a:latin typeface="Georgia"/>
                <a:cs typeface="Georgia"/>
              </a:rPr>
              <a:t>Rizwan</a:t>
            </a:r>
            <a:r>
              <a:rPr sz="2200" spc="85" dirty="0">
                <a:solidFill>
                  <a:srgbClr val="FF8C8C"/>
                </a:solidFill>
                <a:latin typeface="Georgia"/>
                <a:cs typeface="Georgia"/>
              </a:rPr>
              <a:t> </a:t>
            </a:r>
            <a:r>
              <a:rPr sz="2200" spc="110" dirty="0">
                <a:solidFill>
                  <a:srgbClr val="FF8C8C"/>
                </a:solidFill>
                <a:latin typeface="Georgia"/>
                <a:cs typeface="Georgia"/>
              </a:rPr>
              <a:t>A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What?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7294" y="591291"/>
            <a:ext cx="396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REGRESSION</a:t>
            </a:r>
            <a:r>
              <a:rPr sz="1000" spc="3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mapping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continuous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inputs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continuous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outputs.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4" name="object 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8606" y="848728"/>
            <a:ext cx="2852737" cy="2019300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6" name="object 7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Why?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09193" y="1008443"/>
            <a:ext cx="5142230" cy="388620"/>
            <a:chOff x="309193" y="1008443"/>
            <a:chExt cx="5142230" cy="388620"/>
          </a:xfrm>
        </p:grpSpPr>
        <p:sp>
          <p:nvSpPr>
            <p:cNvPr id="73" name="object 73"/>
            <p:cNvSpPr/>
            <p:nvPr/>
          </p:nvSpPr>
          <p:spPr>
            <a:xfrm>
              <a:off x="309193" y="1008443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194" y="1170965"/>
              <a:ext cx="5141665" cy="5060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09193" y="1215237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09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47294" y="952303"/>
            <a:ext cx="3373120" cy="414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00" dirty="0">
                <a:latin typeface="Georgia"/>
                <a:cs typeface="Georgia"/>
              </a:rPr>
              <a:t>Why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called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machine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learning?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9" name="object 79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488162" y="2967040"/>
            <a:ext cx="3950335" cy="1790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75" baseline="27777" dirty="0">
                <a:latin typeface="Lucida Console"/>
                <a:cs typeface="Lucida Console"/>
              </a:rPr>
              <a:t>1</a:t>
            </a:r>
            <a:r>
              <a:rPr sz="800" spc="50" dirty="0">
                <a:latin typeface="Cambria"/>
                <a:cs typeface="Cambria"/>
                <a:hlinkClick r:id="rId8"/>
              </a:rPr>
              <a:t>http://www.stat.ucla.edu/~nchristo/statistics100C/history_regression.pdf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Why?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09193" y="1008443"/>
            <a:ext cx="5142230" cy="388620"/>
            <a:chOff x="309193" y="1008443"/>
            <a:chExt cx="5142230" cy="388620"/>
          </a:xfrm>
        </p:grpSpPr>
        <p:sp>
          <p:nvSpPr>
            <p:cNvPr id="73" name="object 73"/>
            <p:cNvSpPr/>
            <p:nvPr/>
          </p:nvSpPr>
          <p:spPr>
            <a:xfrm>
              <a:off x="309193" y="1008443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194" y="1170965"/>
              <a:ext cx="5141665" cy="5060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09193" y="1215237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09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309193" y="1523262"/>
            <a:ext cx="5142230" cy="388620"/>
            <a:chOff x="309193" y="1523262"/>
            <a:chExt cx="5142230" cy="388620"/>
          </a:xfrm>
        </p:grpSpPr>
        <p:sp>
          <p:nvSpPr>
            <p:cNvPr id="77" name="object 77"/>
            <p:cNvSpPr/>
            <p:nvPr/>
          </p:nvSpPr>
          <p:spPr>
            <a:xfrm>
              <a:off x="309193" y="1523262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4" y="1685785"/>
              <a:ext cx="5141665" cy="5060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309193" y="1730057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10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47294" y="952303"/>
            <a:ext cx="4271010" cy="9283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00" dirty="0">
                <a:latin typeface="Georgia"/>
                <a:cs typeface="Georgia"/>
              </a:rPr>
              <a:t>Why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called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machine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learning?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As</a:t>
            </a:r>
            <a:r>
              <a:rPr sz="10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per</a:t>
            </a:r>
            <a:r>
              <a:rPr sz="10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dictionary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means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return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previous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less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advanced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worse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state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3" name="object 83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488162" y="2967040"/>
            <a:ext cx="3950335" cy="1790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75" baseline="27777" dirty="0">
                <a:latin typeface="Lucida Console"/>
                <a:cs typeface="Lucida Console"/>
              </a:rPr>
              <a:t>1</a:t>
            </a:r>
            <a:r>
              <a:rPr sz="800" spc="50" dirty="0">
                <a:latin typeface="Cambria"/>
                <a:cs typeface="Cambria"/>
                <a:hlinkClick r:id="rId9"/>
              </a:rPr>
              <a:t>http://www.stat.ucla.edu/~nchristo/statistics100C/history_regression.pdf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Why?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09193" y="1008443"/>
            <a:ext cx="5142230" cy="388620"/>
            <a:chOff x="309193" y="1008443"/>
            <a:chExt cx="5142230" cy="388620"/>
          </a:xfrm>
        </p:grpSpPr>
        <p:sp>
          <p:nvSpPr>
            <p:cNvPr id="73" name="object 73"/>
            <p:cNvSpPr/>
            <p:nvPr/>
          </p:nvSpPr>
          <p:spPr>
            <a:xfrm>
              <a:off x="309193" y="1008443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194" y="1170965"/>
              <a:ext cx="5141665" cy="5060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09193" y="1215237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09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309193" y="1523262"/>
            <a:ext cx="5142230" cy="388620"/>
            <a:chOff x="309193" y="1523262"/>
            <a:chExt cx="5142230" cy="388620"/>
          </a:xfrm>
        </p:grpSpPr>
        <p:sp>
          <p:nvSpPr>
            <p:cNvPr id="77" name="object 77"/>
            <p:cNvSpPr/>
            <p:nvPr/>
          </p:nvSpPr>
          <p:spPr>
            <a:xfrm>
              <a:off x="309193" y="1523262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4" y="1685785"/>
              <a:ext cx="5141665" cy="5060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309193" y="1730057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10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09194" y="952303"/>
            <a:ext cx="4794250" cy="13906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25"/>
              </a:spcBef>
            </a:pPr>
            <a:r>
              <a:rPr sz="1000" spc="-25" dirty="0">
                <a:solidFill>
                  <a:srgbClr val="FFFFFF"/>
                </a:solidFill>
                <a:latin typeface="Georgia"/>
                <a:cs typeface="Georgia"/>
              </a:rPr>
              <a:t>Why</a:t>
            </a:r>
            <a:endParaRPr sz="10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sz="1000" dirty="0">
                <a:latin typeface="Georgia"/>
                <a:cs typeface="Georgia"/>
              </a:rPr>
              <a:t>Why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called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machine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learning?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As</a:t>
            </a:r>
            <a:r>
              <a:rPr sz="10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per</a:t>
            </a:r>
            <a:r>
              <a:rPr sz="10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dictionary</a:t>
            </a:r>
            <a:endParaRPr sz="10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means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return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previous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less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advanced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worse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state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0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latin typeface="Georgia"/>
                <a:cs typeface="Georgia"/>
              </a:rPr>
              <a:t>Read</a:t>
            </a:r>
            <a:r>
              <a:rPr sz="1000" b="1" spc="5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Paper:</a:t>
            </a:r>
            <a:r>
              <a:rPr sz="1000" b="1" spc="10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Galton,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Regression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Towards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Mediocrity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Hereditary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Stature,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1886</a:t>
            </a:r>
            <a:r>
              <a:rPr sz="1050" spc="-15" baseline="27777" dirty="0">
                <a:latin typeface="Georgia"/>
                <a:cs typeface="Georgia"/>
              </a:rPr>
              <a:t>1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3" name="object 83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488162" y="2967040"/>
            <a:ext cx="3950335" cy="1790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75" baseline="27777" dirty="0">
                <a:latin typeface="Lucida Console"/>
                <a:cs typeface="Lucida Console"/>
              </a:rPr>
              <a:t>1</a:t>
            </a:r>
            <a:r>
              <a:rPr sz="800" spc="50" dirty="0">
                <a:latin typeface="Cambria"/>
                <a:cs typeface="Cambria"/>
                <a:hlinkClick r:id="rId9"/>
              </a:rPr>
              <a:t>http://www.stat.ucla.edu/~nchristo/statistics100C/history_regression.pdf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Why?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83" y="561644"/>
            <a:ext cx="2274570" cy="200787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96019" y="635457"/>
            <a:ext cx="57746" cy="57746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2904324" y="556506"/>
            <a:ext cx="2787015" cy="78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According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psychoanalyst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Sigmund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Freud</a:t>
            </a:r>
            <a:r>
              <a:rPr sz="1000" spc="-10" dirty="0">
                <a:latin typeface="Georgia"/>
                <a:cs typeface="Georgia"/>
              </a:rPr>
              <a:t>, </a:t>
            </a:r>
            <a:r>
              <a:rPr sz="1000" spc="-35" dirty="0">
                <a:latin typeface="Georgia"/>
                <a:cs typeface="Georgia"/>
              </a:rPr>
              <a:t>regression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defense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mechanism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leading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 </a:t>
            </a:r>
            <a:r>
              <a:rPr sz="1000" spc="-10" dirty="0">
                <a:latin typeface="Georgia"/>
                <a:cs typeface="Georgia"/>
              </a:rPr>
              <a:t>temporary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long-</a:t>
            </a:r>
            <a:r>
              <a:rPr sz="1000" dirty="0">
                <a:latin typeface="Georgia"/>
                <a:cs typeface="Georgia"/>
              </a:rPr>
              <a:t>term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reversion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ego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 </a:t>
            </a:r>
            <a:r>
              <a:rPr sz="1000" spc="-20" dirty="0">
                <a:latin typeface="Georgia"/>
                <a:cs typeface="Georgia"/>
              </a:rPr>
              <a:t>earlier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stage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development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rather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than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handling unacceptable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impulses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more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adaptive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way.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6" name="object 7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7" name="object 7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88162" y="2967040"/>
            <a:ext cx="3950335" cy="1790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75" baseline="27777" dirty="0">
                <a:latin typeface="Lucida Console"/>
                <a:cs typeface="Lucida Console"/>
              </a:rPr>
              <a:t>2</a:t>
            </a:r>
            <a:r>
              <a:rPr sz="800" spc="50" dirty="0">
                <a:latin typeface="Cambria"/>
                <a:cs typeface="Cambria"/>
                <a:hlinkClick r:id="rId9"/>
              </a:rPr>
              <a:t>http://www.stat.ucla.edu/~nchristo/statistics100C/history_regression.pdf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Why?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83" y="561644"/>
            <a:ext cx="2274570" cy="200787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96019" y="635457"/>
            <a:ext cx="57746" cy="5774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96019" y="1432572"/>
            <a:ext cx="57746" cy="57746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2904324" y="556506"/>
            <a:ext cx="2787015" cy="1430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According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psychoanalyst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Sigmund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Freud</a:t>
            </a:r>
            <a:r>
              <a:rPr sz="1000" spc="-10" dirty="0">
                <a:latin typeface="Georgia"/>
                <a:cs typeface="Georgia"/>
              </a:rPr>
              <a:t>, </a:t>
            </a:r>
            <a:r>
              <a:rPr sz="1000" spc="-35" dirty="0">
                <a:latin typeface="Georgia"/>
                <a:cs typeface="Georgia"/>
              </a:rPr>
              <a:t>regression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defense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mechanism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leading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 </a:t>
            </a:r>
            <a:r>
              <a:rPr sz="1000" spc="-10" dirty="0">
                <a:latin typeface="Georgia"/>
                <a:cs typeface="Georgia"/>
              </a:rPr>
              <a:t>temporary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long-</a:t>
            </a:r>
            <a:r>
              <a:rPr sz="1000" dirty="0">
                <a:latin typeface="Georgia"/>
                <a:cs typeface="Georgia"/>
              </a:rPr>
              <a:t>term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reversion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ego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 </a:t>
            </a:r>
            <a:r>
              <a:rPr sz="1000" spc="-20" dirty="0">
                <a:latin typeface="Georgia"/>
                <a:cs typeface="Georgia"/>
              </a:rPr>
              <a:t>earlier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stage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development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rather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than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handling unacceptable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impulses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more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adaptive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way.</a:t>
            </a:r>
            <a:endParaRPr sz="1000">
              <a:latin typeface="Georgia"/>
              <a:cs typeface="Georgia"/>
            </a:endParaRPr>
          </a:p>
          <a:p>
            <a:pPr marL="12700" marR="84455">
              <a:lnSpc>
                <a:spcPct val="100000"/>
              </a:lnSpc>
              <a:spcBef>
                <a:spcPts val="275"/>
              </a:spcBef>
            </a:pPr>
            <a:r>
              <a:rPr sz="1000" dirty="0">
                <a:latin typeface="Georgia"/>
                <a:cs typeface="Georgia"/>
              </a:rPr>
              <a:t>In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machine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learning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usage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word </a:t>
            </a: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linked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article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by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“Galton”</a:t>
            </a:r>
            <a:r>
              <a:rPr sz="1000" dirty="0">
                <a:latin typeface="Georgia"/>
                <a:cs typeface="Georgia"/>
              </a:rPr>
              <a:t>.</a:t>
            </a:r>
            <a:r>
              <a:rPr sz="1000" spc="15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 </a:t>
            </a:r>
            <a:r>
              <a:rPr sz="1000" dirty="0">
                <a:latin typeface="Georgia"/>
                <a:cs typeface="Georgia"/>
              </a:rPr>
              <a:t>this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article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“Galton”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showed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average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height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population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regresses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towards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mean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7" name="object 7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8" name="object 78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88162" y="2967040"/>
            <a:ext cx="3950335" cy="1790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75" baseline="27777" dirty="0">
                <a:latin typeface="Lucida Console"/>
                <a:cs typeface="Lucida Console"/>
              </a:rPr>
              <a:t>2</a:t>
            </a:r>
            <a:r>
              <a:rPr sz="800" spc="50" dirty="0">
                <a:latin typeface="Cambria"/>
                <a:cs typeface="Cambria"/>
                <a:hlinkClick r:id="rId10"/>
              </a:rPr>
              <a:t>http://www.stat.ucla.edu/~nchristo/statistics100C/history_regression.pdf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Why?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83" y="561644"/>
            <a:ext cx="2274570" cy="200787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96019" y="635457"/>
            <a:ext cx="57746" cy="5774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96019" y="1432572"/>
            <a:ext cx="57746" cy="577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96019" y="2077847"/>
            <a:ext cx="57746" cy="57746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2904324" y="556506"/>
            <a:ext cx="2787015" cy="1619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According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psychoanalyst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Sigmund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Freud</a:t>
            </a:r>
            <a:r>
              <a:rPr sz="1000" spc="-10" dirty="0">
                <a:latin typeface="Georgia"/>
                <a:cs typeface="Georgia"/>
              </a:rPr>
              <a:t>, </a:t>
            </a:r>
            <a:r>
              <a:rPr sz="1000" spc="-35" dirty="0">
                <a:latin typeface="Georgia"/>
                <a:cs typeface="Georgia"/>
              </a:rPr>
              <a:t>regression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defense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mechanism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leading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 </a:t>
            </a:r>
            <a:r>
              <a:rPr sz="1000" spc="-10" dirty="0">
                <a:latin typeface="Georgia"/>
                <a:cs typeface="Georgia"/>
              </a:rPr>
              <a:t>temporary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long-</a:t>
            </a:r>
            <a:r>
              <a:rPr sz="1000" dirty="0">
                <a:latin typeface="Georgia"/>
                <a:cs typeface="Georgia"/>
              </a:rPr>
              <a:t>term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reversion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ego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 </a:t>
            </a:r>
            <a:r>
              <a:rPr sz="1000" spc="-20" dirty="0">
                <a:latin typeface="Georgia"/>
                <a:cs typeface="Georgia"/>
              </a:rPr>
              <a:t>earlier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stage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development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rather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than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handling unacceptable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impulses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more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adaptive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way.</a:t>
            </a:r>
            <a:endParaRPr sz="1000">
              <a:latin typeface="Georgia"/>
              <a:cs typeface="Georgia"/>
            </a:endParaRPr>
          </a:p>
          <a:p>
            <a:pPr marL="12700" marR="84455">
              <a:lnSpc>
                <a:spcPct val="100000"/>
              </a:lnSpc>
              <a:spcBef>
                <a:spcPts val="275"/>
              </a:spcBef>
            </a:pPr>
            <a:r>
              <a:rPr sz="1000" dirty="0">
                <a:latin typeface="Georgia"/>
                <a:cs typeface="Georgia"/>
              </a:rPr>
              <a:t>In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machine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learning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usage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word </a:t>
            </a:r>
            <a:r>
              <a:rPr sz="1000" spc="-10" dirty="0">
                <a:latin typeface="Georgia"/>
                <a:cs typeface="Georgia"/>
              </a:rPr>
              <a:t>“regression”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linked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article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by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“Galton”</a:t>
            </a:r>
            <a:r>
              <a:rPr sz="1000" dirty="0">
                <a:latin typeface="Georgia"/>
                <a:cs typeface="Georgia"/>
              </a:rPr>
              <a:t>.</a:t>
            </a:r>
            <a:r>
              <a:rPr sz="1000" spc="15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In </a:t>
            </a:r>
            <a:r>
              <a:rPr sz="1000" dirty="0">
                <a:latin typeface="Georgia"/>
                <a:cs typeface="Georgia"/>
              </a:rPr>
              <a:t>this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article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“Galton”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showed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average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height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population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regresses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towards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2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mean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latin typeface="Georgia"/>
                <a:cs typeface="Georgia"/>
              </a:rPr>
              <a:t>So,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this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relationship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b/w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height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parent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855070" y="2258326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431" y="0"/>
                </a:lnTo>
              </a:path>
            </a:pathLst>
          </a:custGeom>
          <a:ln w="5054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842370" y="2232319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EC008C"/>
                </a:solidFill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878924" y="2150724"/>
            <a:ext cx="2736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children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linear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with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85" dirty="0">
                <a:solidFill>
                  <a:srgbClr val="EC008C"/>
                </a:solidFill>
                <a:latin typeface="Calibri"/>
                <a:cs typeface="Calibri"/>
              </a:rPr>
              <a:t>m</a:t>
            </a:r>
            <a:r>
              <a:rPr sz="1000" i="1" spc="1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i="1" spc="275" dirty="0">
                <a:solidFill>
                  <a:srgbClr val="EC008C"/>
                </a:solidFill>
                <a:latin typeface="Calibri"/>
                <a:cs typeface="Calibri"/>
              </a:rPr>
              <a:t>&lt;</a:t>
            </a:r>
            <a:r>
              <a:rPr sz="1000" i="1" spc="1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1</a:t>
            </a:r>
            <a:r>
              <a:rPr sz="1000" spc="5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Lucida Sans Unicode"/>
                <a:cs typeface="Lucida Sans Unicode"/>
              </a:rPr>
              <a:t>≈</a:t>
            </a:r>
            <a:r>
              <a:rPr sz="1000" spc="30" dirty="0">
                <a:solidFill>
                  <a:srgbClr val="EC008C"/>
                </a:solidFill>
                <a:latin typeface="Lucida Sans Unicode"/>
                <a:cs typeface="Lucida Sans Unicode"/>
              </a:rPr>
              <a:t> </a:t>
            </a:r>
            <a:r>
              <a:rPr sz="1050" baseline="31746" dirty="0">
                <a:solidFill>
                  <a:srgbClr val="EC008C"/>
                </a:solidFill>
                <a:latin typeface="Georgia"/>
                <a:cs typeface="Georgia"/>
              </a:rPr>
              <a:t>2</a:t>
            </a:r>
            <a:r>
              <a:rPr sz="1050" spc="-75" baseline="31746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.</a:t>
            </a:r>
            <a:r>
              <a:rPr sz="1000" spc="1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From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here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09194" y="2302565"/>
            <a:ext cx="4961255" cy="668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7310" marR="177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this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term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used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tech.</a:t>
            </a:r>
            <a:r>
              <a:rPr sz="1000" spc="11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find mathematical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relationship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b/w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quantities.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700" b="1" spc="20" dirty="0">
                <a:latin typeface="Georgia"/>
                <a:cs typeface="Georgia"/>
              </a:rPr>
              <a:t>Image</a:t>
            </a:r>
            <a:r>
              <a:rPr sz="700" b="1" spc="200" dirty="0">
                <a:latin typeface="Georgia"/>
                <a:cs typeface="Georgia"/>
              </a:rPr>
              <a:t> </a:t>
            </a:r>
            <a:r>
              <a:rPr sz="700" b="1" spc="20" dirty="0">
                <a:latin typeface="Georgia"/>
                <a:cs typeface="Georgia"/>
              </a:rPr>
              <a:t>from</a:t>
            </a:r>
            <a:r>
              <a:rPr sz="700" b="1" spc="204" dirty="0">
                <a:latin typeface="Georgia"/>
                <a:cs typeface="Georgia"/>
              </a:rPr>
              <a:t> </a:t>
            </a:r>
            <a:r>
              <a:rPr sz="700" b="1" spc="20" dirty="0">
                <a:latin typeface="Georgia"/>
                <a:cs typeface="Georgia"/>
              </a:rPr>
              <a:t>article:</a:t>
            </a:r>
            <a:r>
              <a:rPr sz="700" b="1" spc="26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Galton,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Regression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Towards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Mediocrity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in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Hereditary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Stature,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1886</a:t>
            </a:r>
            <a:r>
              <a:rPr sz="750" spc="-15" baseline="33333" dirty="0">
                <a:latin typeface="Georgia"/>
                <a:cs typeface="Georgia"/>
              </a:rPr>
              <a:t>2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59994" y="298129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3" name="object 83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488162" y="2967040"/>
            <a:ext cx="3950335" cy="1790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75" baseline="27777" dirty="0">
                <a:latin typeface="Lucida Console"/>
                <a:cs typeface="Lucida Console"/>
              </a:rPr>
              <a:t>2</a:t>
            </a:r>
            <a:r>
              <a:rPr sz="800" spc="50" dirty="0">
                <a:latin typeface="Cambria"/>
                <a:cs typeface="Cambria"/>
                <a:hlinkClick r:id="rId11"/>
              </a:rPr>
              <a:t>http://www.stat.ucla.edu/~nchristo/statistics100C/history_regression.pdf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329758" y="3128823"/>
            <a:ext cx="25781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Toy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5739" y="1154810"/>
            <a:ext cx="1745932" cy="1211580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2483269" y="538812"/>
            <a:ext cx="443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0" dirty="0">
                <a:latin typeface="Georgia"/>
                <a:cs typeface="Georgia"/>
              </a:rPr>
              <a:t>Dataset:</a:t>
            </a:r>
            <a:endParaRPr sz="700">
              <a:latin typeface="Georgia"/>
              <a:cs typeface="Georgia"/>
            </a:endParaRPr>
          </a:p>
        </p:txBody>
      </p:sp>
      <p:graphicFrame>
        <p:nvGraphicFramePr>
          <p:cNvPr id="74" name="object 74"/>
          <p:cNvGraphicFramePr>
            <a:graphicFrameLocks noGrp="1"/>
          </p:cNvGraphicFramePr>
          <p:nvPr/>
        </p:nvGraphicFramePr>
        <p:xfrm>
          <a:off x="3265779" y="753948"/>
          <a:ext cx="1478914" cy="716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045"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Georgia"/>
                          <a:cs typeface="Georgia"/>
                        </a:rPr>
                        <a:t>Experience</a:t>
                      </a:r>
                      <a:r>
                        <a:rPr sz="700" b="1" spc="40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00" b="1" spc="-10" dirty="0">
                          <a:latin typeface="Georgia"/>
                          <a:cs typeface="Georgia"/>
                        </a:rPr>
                        <a:t>(Yrs)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Georgia"/>
                          <a:cs typeface="Georgia"/>
                        </a:rPr>
                        <a:t>Salary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">
                <a:tc>
                  <a:txBody>
                    <a:bodyPr/>
                    <a:lstStyle/>
                    <a:p>
                      <a:pPr algn="ctr">
                        <a:lnSpc>
                          <a:spcPts val="585"/>
                        </a:lnSpc>
                      </a:pPr>
                      <a:r>
                        <a:rPr sz="700" spc="45" dirty="0">
                          <a:latin typeface="Georgia"/>
                          <a:cs typeface="Georgia"/>
                        </a:rPr>
                        <a:t>1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30k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1.3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33k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1.8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36k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50" dirty="0">
                          <a:latin typeface="Georgia"/>
                          <a:cs typeface="Georgia"/>
                        </a:rPr>
                        <a:t>2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45k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3.3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65k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..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..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5" name="object 7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28011" y="1732368"/>
            <a:ext cx="57746" cy="5774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8011" y="1871535"/>
            <a:ext cx="57746" cy="57746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28011" y="2149894"/>
            <a:ext cx="57746" cy="57746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28011" y="2529471"/>
            <a:ext cx="57746" cy="57746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2457869" y="1519297"/>
            <a:ext cx="2699385" cy="11010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00" b="1" dirty="0">
                <a:latin typeface="Georgia"/>
                <a:cs typeface="Georgia"/>
              </a:rPr>
              <a:t>Problem</a:t>
            </a:r>
            <a:r>
              <a:rPr sz="700" b="1" spc="365" dirty="0">
                <a:latin typeface="Georgia"/>
                <a:cs typeface="Georgia"/>
              </a:rPr>
              <a:t> </a:t>
            </a:r>
            <a:r>
              <a:rPr sz="700" b="1" spc="-10" dirty="0">
                <a:latin typeface="Georgia"/>
                <a:cs typeface="Georgia"/>
              </a:rPr>
              <a:t>Setting:</a:t>
            </a:r>
            <a:endParaRPr sz="700" dirty="0">
              <a:latin typeface="Georgia"/>
              <a:cs typeface="Georgia"/>
            </a:endParaRPr>
          </a:p>
          <a:p>
            <a:pPr marL="290830">
              <a:lnSpc>
                <a:spcPct val="100000"/>
              </a:lnSpc>
              <a:spcBef>
                <a:spcPts val="254"/>
              </a:spcBef>
            </a:pPr>
            <a:r>
              <a:rPr sz="700" dirty="0">
                <a:latin typeface="Georgia"/>
                <a:cs typeface="Georgia"/>
              </a:rPr>
              <a:t>Set</a:t>
            </a:r>
            <a:r>
              <a:rPr sz="700" spc="28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of</a:t>
            </a:r>
            <a:r>
              <a:rPr sz="700" spc="28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real-valued</a:t>
            </a:r>
            <a:r>
              <a:rPr sz="700" spc="29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instances</a:t>
            </a:r>
            <a:r>
              <a:rPr sz="700" spc="285" dirty="0">
                <a:latin typeface="Georgia"/>
                <a:cs typeface="Georgia"/>
              </a:rPr>
              <a:t> </a:t>
            </a:r>
            <a:r>
              <a:rPr sz="700" i="1" spc="24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700" dirty="0">
              <a:latin typeface="Calibri"/>
              <a:cs typeface="Calibri"/>
            </a:endParaRPr>
          </a:p>
          <a:p>
            <a:pPr marL="290830">
              <a:lnSpc>
                <a:spcPct val="100000"/>
              </a:lnSpc>
              <a:spcBef>
                <a:spcPts val="254"/>
              </a:spcBef>
            </a:pPr>
            <a:r>
              <a:rPr sz="700" dirty="0">
                <a:latin typeface="Georgia"/>
                <a:cs typeface="Georgia"/>
              </a:rPr>
              <a:t>Unknown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target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function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i="1" spc="17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700" i="1" spc="2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sz="700" spc="1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29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700" i="1" spc="229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→</a:t>
            </a:r>
            <a:r>
              <a:rPr sz="700" i="1" spc="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endParaRPr sz="70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00" b="1" spc="-10" dirty="0">
                <a:latin typeface="Georgia"/>
                <a:cs typeface="Georgia"/>
              </a:rPr>
              <a:t>Input:</a:t>
            </a:r>
            <a:endParaRPr sz="700" dirty="0">
              <a:latin typeface="Georgia"/>
              <a:cs typeface="Georgia"/>
            </a:endParaRPr>
          </a:p>
          <a:p>
            <a:pPr marL="290830" marR="30480">
              <a:lnSpc>
                <a:spcPts val="700"/>
              </a:lnSpc>
              <a:spcBef>
                <a:spcPts val="495"/>
              </a:spcBef>
            </a:pPr>
            <a:r>
              <a:rPr sz="1050" spc="97" baseline="7936" dirty="0">
                <a:solidFill>
                  <a:srgbClr val="FF0000"/>
                </a:solidFill>
                <a:latin typeface="Georgia"/>
                <a:cs typeface="Georgia"/>
              </a:rPr>
              <a:t>“n”</a:t>
            </a:r>
            <a:r>
              <a:rPr sz="1050" spc="277" baseline="7936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50" baseline="7936" dirty="0">
                <a:latin typeface="Georgia"/>
                <a:cs typeface="Georgia"/>
              </a:rPr>
              <a:t>training</a:t>
            </a:r>
            <a:r>
              <a:rPr sz="1050" spc="284" baseline="7936" dirty="0">
                <a:latin typeface="Georgia"/>
                <a:cs typeface="Georgia"/>
              </a:rPr>
              <a:t> </a:t>
            </a:r>
            <a:r>
              <a:rPr sz="1050" baseline="7936" dirty="0">
                <a:latin typeface="Georgia"/>
                <a:cs typeface="Georgia"/>
              </a:rPr>
              <a:t>examples</a:t>
            </a:r>
            <a:r>
              <a:rPr sz="1050" spc="277" baseline="7936" dirty="0">
                <a:latin typeface="Georgia"/>
                <a:cs typeface="Georgia"/>
              </a:rPr>
              <a:t> </a:t>
            </a:r>
            <a:r>
              <a:rPr sz="1050" i="1" spc="300" baseline="7936" dirty="0">
                <a:solidFill>
                  <a:srgbClr val="0000FF"/>
                </a:solidFill>
                <a:latin typeface="Times New Roman"/>
                <a:cs typeface="Times New Roman"/>
              </a:rPr>
              <a:t>{</a:t>
            </a:r>
            <a:r>
              <a:rPr sz="1050" i="1" spc="300" baseline="7936" dirty="0">
                <a:solidFill>
                  <a:srgbClr val="0000FF"/>
                </a:solidFill>
                <a:latin typeface="Calibri"/>
                <a:cs typeface="Calibri"/>
              </a:rPr>
              <a:t>&lt;</a:t>
            </a:r>
            <a:r>
              <a:rPr sz="1050" i="1" spc="202" baseline="793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50" i="1" spc="179" baseline="7936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500" i="1" spc="120" dirty="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sz="1050" i="1" spc="179" baseline="7936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50" i="1" spc="22" baseline="793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50" i="1" spc="150" baseline="7936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500" i="1" spc="100" dirty="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sz="500" i="1" spc="2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50" i="1" spc="209" baseline="7936" dirty="0">
                <a:solidFill>
                  <a:srgbClr val="0000FF"/>
                </a:solidFill>
                <a:latin typeface="Calibri"/>
                <a:cs typeface="Calibri"/>
              </a:rPr>
              <a:t>&gt;</a:t>
            </a:r>
            <a:r>
              <a:rPr sz="1050" i="1" spc="209" baseline="7936" dirty="0">
                <a:solidFill>
                  <a:srgbClr val="0000FF"/>
                </a:solidFill>
                <a:latin typeface="Times New Roman"/>
                <a:cs typeface="Times New Roman"/>
              </a:rPr>
              <a:t>}</a:t>
            </a:r>
            <a:r>
              <a:rPr sz="1050" spc="209" baseline="7936" dirty="0">
                <a:latin typeface="Georgia"/>
                <a:cs typeface="Georgia"/>
              </a:rPr>
              <a:t>.</a:t>
            </a:r>
            <a:r>
              <a:rPr sz="1050" spc="442" baseline="7936" dirty="0">
                <a:latin typeface="Georgia"/>
                <a:cs typeface="Georgia"/>
              </a:rPr>
              <a:t> </a:t>
            </a:r>
            <a:r>
              <a:rPr sz="1050" baseline="7936" dirty="0">
                <a:latin typeface="Georgia"/>
                <a:cs typeface="Georgia"/>
              </a:rPr>
              <a:t>For</a:t>
            </a:r>
            <a:r>
              <a:rPr sz="1050" spc="284" baseline="7936" dirty="0">
                <a:latin typeface="Georgia"/>
                <a:cs typeface="Georgia"/>
              </a:rPr>
              <a:t> </a:t>
            </a:r>
            <a:r>
              <a:rPr sz="1050" baseline="7936" dirty="0">
                <a:latin typeface="Georgia"/>
                <a:cs typeface="Georgia"/>
              </a:rPr>
              <a:t>example</a:t>
            </a:r>
            <a:r>
              <a:rPr sz="1050" spc="277" baseline="7936" dirty="0">
                <a:latin typeface="Georgia"/>
                <a:cs typeface="Georgia"/>
              </a:rPr>
              <a:t> </a:t>
            </a:r>
            <a:r>
              <a:rPr sz="1050" i="1" spc="225" baseline="7936" dirty="0">
                <a:latin typeface="Calibri"/>
                <a:cs typeface="Calibri"/>
              </a:rPr>
              <a:t>x</a:t>
            </a:r>
            <a:r>
              <a:rPr sz="1050" i="1" spc="284" baseline="7936" dirty="0">
                <a:latin typeface="Calibri"/>
                <a:cs typeface="Calibri"/>
              </a:rPr>
              <a:t> </a:t>
            </a:r>
            <a:r>
              <a:rPr sz="1050" spc="-37" baseline="7936" dirty="0">
                <a:latin typeface="Georgia"/>
                <a:cs typeface="Georgia"/>
              </a:rPr>
              <a:t>is</a:t>
            </a:r>
            <a:r>
              <a:rPr sz="1050" spc="750" baseline="7936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experience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i="1" spc="90" dirty="0">
                <a:latin typeface="Calibri"/>
                <a:cs typeface="Calibri"/>
              </a:rPr>
              <a:t>y</a:t>
            </a:r>
            <a:r>
              <a:rPr sz="700" i="1" spc="240" dirty="0">
                <a:latin typeface="Calibri"/>
                <a:cs typeface="Calibri"/>
              </a:rPr>
              <a:t> </a:t>
            </a:r>
            <a:r>
              <a:rPr sz="700" dirty="0">
                <a:latin typeface="Georgia"/>
                <a:cs typeface="Georgia"/>
              </a:rPr>
              <a:t>is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salary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of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person.</a:t>
            </a:r>
            <a:endParaRPr sz="700" dirty="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0"/>
              </a:spcBef>
            </a:pPr>
            <a:r>
              <a:rPr sz="700" b="1" spc="-10" dirty="0">
                <a:latin typeface="Georgia"/>
                <a:cs typeface="Georgia"/>
              </a:rPr>
              <a:t>Output:</a:t>
            </a:r>
            <a:endParaRPr sz="700" dirty="0">
              <a:latin typeface="Georgia"/>
              <a:cs typeface="Georgia"/>
            </a:endParaRPr>
          </a:p>
          <a:p>
            <a:pPr marL="290830">
              <a:lnSpc>
                <a:spcPct val="100000"/>
              </a:lnSpc>
              <a:spcBef>
                <a:spcPts val="254"/>
              </a:spcBef>
            </a:pPr>
            <a:r>
              <a:rPr sz="700" dirty="0">
                <a:latin typeface="Georgia"/>
                <a:cs typeface="Georgia"/>
              </a:rPr>
              <a:t>Function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i="1" spc="17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700" i="1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sz="7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29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700" i="1" spc="1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→</a:t>
            </a:r>
            <a:r>
              <a:rPr sz="700" i="1" spc="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00" i="1" spc="1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700" i="1" spc="3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spc="-50" dirty="0">
                <a:latin typeface="Georgia"/>
                <a:cs typeface="Georgia"/>
              </a:rPr>
              <a:t>.</a:t>
            </a:r>
            <a:endParaRPr sz="700" dirty="0">
              <a:latin typeface="Georgia"/>
              <a:cs typeface="Georgi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1" name="object 81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Toy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5739" y="1154810"/>
            <a:ext cx="1745932" cy="1211580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2483269" y="538812"/>
            <a:ext cx="443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0" dirty="0">
                <a:latin typeface="Georgia"/>
                <a:cs typeface="Georgia"/>
              </a:rPr>
              <a:t>Dataset:</a:t>
            </a:r>
            <a:endParaRPr sz="700">
              <a:latin typeface="Georgia"/>
              <a:cs typeface="Georgia"/>
            </a:endParaRPr>
          </a:p>
        </p:txBody>
      </p:sp>
      <p:graphicFrame>
        <p:nvGraphicFramePr>
          <p:cNvPr id="74" name="object 74"/>
          <p:cNvGraphicFramePr>
            <a:graphicFrameLocks noGrp="1"/>
          </p:cNvGraphicFramePr>
          <p:nvPr/>
        </p:nvGraphicFramePr>
        <p:xfrm>
          <a:off x="3265779" y="753948"/>
          <a:ext cx="1478914" cy="716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045"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Georgia"/>
                          <a:cs typeface="Georgia"/>
                        </a:rPr>
                        <a:t>Experience</a:t>
                      </a:r>
                      <a:r>
                        <a:rPr sz="700" b="1" spc="40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00" b="1" spc="-10" dirty="0">
                          <a:latin typeface="Georgia"/>
                          <a:cs typeface="Georgia"/>
                        </a:rPr>
                        <a:t>(Yrs)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Georgia"/>
                          <a:cs typeface="Georgia"/>
                        </a:rPr>
                        <a:t>Salary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">
                <a:tc>
                  <a:txBody>
                    <a:bodyPr/>
                    <a:lstStyle/>
                    <a:p>
                      <a:pPr algn="ctr">
                        <a:lnSpc>
                          <a:spcPts val="585"/>
                        </a:lnSpc>
                      </a:pPr>
                      <a:r>
                        <a:rPr sz="700" spc="45" dirty="0">
                          <a:latin typeface="Georgia"/>
                          <a:cs typeface="Georgia"/>
                        </a:rPr>
                        <a:t>1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30k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1.3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33k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1.8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36k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50" dirty="0">
                          <a:latin typeface="Georgia"/>
                          <a:cs typeface="Georgia"/>
                        </a:rPr>
                        <a:t>2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45k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3.3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65k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..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..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5" name="object 7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28011" y="1732368"/>
            <a:ext cx="57746" cy="5774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8011" y="1871535"/>
            <a:ext cx="57746" cy="57746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28011" y="2149894"/>
            <a:ext cx="57746" cy="57746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28011" y="2529471"/>
            <a:ext cx="57746" cy="57746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2445156" y="2746197"/>
            <a:ext cx="3126105" cy="192405"/>
          </a:xfrm>
          <a:custGeom>
            <a:avLst/>
            <a:gdLst/>
            <a:ahLst/>
            <a:cxnLst/>
            <a:rect l="l" t="t" r="r" b="b"/>
            <a:pathLst>
              <a:path w="3126104" h="192405">
                <a:moveTo>
                  <a:pt x="3125673" y="44437"/>
                </a:moveTo>
                <a:lnTo>
                  <a:pt x="3124377" y="44437"/>
                </a:lnTo>
                <a:lnTo>
                  <a:pt x="3121672" y="31076"/>
                </a:lnTo>
                <a:lnTo>
                  <a:pt x="3110750" y="14922"/>
                </a:lnTo>
                <a:lnTo>
                  <a:pt x="3094596" y="4013"/>
                </a:lnTo>
                <a:lnTo>
                  <a:pt x="3074873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82" y="44437"/>
                </a:lnTo>
                <a:lnTo>
                  <a:pt x="0" y="44437"/>
                </a:lnTo>
                <a:lnTo>
                  <a:pt x="0" y="50800"/>
                </a:lnTo>
                <a:lnTo>
                  <a:pt x="0" y="82384"/>
                </a:lnTo>
                <a:lnTo>
                  <a:pt x="0" y="141592"/>
                </a:lnTo>
                <a:lnTo>
                  <a:pt x="4013" y="161328"/>
                </a:lnTo>
                <a:lnTo>
                  <a:pt x="14922" y="177482"/>
                </a:lnTo>
                <a:lnTo>
                  <a:pt x="31076" y="188391"/>
                </a:lnTo>
                <a:lnTo>
                  <a:pt x="50812" y="192405"/>
                </a:lnTo>
                <a:lnTo>
                  <a:pt x="3074873" y="192405"/>
                </a:lnTo>
                <a:lnTo>
                  <a:pt x="3094596" y="188391"/>
                </a:lnTo>
                <a:lnTo>
                  <a:pt x="3110750" y="177482"/>
                </a:lnTo>
                <a:lnTo>
                  <a:pt x="3121672" y="161328"/>
                </a:lnTo>
                <a:lnTo>
                  <a:pt x="3125673" y="141592"/>
                </a:lnTo>
                <a:lnTo>
                  <a:pt x="3125673" y="82384"/>
                </a:lnTo>
                <a:lnTo>
                  <a:pt x="3125673" y="50800"/>
                </a:lnTo>
                <a:lnTo>
                  <a:pt x="3125673" y="44437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2445169" y="1519297"/>
            <a:ext cx="3100070" cy="138811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55"/>
              </a:spcBef>
            </a:pPr>
            <a:r>
              <a:rPr sz="700" b="1" dirty="0">
                <a:latin typeface="Georgia"/>
                <a:cs typeface="Georgia"/>
              </a:rPr>
              <a:t>Problem</a:t>
            </a:r>
            <a:r>
              <a:rPr sz="700" b="1" spc="365" dirty="0">
                <a:latin typeface="Georgia"/>
                <a:cs typeface="Georgia"/>
              </a:rPr>
              <a:t> </a:t>
            </a:r>
            <a:r>
              <a:rPr sz="700" b="1" spc="-10" dirty="0">
                <a:latin typeface="Georgia"/>
                <a:cs typeface="Georgia"/>
              </a:rPr>
              <a:t>Setting:</a:t>
            </a:r>
            <a:endParaRPr sz="700" dirty="0">
              <a:latin typeface="Georgia"/>
              <a:cs typeface="Georgia"/>
            </a:endParaRPr>
          </a:p>
          <a:p>
            <a:pPr marL="303530">
              <a:lnSpc>
                <a:spcPct val="100000"/>
              </a:lnSpc>
              <a:spcBef>
                <a:spcPts val="254"/>
              </a:spcBef>
            </a:pPr>
            <a:r>
              <a:rPr sz="700" dirty="0">
                <a:latin typeface="Georgia"/>
                <a:cs typeface="Georgia"/>
              </a:rPr>
              <a:t>Set</a:t>
            </a:r>
            <a:r>
              <a:rPr sz="700" spc="28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of</a:t>
            </a:r>
            <a:r>
              <a:rPr sz="700" spc="28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real-valued</a:t>
            </a:r>
            <a:r>
              <a:rPr sz="700" spc="29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instances</a:t>
            </a:r>
            <a:r>
              <a:rPr sz="700" spc="285" dirty="0">
                <a:latin typeface="Georgia"/>
                <a:cs typeface="Georgia"/>
              </a:rPr>
              <a:t> </a:t>
            </a:r>
            <a:r>
              <a:rPr sz="700" i="1" spc="24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700" dirty="0">
              <a:latin typeface="Calibri"/>
              <a:cs typeface="Calibri"/>
            </a:endParaRPr>
          </a:p>
          <a:p>
            <a:pPr marL="303530">
              <a:lnSpc>
                <a:spcPct val="100000"/>
              </a:lnSpc>
              <a:spcBef>
                <a:spcPts val="254"/>
              </a:spcBef>
            </a:pPr>
            <a:r>
              <a:rPr sz="700" dirty="0">
                <a:latin typeface="Georgia"/>
                <a:cs typeface="Georgia"/>
              </a:rPr>
              <a:t>Unknown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target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function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i="1" spc="17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700" i="1" spc="2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sz="700" spc="1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29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700" i="1" spc="229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→</a:t>
            </a:r>
            <a:r>
              <a:rPr sz="700" i="1" spc="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endParaRPr sz="7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59"/>
              </a:spcBef>
            </a:pPr>
            <a:r>
              <a:rPr sz="700" b="1" spc="-10" dirty="0">
                <a:latin typeface="Georgia"/>
                <a:cs typeface="Georgia"/>
              </a:rPr>
              <a:t>Input:</a:t>
            </a:r>
            <a:endParaRPr sz="700" dirty="0">
              <a:latin typeface="Georgia"/>
              <a:cs typeface="Georgia"/>
            </a:endParaRPr>
          </a:p>
          <a:p>
            <a:pPr marL="303530" marR="418465">
              <a:lnSpc>
                <a:spcPts val="700"/>
              </a:lnSpc>
              <a:spcBef>
                <a:spcPts val="495"/>
              </a:spcBef>
            </a:pPr>
            <a:r>
              <a:rPr sz="1050" spc="97" baseline="7936" dirty="0">
                <a:solidFill>
                  <a:srgbClr val="FF0000"/>
                </a:solidFill>
                <a:latin typeface="Georgia"/>
                <a:cs typeface="Georgia"/>
              </a:rPr>
              <a:t>“n”</a:t>
            </a:r>
            <a:r>
              <a:rPr sz="1050" spc="277" baseline="7936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50" baseline="7936" dirty="0">
                <a:latin typeface="Georgia"/>
                <a:cs typeface="Georgia"/>
              </a:rPr>
              <a:t>training</a:t>
            </a:r>
            <a:r>
              <a:rPr sz="1050" spc="284" baseline="7936" dirty="0">
                <a:latin typeface="Georgia"/>
                <a:cs typeface="Georgia"/>
              </a:rPr>
              <a:t> </a:t>
            </a:r>
            <a:r>
              <a:rPr sz="1050" baseline="7936" dirty="0">
                <a:latin typeface="Georgia"/>
                <a:cs typeface="Georgia"/>
              </a:rPr>
              <a:t>examples</a:t>
            </a:r>
            <a:r>
              <a:rPr sz="1050" spc="277" baseline="7936" dirty="0">
                <a:latin typeface="Georgia"/>
                <a:cs typeface="Georgia"/>
              </a:rPr>
              <a:t> </a:t>
            </a:r>
            <a:r>
              <a:rPr sz="1050" i="1" spc="300" baseline="7936" dirty="0">
                <a:solidFill>
                  <a:srgbClr val="0000FF"/>
                </a:solidFill>
                <a:latin typeface="Times New Roman"/>
                <a:cs typeface="Times New Roman"/>
              </a:rPr>
              <a:t>{</a:t>
            </a:r>
            <a:r>
              <a:rPr sz="1050" i="1" spc="300" baseline="7936" dirty="0">
                <a:solidFill>
                  <a:srgbClr val="0000FF"/>
                </a:solidFill>
                <a:latin typeface="Calibri"/>
                <a:cs typeface="Calibri"/>
              </a:rPr>
              <a:t>&lt;</a:t>
            </a:r>
            <a:r>
              <a:rPr sz="1050" i="1" spc="202" baseline="793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50" i="1" spc="179" baseline="7936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500" i="1" spc="120" dirty="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sz="1050" i="1" spc="179" baseline="7936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50" i="1" spc="22" baseline="793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50" i="1" spc="150" baseline="7936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500" i="1" spc="100" dirty="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sz="500" i="1" spc="2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50" i="1" spc="209" baseline="7936" dirty="0">
                <a:solidFill>
                  <a:srgbClr val="0000FF"/>
                </a:solidFill>
                <a:latin typeface="Calibri"/>
                <a:cs typeface="Calibri"/>
              </a:rPr>
              <a:t>&gt;</a:t>
            </a:r>
            <a:r>
              <a:rPr sz="1050" i="1" spc="209" baseline="7936" dirty="0">
                <a:solidFill>
                  <a:srgbClr val="0000FF"/>
                </a:solidFill>
                <a:latin typeface="Times New Roman"/>
                <a:cs typeface="Times New Roman"/>
              </a:rPr>
              <a:t>}</a:t>
            </a:r>
            <a:r>
              <a:rPr sz="1050" spc="209" baseline="7936" dirty="0">
                <a:latin typeface="Georgia"/>
                <a:cs typeface="Georgia"/>
              </a:rPr>
              <a:t>.</a:t>
            </a:r>
            <a:r>
              <a:rPr sz="1050" spc="442" baseline="7936" dirty="0">
                <a:latin typeface="Georgia"/>
                <a:cs typeface="Georgia"/>
              </a:rPr>
              <a:t> </a:t>
            </a:r>
            <a:r>
              <a:rPr sz="1050" baseline="7936" dirty="0">
                <a:latin typeface="Georgia"/>
                <a:cs typeface="Georgia"/>
              </a:rPr>
              <a:t>For</a:t>
            </a:r>
            <a:r>
              <a:rPr sz="1050" spc="284" baseline="7936" dirty="0">
                <a:latin typeface="Georgia"/>
                <a:cs typeface="Georgia"/>
              </a:rPr>
              <a:t> </a:t>
            </a:r>
            <a:r>
              <a:rPr sz="1050" baseline="7936" dirty="0">
                <a:latin typeface="Georgia"/>
                <a:cs typeface="Georgia"/>
              </a:rPr>
              <a:t>example</a:t>
            </a:r>
            <a:r>
              <a:rPr sz="1050" spc="277" baseline="7936" dirty="0">
                <a:latin typeface="Georgia"/>
                <a:cs typeface="Georgia"/>
              </a:rPr>
              <a:t> </a:t>
            </a:r>
            <a:r>
              <a:rPr sz="1050" i="1" spc="225" baseline="7936" dirty="0">
                <a:latin typeface="Calibri"/>
                <a:cs typeface="Calibri"/>
              </a:rPr>
              <a:t>x</a:t>
            </a:r>
            <a:r>
              <a:rPr sz="1050" i="1" spc="284" baseline="7936" dirty="0">
                <a:latin typeface="Calibri"/>
                <a:cs typeface="Calibri"/>
              </a:rPr>
              <a:t> </a:t>
            </a:r>
            <a:r>
              <a:rPr sz="1050" spc="-37" baseline="7936" dirty="0">
                <a:latin typeface="Georgia"/>
                <a:cs typeface="Georgia"/>
              </a:rPr>
              <a:t>is</a:t>
            </a:r>
            <a:r>
              <a:rPr sz="1050" spc="750" baseline="7936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experience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i="1" spc="90" dirty="0">
                <a:latin typeface="Calibri"/>
                <a:cs typeface="Calibri"/>
              </a:rPr>
              <a:t>y</a:t>
            </a:r>
            <a:r>
              <a:rPr sz="700" i="1" spc="240" dirty="0">
                <a:latin typeface="Calibri"/>
                <a:cs typeface="Calibri"/>
              </a:rPr>
              <a:t> </a:t>
            </a:r>
            <a:r>
              <a:rPr sz="700" dirty="0">
                <a:latin typeface="Georgia"/>
                <a:cs typeface="Georgia"/>
              </a:rPr>
              <a:t>is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salary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of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person.</a:t>
            </a:r>
            <a:endParaRPr sz="70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250"/>
              </a:spcBef>
            </a:pPr>
            <a:r>
              <a:rPr sz="700" b="1" spc="-10" dirty="0">
                <a:latin typeface="Georgia"/>
                <a:cs typeface="Georgia"/>
              </a:rPr>
              <a:t>Output:</a:t>
            </a:r>
            <a:endParaRPr sz="700" dirty="0">
              <a:latin typeface="Georgia"/>
              <a:cs typeface="Georgia"/>
            </a:endParaRPr>
          </a:p>
          <a:p>
            <a:pPr marL="303530">
              <a:lnSpc>
                <a:spcPct val="100000"/>
              </a:lnSpc>
              <a:spcBef>
                <a:spcPts val="254"/>
              </a:spcBef>
            </a:pPr>
            <a:r>
              <a:rPr sz="700" dirty="0">
                <a:latin typeface="Georgia"/>
                <a:cs typeface="Georgia"/>
              </a:rPr>
              <a:t>Function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i="1" spc="17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700" i="1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sz="7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29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700" i="1" spc="1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→</a:t>
            </a:r>
            <a:r>
              <a:rPr sz="700" i="1" spc="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00" i="1" spc="1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700" i="1" spc="3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spc="-50" dirty="0">
                <a:latin typeface="Georgia"/>
                <a:cs typeface="Georgia"/>
              </a:rPr>
              <a:t>.</a:t>
            </a:r>
            <a:endParaRPr sz="7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70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700" spc="60" dirty="0">
                <a:latin typeface="Georgia"/>
                <a:cs typeface="Georgia"/>
              </a:rPr>
              <a:t>What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would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be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the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salary</a:t>
            </a:r>
            <a:r>
              <a:rPr sz="700" spc="22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for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person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with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experience</a:t>
            </a:r>
            <a:r>
              <a:rPr sz="700" spc="22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of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2.5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years?</a:t>
            </a:r>
            <a:endParaRPr sz="700" dirty="0">
              <a:latin typeface="Georgia"/>
              <a:cs typeface="Georgi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2" name="object 82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How?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0984" y="893152"/>
            <a:ext cx="2327910" cy="161543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36073" y="919213"/>
            <a:ext cx="57746" cy="577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36073" y="1260830"/>
            <a:ext cx="57746" cy="5774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36073" y="1501228"/>
            <a:ext cx="57746" cy="57746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3605161" y="1966985"/>
            <a:ext cx="101600" cy="379730"/>
            <a:chOff x="3605161" y="1966985"/>
            <a:chExt cx="101600" cy="379730"/>
          </a:xfrm>
        </p:grpSpPr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05161" y="1966985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05161" y="2106164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05161" y="2245344"/>
              <a:ext cx="101057" cy="101057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3465931" y="878220"/>
            <a:ext cx="2083435" cy="147320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90830" marR="61594">
              <a:lnSpc>
                <a:spcPts val="800"/>
              </a:lnSpc>
              <a:spcBef>
                <a:spcPts val="155"/>
              </a:spcBef>
            </a:pPr>
            <a:r>
              <a:rPr sz="700" spc="10" dirty="0">
                <a:latin typeface="Georgia"/>
                <a:cs typeface="Georgia"/>
              </a:rPr>
              <a:t>Model</a:t>
            </a:r>
            <a:r>
              <a:rPr sz="700" spc="25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relationship</a:t>
            </a:r>
            <a:r>
              <a:rPr sz="700" spc="26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between</a:t>
            </a:r>
            <a:r>
              <a:rPr sz="700" spc="26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inputs</a:t>
            </a:r>
            <a:r>
              <a:rPr sz="700" spc="26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and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outputs</a:t>
            </a:r>
            <a:r>
              <a:rPr sz="700" spc="30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using</a:t>
            </a:r>
            <a:r>
              <a:rPr sz="700" spc="30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linear</a:t>
            </a:r>
            <a:r>
              <a:rPr sz="700" spc="30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function</a:t>
            </a:r>
            <a:r>
              <a:rPr sz="700" spc="305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i.e.</a:t>
            </a:r>
            <a:endParaRPr sz="700">
              <a:latin typeface="Georgia"/>
              <a:cs typeface="Georgia"/>
            </a:endParaRPr>
          </a:p>
          <a:p>
            <a:pPr marL="290830">
              <a:lnSpc>
                <a:spcPts val="775"/>
              </a:lnSpc>
            </a:pPr>
            <a:r>
              <a:rPr sz="700" i="1" spc="9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spc="155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700" spc="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150" dirty="0">
                <a:solidFill>
                  <a:srgbClr val="0000FF"/>
                </a:solidFill>
                <a:latin typeface="Calibri"/>
                <a:cs typeface="Calibri"/>
              </a:rPr>
              <a:t>mx</a:t>
            </a:r>
            <a:r>
              <a:rPr sz="700" i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spc="155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-2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700" spc="-25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290830" marR="30480">
              <a:lnSpc>
                <a:spcPts val="800"/>
              </a:lnSpc>
              <a:spcBef>
                <a:spcPts val="315"/>
              </a:spcBef>
            </a:pPr>
            <a:r>
              <a:rPr sz="700" dirty="0">
                <a:latin typeface="Georgia"/>
                <a:cs typeface="Georgia"/>
              </a:rPr>
              <a:t>For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more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complex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problem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this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can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be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extended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to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non-linear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function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as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well.</a:t>
            </a:r>
            <a:endParaRPr sz="700">
              <a:latin typeface="Georgia"/>
              <a:cs typeface="Georgia"/>
            </a:endParaRPr>
          </a:p>
          <a:p>
            <a:pPr marL="290830" marR="140970">
              <a:lnSpc>
                <a:spcPts val="800"/>
              </a:lnSpc>
              <a:spcBef>
                <a:spcPts val="295"/>
              </a:spcBef>
            </a:pPr>
            <a:r>
              <a:rPr sz="700" dirty="0">
                <a:latin typeface="Georgia"/>
                <a:cs typeface="Georgia"/>
              </a:rPr>
              <a:t>This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example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is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of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linear</a:t>
            </a:r>
            <a:r>
              <a:rPr sz="700" spc="2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-10" dirty="0">
                <a:solidFill>
                  <a:srgbClr val="0000FF"/>
                </a:solidFill>
                <a:latin typeface="Georgia"/>
                <a:cs typeface="Georgia"/>
              </a:rPr>
              <a:t>regression</a:t>
            </a:r>
            <a:r>
              <a:rPr sz="700" spc="5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with</a:t>
            </a:r>
            <a:r>
              <a:rPr sz="700" spc="2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one</a:t>
            </a:r>
            <a:r>
              <a:rPr sz="700" spc="2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variable</a:t>
            </a:r>
            <a:r>
              <a:rPr sz="700" spc="2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or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FF0000"/>
                </a:solidFill>
                <a:latin typeface="Georgia"/>
                <a:cs typeface="Georgia"/>
              </a:rPr>
              <a:t>univariate</a:t>
            </a:r>
            <a:r>
              <a:rPr sz="700" spc="2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spc="-10" dirty="0">
                <a:solidFill>
                  <a:srgbClr val="FF0000"/>
                </a:solidFill>
                <a:latin typeface="Georgia"/>
                <a:cs typeface="Georgia"/>
              </a:rPr>
              <a:t>linear</a:t>
            </a:r>
            <a:r>
              <a:rPr sz="700" spc="5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spc="-10" dirty="0">
                <a:solidFill>
                  <a:srgbClr val="FF0000"/>
                </a:solidFill>
                <a:latin typeface="Georgia"/>
                <a:cs typeface="Georgia"/>
              </a:rPr>
              <a:t>regression</a:t>
            </a:r>
            <a:r>
              <a:rPr sz="700" spc="-10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29"/>
              </a:spcBef>
            </a:pP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How</a:t>
            </a:r>
            <a:r>
              <a:rPr sz="700" b="1" spc="14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do</a:t>
            </a:r>
            <a:r>
              <a:rPr sz="700" b="1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we</a:t>
            </a:r>
            <a:r>
              <a:rPr sz="700" b="1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find</a:t>
            </a:r>
            <a:r>
              <a:rPr sz="700" b="1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best</a:t>
            </a:r>
            <a:r>
              <a:rPr sz="700" b="1" spc="14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fit</a:t>
            </a:r>
            <a:r>
              <a:rPr sz="700" b="1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line?</a:t>
            </a:r>
            <a:r>
              <a:rPr sz="700" b="1" spc="27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i="1" spc="9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700" i="1" spc="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700" spc="155" dirty="0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sz="700" spc="9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i="1" spc="150" dirty="0">
                <a:solidFill>
                  <a:srgbClr val="FF0000"/>
                </a:solidFill>
                <a:latin typeface="Calibri"/>
                <a:cs typeface="Calibri"/>
              </a:rPr>
              <a:t>mx</a:t>
            </a:r>
            <a:r>
              <a:rPr sz="700" i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700" spc="155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700" spc="-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i="1" spc="1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endParaRPr sz="7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  <a:spcBef>
                <a:spcPts val="254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0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-10" dirty="0">
                <a:latin typeface="Georgia"/>
                <a:cs typeface="Georgia"/>
              </a:rPr>
              <a:t>Calculus</a:t>
            </a:r>
            <a:endParaRPr sz="700">
              <a:latin typeface="Georgia"/>
              <a:cs typeface="Georgia"/>
            </a:endParaRPr>
          </a:p>
          <a:p>
            <a:pPr marL="16764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19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dirty="0">
                <a:latin typeface="Georgia"/>
                <a:cs typeface="Georgia"/>
              </a:rPr>
              <a:t>Random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Search</a:t>
            </a:r>
            <a:endParaRPr sz="700">
              <a:latin typeface="Georgia"/>
              <a:cs typeface="Georgia"/>
            </a:endParaRPr>
          </a:p>
          <a:p>
            <a:pPr marL="16764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12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dirty="0">
                <a:latin typeface="Georgia"/>
                <a:cs typeface="Georgia"/>
              </a:rPr>
              <a:t>Brute</a:t>
            </a:r>
            <a:r>
              <a:rPr sz="700" spc="17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force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3" name="object 83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11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How?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3148" y="839050"/>
            <a:ext cx="2282190" cy="174878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36073" y="788479"/>
            <a:ext cx="57746" cy="577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36073" y="1130096"/>
            <a:ext cx="57746" cy="5774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36073" y="1370495"/>
            <a:ext cx="57746" cy="57746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3605161" y="1836251"/>
            <a:ext cx="101600" cy="379730"/>
            <a:chOff x="3605161" y="1836251"/>
            <a:chExt cx="101600" cy="379730"/>
          </a:xfrm>
        </p:grpSpPr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05161" y="1836251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05161" y="1975430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05161" y="2114610"/>
              <a:ext cx="101057" cy="101057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3453231" y="747486"/>
            <a:ext cx="2108835" cy="19945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03530" marR="74295">
              <a:lnSpc>
                <a:spcPts val="800"/>
              </a:lnSpc>
              <a:spcBef>
                <a:spcPts val="155"/>
              </a:spcBef>
            </a:pPr>
            <a:r>
              <a:rPr sz="700" spc="10" dirty="0">
                <a:latin typeface="Georgia"/>
                <a:cs typeface="Georgia"/>
              </a:rPr>
              <a:t>Model</a:t>
            </a:r>
            <a:r>
              <a:rPr sz="700" spc="25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relationship</a:t>
            </a:r>
            <a:r>
              <a:rPr sz="700" spc="26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between</a:t>
            </a:r>
            <a:r>
              <a:rPr sz="700" spc="26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inputs</a:t>
            </a:r>
            <a:r>
              <a:rPr sz="700" spc="26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and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outputs</a:t>
            </a:r>
            <a:r>
              <a:rPr sz="700" spc="30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using</a:t>
            </a:r>
            <a:r>
              <a:rPr sz="700" spc="30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linear</a:t>
            </a:r>
            <a:r>
              <a:rPr sz="700" spc="30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function</a:t>
            </a:r>
            <a:r>
              <a:rPr sz="700" spc="305" dirty="0">
                <a:latin typeface="Georgia"/>
                <a:cs typeface="Georgia"/>
              </a:rPr>
              <a:t> </a:t>
            </a:r>
            <a:r>
              <a:rPr sz="700" spc="-20" dirty="0">
                <a:latin typeface="Georgia"/>
                <a:cs typeface="Georgia"/>
              </a:rPr>
              <a:t>i.e.</a:t>
            </a:r>
            <a:endParaRPr sz="700">
              <a:latin typeface="Georgia"/>
              <a:cs typeface="Georgia"/>
            </a:endParaRPr>
          </a:p>
          <a:p>
            <a:pPr marL="303530">
              <a:lnSpc>
                <a:spcPts val="775"/>
              </a:lnSpc>
            </a:pPr>
            <a:r>
              <a:rPr sz="700" i="1" spc="9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spc="155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700" spc="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150" dirty="0">
                <a:solidFill>
                  <a:srgbClr val="0000FF"/>
                </a:solidFill>
                <a:latin typeface="Calibri"/>
                <a:cs typeface="Calibri"/>
              </a:rPr>
              <a:t>mx</a:t>
            </a:r>
            <a:r>
              <a:rPr sz="700" i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spc="155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-2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700" spc="-25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303530" marR="43180">
              <a:lnSpc>
                <a:spcPts val="800"/>
              </a:lnSpc>
              <a:spcBef>
                <a:spcPts val="315"/>
              </a:spcBef>
            </a:pPr>
            <a:r>
              <a:rPr sz="700" dirty="0">
                <a:latin typeface="Georgia"/>
                <a:cs typeface="Georgia"/>
              </a:rPr>
              <a:t>For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more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complex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problem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this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can</a:t>
            </a:r>
            <a:r>
              <a:rPr sz="700" spc="235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be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extended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to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non-linear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function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as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well.</a:t>
            </a:r>
            <a:endParaRPr sz="700">
              <a:latin typeface="Georgia"/>
              <a:cs typeface="Georgia"/>
            </a:endParaRPr>
          </a:p>
          <a:p>
            <a:pPr marL="303530" marR="152400">
              <a:lnSpc>
                <a:spcPts val="800"/>
              </a:lnSpc>
              <a:spcBef>
                <a:spcPts val="295"/>
              </a:spcBef>
            </a:pPr>
            <a:r>
              <a:rPr sz="700" dirty="0">
                <a:latin typeface="Georgia"/>
                <a:cs typeface="Georgia"/>
              </a:rPr>
              <a:t>This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example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is</a:t>
            </a:r>
            <a:r>
              <a:rPr sz="700" spc="22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of</a:t>
            </a:r>
            <a:r>
              <a:rPr sz="700" spc="229" dirty="0">
                <a:latin typeface="Georgia"/>
                <a:cs typeface="Georgia"/>
              </a:rPr>
              <a:t> 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linear</a:t>
            </a:r>
            <a:r>
              <a:rPr sz="700" spc="2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-10" dirty="0">
                <a:solidFill>
                  <a:srgbClr val="0000FF"/>
                </a:solidFill>
                <a:latin typeface="Georgia"/>
                <a:cs typeface="Georgia"/>
              </a:rPr>
              <a:t>regression</a:t>
            </a:r>
            <a:r>
              <a:rPr sz="700" spc="5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with</a:t>
            </a:r>
            <a:r>
              <a:rPr sz="700" spc="2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one</a:t>
            </a:r>
            <a:r>
              <a:rPr sz="700" spc="2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variable</a:t>
            </a:r>
            <a:r>
              <a:rPr sz="700" spc="2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or</a:t>
            </a:r>
            <a:r>
              <a:rPr sz="700" spc="215" dirty="0"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FF0000"/>
                </a:solidFill>
                <a:latin typeface="Georgia"/>
                <a:cs typeface="Georgia"/>
              </a:rPr>
              <a:t>univariate</a:t>
            </a:r>
            <a:r>
              <a:rPr sz="700" spc="2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spc="-10" dirty="0">
                <a:solidFill>
                  <a:srgbClr val="FF0000"/>
                </a:solidFill>
                <a:latin typeface="Georgia"/>
                <a:cs typeface="Georgia"/>
              </a:rPr>
              <a:t>linear</a:t>
            </a:r>
            <a:r>
              <a:rPr sz="700" spc="5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spc="-10" dirty="0">
                <a:solidFill>
                  <a:srgbClr val="FF0000"/>
                </a:solidFill>
                <a:latin typeface="Georgia"/>
                <a:cs typeface="Georgia"/>
              </a:rPr>
              <a:t>regression</a:t>
            </a:r>
            <a:r>
              <a:rPr sz="700" spc="-10" dirty="0">
                <a:latin typeface="Georgia"/>
                <a:cs typeface="Georgia"/>
              </a:rPr>
              <a:t>.</a:t>
            </a:r>
            <a:endParaRPr sz="7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229"/>
              </a:spcBef>
            </a:pP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How</a:t>
            </a:r>
            <a:r>
              <a:rPr sz="700" b="1" spc="14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do</a:t>
            </a:r>
            <a:r>
              <a:rPr sz="700" b="1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we</a:t>
            </a:r>
            <a:r>
              <a:rPr sz="700" b="1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find</a:t>
            </a:r>
            <a:r>
              <a:rPr sz="700" b="1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best</a:t>
            </a:r>
            <a:r>
              <a:rPr sz="700" b="1" spc="14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fit</a:t>
            </a:r>
            <a:r>
              <a:rPr sz="700" b="1" spc="14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b="1" dirty="0">
                <a:solidFill>
                  <a:srgbClr val="FF0000"/>
                </a:solidFill>
                <a:latin typeface="Georgia"/>
                <a:cs typeface="Georgia"/>
              </a:rPr>
              <a:t>line?</a:t>
            </a:r>
            <a:r>
              <a:rPr sz="700" b="1" spc="27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i="1" spc="9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700" i="1" spc="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700" spc="155" dirty="0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sz="700" spc="9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i="1" spc="150" dirty="0">
                <a:solidFill>
                  <a:srgbClr val="FF0000"/>
                </a:solidFill>
                <a:latin typeface="Calibri"/>
                <a:cs typeface="Calibri"/>
              </a:rPr>
              <a:t>mx</a:t>
            </a:r>
            <a:r>
              <a:rPr sz="700" i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700" spc="155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700" spc="-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700" i="1" spc="1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endParaRPr sz="700">
              <a:latin typeface="Calibri"/>
              <a:cs typeface="Calibri"/>
            </a:endParaRPr>
          </a:p>
          <a:p>
            <a:pPr marL="180340">
              <a:lnSpc>
                <a:spcPct val="100000"/>
              </a:lnSpc>
              <a:spcBef>
                <a:spcPts val="254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0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-10" dirty="0">
                <a:latin typeface="Georgia"/>
                <a:cs typeface="Georgia"/>
              </a:rPr>
              <a:t>Calculus</a:t>
            </a:r>
            <a:endParaRPr sz="700">
              <a:latin typeface="Georgia"/>
              <a:cs typeface="Georgia"/>
            </a:endParaRPr>
          </a:p>
          <a:p>
            <a:pPr marL="18034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19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dirty="0">
                <a:latin typeface="Georgia"/>
                <a:cs typeface="Georgia"/>
              </a:rPr>
              <a:t>Random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Search</a:t>
            </a:r>
            <a:endParaRPr sz="700">
              <a:latin typeface="Georgia"/>
              <a:cs typeface="Georgia"/>
            </a:endParaRPr>
          </a:p>
          <a:p>
            <a:pPr marL="18034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12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dirty="0">
                <a:latin typeface="Georgia"/>
                <a:cs typeface="Georgia"/>
              </a:rPr>
              <a:t>Brute</a:t>
            </a:r>
            <a:r>
              <a:rPr sz="700" spc="17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force</a:t>
            </a:r>
            <a:endParaRPr sz="7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7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Georgia"/>
              <a:cs typeface="Georgia"/>
            </a:endParaRPr>
          </a:p>
          <a:p>
            <a:pPr marL="50800" marR="106045">
              <a:lnSpc>
                <a:spcPct val="142300"/>
              </a:lnSpc>
              <a:spcBef>
                <a:spcPts val="5"/>
              </a:spcBef>
            </a:pPr>
            <a:r>
              <a:rPr sz="700" spc="50" dirty="0">
                <a:solidFill>
                  <a:srgbClr val="EC008C"/>
                </a:solidFill>
                <a:latin typeface="Georgia"/>
                <a:cs typeface="Georgia"/>
              </a:rPr>
              <a:t>Best</a:t>
            </a:r>
            <a:r>
              <a:rPr sz="700" spc="18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dirty="0">
                <a:solidFill>
                  <a:srgbClr val="EC008C"/>
                </a:solidFill>
                <a:latin typeface="Georgia"/>
                <a:cs typeface="Georgia"/>
              </a:rPr>
              <a:t>line</a:t>
            </a:r>
            <a:r>
              <a:rPr sz="700" spc="19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will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be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the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one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50" dirty="0">
                <a:latin typeface="Georgia"/>
                <a:cs typeface="Georgia"/>
              </a:rPr>
              <a:t>that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minimizes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the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error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between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line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the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50" dirty="0">
                <a:latin typeface="Georgia"/>
                <a:cs typeface="Georgia"/>
              </a:rPr>
              <a:t>data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points.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3" name="object 83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11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 rot="18000000">
            <a:off x="2347903" y="1556921"/>
            <a:ext cx="935924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0"/>
              </a:lnSpc>
            </a:pPr>
            <a:r>
              <a:rPr sz="2200" spc="-45" dirty="0">
                <a:solidFill>
                  <a:srgbClr val="FF8C8C"/>
                </a:solidFill>
                <a:latin typeface="Georgia"/>
                <a:cs typeface="Georgia"/>
              </a:rPr>
              <a:t>Rizwan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Effect</a:t>
            </a:r>
            <a:r>
              <a:rPr sz="9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Parameters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47294" y="794974"/>
            <a:ext cx="1479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Hypothesis</a:t>
            </a:r>
            <a:r>
              <a:rPr sz="1000" spc="8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mx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sz="1000" b="1" spc="-10" dirty="0">
                <a:latin typeface="Georgia"/>
                <a:cs typeface="Georgia"/>
              </a:rPr>
              <a:t>Choices</a:t>
            </a:r>
            <a:r>
              <a:rPr sz="1000" b="1" spc="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of</a:t>
            </a:r>
            <a:r>
              <a:rPr sz="1000" b="1" spc="1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parameters: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5" name="object 7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997" y="1135938"/>
            <a:ext cx="1708785" cy="93325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038" y="2350541"/>
            <a:ext cx="57746" cy="57746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420344" y="2233631"/>
            <a:ext cx="42672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1.5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2038" y="2540330"/>
            <a:ext cx="57746" cy="577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73579" y="1135938"/>
            <a:ext cx="1708785" cy="93325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05621" y="2350541"/>
            <a:ext cx="57746" cy="577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05621" y="2540330"/>
            <a:ext cx="57746" cy="5774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2313927" y="2233631"/>
            <a:ext cx="47561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0.5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83" name="object 8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16794" y="1135938"/>
            <a:ext cx="1708785" cy="93325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48836" y="2350541"/>
            <a:ext cx="57746" cy="57746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4157141" y="2233631"/>
            <a:ext cx="47561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0.5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6" name="object 8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48836" y="2540330"/>
            <a:ext cx="57746" cy="57746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Effect</a:t>
            </a:r>
            <a:r>
              <a:rPr sz="9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Parameters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47294" y="794974"/>
            <a:ext cx="1479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Hypothesis</a:t>
            </a:r>
            <a:r>
              <a:rPr sz="1000" spc="8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mx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sz="1000" b="1" spc="-10" dirty="0">
                <a:latin typeface="Georgia"/>
                <a:cs typeface="Georgia"/>
              </a:rPr>
              <a:t>Choices</a:t>
            </a:r>
            <a:r>
              <a:rPr sz="1000" b="1" spc="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of</a:t>
            </a:r>
            <a:r>
              <a:rPr sz="1000" b="1" spc="1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parameters: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5" name="object 7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997" y="1218425"/>
            <a:ext cx="1700022" cy="920115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038" y="2268054"/>
            <a:ext cx="57746" cy="57746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420344" y="2151145"/>
            <a:ext cx="42672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1.5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2038" y="2457843"/>
            <a:ext cx="57746" cy="577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20900" y="1168329"/>
            <a:ext cx="1708785" cy="933259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05621" y="2350541"/>
            <a:ext cx="57746" cy="577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05621" y="2540330"/>
            <a:ext cx="57746" cy="5774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2313927" y="2233631"/>
            <a:ext cx="47561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0.5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83" name="object 8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16794" y="1135938"/>
            <a:ext cx="1708785" cy="93325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48836" y="2350541"/>
            <a:ext cx="57746" cy="57746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4157141" y="2233631"/>
            <a:ext cx="47561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0.5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6" name="object 8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48836" y="2540330"/>
            <a:ext cx="57746" cy="57746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 rot="18000000">
            <a:off x="2347903" y="1556921"/>
            <a:ext cx="935924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0"/>
              </a:lnSpc>
            </a:pPr>
            <a:r>
              <a:rPr sz="2200" spc="-45" dirty="0">
                <a:solidFill>
                  <a:srgbClr val="FF8C8C"/>
                </a:solidFill>
                <a:latin typeface="Georgia"/>
                <a:cs typeface="Georgia"/>
              </a:rPr>
              <a:t>Rizwan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Effect</a:t>
            </a:r>
            <a:r>
              <a:rPr sz="9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Parameters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47294" y="794974"/>
            <a:ext cx="1479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Hypothesis</a:t>
            </a:r>
            <a:r>
              <a:rPr sz="1000" spc="8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mx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sz="1000" b="1" spc="-10" dirty="0">
                <a:latin typeface="Georgia"/>
                <a:cs typeface="Georgia"/>
              </a:rPr>
              <a:t>Choices</a:t>
            </a:r>
            <a:r>
              <a:rPr sz="1000" b="1" spc="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of</a:t>
            </a:r>
            <a:r>
              <a:rPr sz="1000" b="1" spc="1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parameters: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5" name="object 7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997" y="1218425"/>
            <a:ext cx="1700022" cy="920115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038" y="2268054"/>
            <a:ext cx="57746" cy="57746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420344" y="2151145"/>
            <a:ext cx="42672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1.5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2038" y="2457843"/>
            <a:ext cx="57746" cy="577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73579" y="1218425"/>
            <a:ext cx="1669351" cy="920115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05621" y="2268054"/>
            <a:ext cx="57746" cy="577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05621" y="2457843"/>
            <a:ext cx="57746" cy="5774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2313927" y="2151145"/>
            <a:ext cx="47561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0.5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3" name="object 8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916794" y="1135938"/>
            <a:ext cx="1708785" cy="93325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48836" y="2350541"/>
            <a:ext cx="57746" cy="57746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4157141" y="2233631"/>
            <a:ext cx="47561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0.5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6" name="object 8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048836" y="2540330"/>
            <a:ext cx="57746" cy="57746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 rot="18000000">
            <a:off x="2347903" y="1556921"/>
            <a:ext cx="935924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0"/>
              </a:lnSpc>
            </a:pPr>
            <a:r>
              <a:rPr sz="2200" spc="-45" dirty="0">
                <a:solidFill>
                  <a:srgbClr val="FF8C8C"/>
                </a:solidFill>
                <a:latin typeface="Georgia"/>
                <a:cs typeface="Georgia"/>
              </a:rPr>
              <a:t>Rizwan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Effect</a:t>
            </a:r>
            <a:r>
              <a:rPr sz="9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Parameters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47294" y="860963"/>
            <a:ext cx="1479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Hypothesis</a:t>
            </a:r>
            <a:r>
              <a:rPr sz="1000" spc="8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mx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sz="1000" b="1" spc="-10" dirty="0">
                <a:latin typeface="Georgia"/>
                <a:cs typeface="Georgia"/>
              </a:rPr>
              <a:t>Choices</a:t>
            </a:r>
            <a:r>
              <a:rPr sz="1000" b="1" spc="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of</a:t>
            </a:r>
            <a:r>
              <a:rPr sz="1000" b="1" spc="1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parameters: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5" name="object 7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997" y="1201927"/>
            <a:ext cx="1700022" cy="920115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038" y="2251557"/>
            <a:ext cx="57746" cy="57746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420344" y="2134647"/>
            <a:ext cx="42672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1.5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2038" y="2441346"/>
            <a:ext cx="57746" cy="577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73579" y="1201927"/>
            <a:ext cx="1669351" cy="920115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05621" y="2251557"/>
            <a:ext cx="57746" cy="5774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05621" y="2441346"/>
            <a:ext cx="57746" cy="5774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2313927" y="2134647"/>
            <a:ext cx="47561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0.5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3" name="object 8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916794" y="1204125"/>
            <a:ext cx="1673732" cy="915733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48836" y="2249373"/>
            <a:ext cx="57746" cy="57746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4157141" y="2132463"/>
            <a:ext cx="47561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0.5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6" name="object 8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048836" y="2439149"/>
            <a:ext cx="57746" cy="57746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90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A90055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Toy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Effect</a:t>
            </a:r>
            <a:r>
              <a:rPr sz="9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Parameters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47294" y="772393"/>
            <a:ext cx="14795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Hypothesis</a:t>
            </a:r>
            <a:r>
              <a:rPr sz="1000" spc="8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mx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sz="1000" b="1" spc="-10" dirty="0">
                <a:latin typeface="Georgia"/>
                <a:cs typeface="Georgia"/>
              </a:rPr>
              <a:t>Choices</a:t>
            </a:r>
            <a:r>
              <a:rPr sz="1000" b="1" spc="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of</a:t>
            </a:r>
            <a:r>
              <a:rPr sz="1000" b="1" spc="1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parameters: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5" name="object 7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997" y="1113358"/>
            <a:ext cx="1700022" cy="920115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038" y="2162987"/>
            <a:ext cx="57746" cy="57746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420344" y="2046078"/>
            <a:ext cx="602615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1.5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i="1" spc="185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000" i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5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2038" y="2352776"/>
            <a:ext cx="57746" cy="5774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038" y="2542565"/>
            <a:ext cx="57746" cy="57746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73579" y="1113358"/>
            <a:ext cx="1669351" cy="920115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05621" y="2162987"/>
            <a:ext cx="57746" cy="57746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05621" y="2352776"/>
            <a:ext cx="57746" cy="57746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05621" y="2542565"/>
            <a:ext cx="57746" cy="57746"/>
          </a:xfrm>
          <a:prstGeom prst="rect">
            <a:avLst/>
          </a:prstGeom>
        </p:spPr>
      </p:pic>
      <p:sp>
        <p:nvSpPr>
          <p:cNvPr id="84" name="object 84"/>
          <p:cNvSpPr txBox="1"/>
          <p:nvPr/>
        </p:nvSpPr>
        <p:spPr>
          <a:xfrm>
            <a:off x="2313927" y="2046078"/>
            <a:ext cx="702945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50" dirty="0">
                <a:latin typeface="Georgia"/>
                <a:cs typeface="Georgia"/>
              </a:rPr>
              <a:t>0</a:t>
            </a:r>
            <a:endParaRPr sz="1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0.5</a:t>
            </a:r>
            <a:endParaRPr sz="1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i="1" spc="185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000" i="1" spc="-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5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8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1000" dirty="0">
              <a:latin typeface="Calibri"/>
              <a:cs typeface="Calibri"/>
            </a:endParaRPr>
          </a:p>
        </p:txBody>
      </p:sp>
      <p:pic>
        <p:nvPicPr>
          <p:cNvPr id="85" name="object 8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916794" y="1115555"/>
            <a:ext cx="1673732" cy="915733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048836" y="2160803"/>
            <a:ext cx="57746" cy="57746"/>
          </a:xfrm>
          <a:prstGeom prst="rect">
            <a:avLst/>
          </a:prstGeom>
        </p:spPr>
      </p:pic>
      <p:sp>
        <p:nvSpPr>
          <p:cNvPr id="87" name="object 87"/>
          <p:cNvSpPr txBox="1"/>
          <p:nvPr/>
        </p:nvSpPr>
        <p:spPr>
          <a:xfrm>
            <a:off x="4157141" y="2043893"/>
            <a:ext cx="920750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Georgia"/>
                <a:cs typeface="Georgia"/>
              </a:rPr>
              <a:t>c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m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0.5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i="1" spc="185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1000" i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7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5</a:t>
            </a:r>
            <a:r>
              <a:rPr sz="1000" spc="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3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88" name="object 8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48836" y="2350592"/>
            <a:ext cx="57746" cy="57746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48836" y="2540380"/>
            <a:ext cx="57746" cy="57746"/>
          </a:xfrm>
          <a:prstGeom prst="rect">
            <a:avLst/>
          </a:prstGeom>
        </p:spPr>
      </p:pic>
      <p:grpSp>
        <p:nvGrpSpPr>
          <p:cNvPr id="90" name="object 90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1" name="object 91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A900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95" dirty="0"/>
              <a:t>13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14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Cost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Function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Cost</a:t>
            </a:r>
            <a:r>
              <a:rPr sz="900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27304" y="730238"/>
            <a:ext cx="3060065" cy="43497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795"/>
              </a:spcBef>
            </a:pPr>
            <a:r>
              <a:rPr sz="1000" spc="-20" dirty="0">
                <a:latin typeface="Georgia"/>
                <a:cs typeface="Georgia"/>
              </a:rPr>
              <a:t>Define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cost</a:t>
            </a:r>
            <a:r>
              <a:rPr sz="1000" spc="2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function</a:t>
            </a:r>
            <a:r>
              <a:rPr sz="1000" spc="2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find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best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line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for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dataset.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700" b="1" spc="-10" dirty="0">
                <a:latin typeface="Georgia"/>
                <a:cs typeface="Georgia"/>
              </a:rPr>
              <a:t>Dataset:</a:t>
            </a:r>
            <a:endParaRPr sz="700">
              <a:latin typeface="Georgia"/>
              <a:cs typeface="Georgia"/>
            </a:endParaRPr>
          </a:p>
        </p:txBody>
      </p:sp>
      <p:graphicFrame>
        <p:nvGraphicFramePr>
          <p:cNvPr id="73" name="object 73"/>
          <p:cNvGraphicFramePr>
            <a:graphicFrameLocks noGrp="1"/>
          </p:cNvGraphicFramePr>
          <p:nvPr/>
        </p:nvGraphicFramePr>
        <p:xfrm>
          <a:off x="757796" y="1248676"/>
          <a:ext cx="1478914" cy="716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045"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Georgia"/>
                          <a:cs typeface="Georgia"/>
                        </a:rPr>
                        <a:t>Experience</a:t>
                      </a:r>
                      <a:r>
                        <a:rPr sz="700" b="1" spc="39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700" b="1" spc="-10" dirty="0">
                          <a:latin typeface="Georgia"/>
                          <a:cs typeface="Georgia"/>
                        </a:rPr>
                        <a:t>(Yrs)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700" b="1" spc="-10" dirty="0">
                          <a:latin typeface="Georgia"/>
                          <a:cs typeface="Georgia"/>
                        </a:rPr>
                        <a:t>Salary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">
                <a:tc>
                  <a:txBody>
                    <a:bodyPr/>
                    <a:lstStyle/>
                    <a:p>
                      <a:pPr algn="ctr">
                        <a:lnSpc>
                          <a:spcPts val="585"/>
                        </a:lnSpc>
                      </a:pPr>
                      <a:r>
                        <a:rPr sz="700" spc="45" dirty="0">
                          <a:latin typeface="Georgia"/>
                          <a:cs typeface="Georgia"/>
                        </a:rPr>
                        <a:t>1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8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30k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1.3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33k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1.8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36k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50" dirty="0">
                          <a:latin typeface="Georgia"/>
                          <a:cs typeface="Georgia"/>
                        </a:rPr>
                        <a:t>2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45k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965"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3.3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5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65k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..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sz="700" spc="-25" dirty="0">
                          <a:latin typeface="Georgia"/>
                          <a:cs typeface="Georgia"/>
                        </a:rPr>
                        <a:t>..</a:t>
                      </a:r>
                      <a:endParaRPr sz="7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4" name="object 74"/>
          <p:cNvSpPr txBox="1"/>
          <p:nvPr/>
        </p:nvSpPr>
        <p:spPr>
          <a:xfrm>
            <a:off x="227304" y="2034202"/>
            <a:ext cx="1932939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Hypothesis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i="1" spc="100" dirty="0">
                <a:latin typeface="Calibri"/>
                <a:cs typeface="Calibri"/>
              </a:rPr>
              <a:t>mx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sz="1000" spc="-25" dirty="0">
                <a:latin typeface="Georgia"/>
                <a:cs typeface="Georgia"/>
              </a:rPr>
              <a:t>How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choose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i="1" spc="8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000" i="1" spc="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which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are </a:t>
            </a:r>
            <a:r>
              <a:rPr sz="1000" spc="-20" dirty="0">
                <a:latin typeface="Georgia"/>
                <a:cs typeface="Georgia"/>
              </a:rPr>
              <a:t>parameters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5" name="object 7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99994" y="983868"/>
            <a:ext cx="2494597" cy="1580197"/>
          </a:xfrm>
          <a:prstGeom prst="rect">
            <a:avLst/>
          </a:prstGeom>
        </p:spPr>
      </p:pic>
      <p:grpSp>
        <p:nvGrpSpPr>
          <p:cNvPr id="76" name="object 7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7" name="object 7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977500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19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Cost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Function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Cost</a:t>
            </a:r>
            <a:r>
              <a:rPr sz="900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4317" y="779602"/>
            <a:ext cx="1883092" cy="1465897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201904" y="2320968"/>
            <a:ext cx="255016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Choose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i="1" spc="8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Georgia"/>
                <a:cs typeface="Georgia"/>
              </a:rPr>
              <a:t>such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of </a:t>
            </a:r>
            <a:r>
              <a:rPr sz="1000" spc="-20" dirty="0">
                <a:latin typeface="Georgia"/>
                <a:cs typeface="Georgia"/>
              </a:rPr>
              <a:t>hypothesis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</a:t>
            </a:r>
            <a:r>
              <a:rPr sz="1000" i="1" dirty="0">
                <a:latin typeface="Calibri"/>
                <a:cs typeface="Calibri"/>
              </a:rPr>
              <a:t>h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i="1" spc="100" dirty="0">
                <a:latin typeface="Calibri"/>
                <a:cs typeface="Calibri"/>
              </a:rPr>
              <a:t>mx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3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becomes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close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as possible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i="1" spc="275" dirty="0">
                <a:latin typeface="Calibri"/>
                <a:cs typeface="Calibri"/>
              </a:rPr>
              <a:t>&lt;</a:t>
            </a:r>
            <a:r>
              <a:rPr sz="1000" i="1" spc="25" dirty="0">
                <a:latin typeface="Calibri"/>
                <a:cs typeface="Calibri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00" i="1" spc="10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70" dirty="0">
                <a:latin typeface="Calibri"/>
                <a:cs typeface="Calibri"/>
              </a:rPr>
              <a:t>y</a:t>
            </a:r>
            <a:r>
              <a:rPr sz="1050" i="1" spc="104" baseline="-11904" dirty="0">
                <a:latin typeface="Calibri"/>
                <a:cs typeface="Calibri"/>
              </a:rPr>
              <a:t>i</a:t>
            </a:r>
            <a:r>
              <a:rPr sz="1050" i="1" spc="217" baseline="-11904" dirty="0">
                <a:latin typeface="Calibri"/>
                <a:cs typeface="Calibri"/>
              </a:rPr>
              <a:t> </a:t>
            </a:r>
            <a:r>
              <a:rPr sz="1000" i="1" spc="110" dirty="0">
                <a:latin typeface="Calibri"/>
                <a:cs typeface="Calibri"/>
              </a:rPr>
              <a:t>&gt;</a:t>
            </a:r>
            <a:r>
              <a:rPr sz="1000" spc="1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5" name="object 75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20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Cost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Function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Cost</a:t>
            </a:r>
            <a:r>
              <a:rPr sz="900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4317" y="779602"/>
            <a:ext cx="1883092" cy="1465897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201904" y="2320968"/>
            <a:ext cx="255016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Choose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i="1" spc="8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Georgia"/>
                <a:cs typeface="Georgia"/>
              </a:rPr>
              <a:t>such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of </a:t>
            </a:r>
            <a:r>
              <a:rPr sz="1000" spc="-20" dirty="0">
                <a:latin typeface="Georgia"/>
                <a:cs typeface="Georgia"/>
              </a:rPr>
              <a:t>hypothesis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</a:t>
            </a:r>
            <a:r>
              <a:rPr sz="1000" i="1" dirty="0">
                <a:latin typeface="Calibri"/>
                <a:cs typeface="Calibri"/>
              </a:rPr>
              <a:t>h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i="1" spc="100" dirty="0">
                <a:latin typeface="Calibri"/>
                <a:cs typeface="Calibri"/>
              </a:rPr>
              <a:t>mx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3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becomes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close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as possible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i="1" spc="275" dirty="0">
                <a:latin typeface="Calibri"/>
                <a:cs typeface="Calibri"/>
              </a:rPr>
              <a:t>&lt;</a:t>
            </a:r>
            <a:r>
              <a:rPr sz="1000" i="1" spc="25" dirty="0">
                <a:latin typeface="Calibri"/>
                <a:cs typeface="Calibri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00" i="1" spc="10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70" dirty="0">
                <a:latin typeface="Calibri"/>
                <a:cs typeface="Calibri"/>
              </a:rPr>
              <a:t>y</a:t>
            </a:r>
            <a:r>
              <a:rPr sz="1050" i="1" spc="104" baseline="-11904" dirty="0">
                <a:latin typeface="Calibri"/>
                <a:cs typeface="Calibri"/>
              </a:rPr>
              <a:t>i</a:t>
            </a:r>
            <a:r>
              <a:rPr sz="1050" i="1" spc="217" baseline="-11904" dirty="0">
                <a:latin typeface="Calibri"/>
                <a:cs typeface="Calibri"/>
              </a:rPr>
              <a:t> </a:t>
            </a:r>
            <a:r>
              <a:rPr sz="1000" i="1" spc="110" dirty="0">
                <a:latin typeface="Calibri"/>
                <a:cs typeface="Calibri"/>
              </a:rPr>
              <a:t>&gt;</a:t>
            </a:r>
            <a:r>
              <a:rPr sz="1000" spc="110" dirty="0">
                <a:latin typeface="Georgia"/>
                <a:cs typeface="Georgia"/>
              </a:rPr>
              <a:t>.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987294" y="565662"/>
            <a:ext cx="1078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let’s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formalize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this: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803789" y="1077559"/>
            <a:ext cx="190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solidFill>
                  <a:srgbClr val="0000FF"/>
                </a:solidFill>
                <a:latin typeface="Calibri"/>
                <a:cs typeface="Calibri"/>
              </a:rPr>
              <a:t>m,c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163968" y="890582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156965" y="977535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159994" y="1103473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95330" y="996025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692385" y="939093"/>
            <a:ext cx="1078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3885" algn="l"/>
              </a:tabLst>
            </a:pP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6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60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745456" y="924803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345620" y="939093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(8)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961894" y="1276748"/>
            <a:ext cx="25965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Where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i="1" spc="-85" dirty="0">
                <a:latin typeface="Calibri"/>
                <a:cs typeface="Calibri"/>
              </a:rPr>
              <a:t>y</a:t>
            </a:r>
            <a:r>
              <a:rPr sz="1000" spc="-85" dirty="0">
                <a:latin typeface="Georgia"/>
                <a:cs typeface="Georgia"/>
              </a:rPr>
              <a:t>ˆ</a:t>
            </a:r>
            <a:r>
              <a:rPr sz="1050" i="1" spc="-127" baseline="-11904" dirty="0">
                <a:latin typeface="Calibri"/>
                <a:cs typeface="Calibri"/>
              </a:rPr>
              <a:t>i</a:t>
            </a:r>
            <a:r>
              <a:rPr sz="1050" i="1" spc="209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predicted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value,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i="1" spc="75" dirty="0">
                <a:latin typeface="Calibri"/>
                <a:cs typeface="Calibri"/>
              </a:rPr>
              <a:t>y</a:t>
            </a:r>
            <a:r>
              <a:rPr sz="1050" i="1" spc="112" baseline="-11904" dirty="0">
                <a:latin typeface="Calibri"/>
                <a:cs typeface="Calibri"/>
              </a:rPr>
              <a:t>i</a:t>
            </a:r>
            <a:r>
              <a:rPr sz="1050" i="1" spc="209" baseline="-119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actual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80" dirty="0">
                <a:latin typeface="Calibri"/>
                <a:cs typeface="Calibri"/>
              </a:rPr>
              <a:t>n</a:t>
            </a:r>
            <a:r>
              <a:rPr sz="1000" i="1" spc="4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total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number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samples.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897998" y="1716410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897998" y="1888799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184878" y="1940486"/>
            <a:ext cx="190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solidFill>
                  <a:srgbClr val="0000FF"/>
                </a:solidFill>
                <a:latin typeface="Calibri"/>
                <a:cs typeface="Calibri"/>
              </a:rPr>
              <a:t>m,c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542534" y="1707328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26660" y="184009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285883" y="1802008"/>
            <a:ext cx="19043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00100" algn="l"/>
                <a:tab pos="1391920" algn="l"/>
              </a:tabLst>
            </a:pPr>
            <a:r>
              <a:rPr sz="1000" i="1" spc="105" dirty="0">
                <a:latin typeface="Calibri"/>
                <a:cs typeface="Calibri"/>
              </a:rPr>
              <a:t>J</a:t>
            </a:r>
            <a:r>
              <a:rPr sz="1000" spc="105" dirty="0">
                <a:latin typeface="Georgia"/>
                <a:cs typeface="Georgia"/>
              </a:rPr>
              <a:t>(</a:t>
            </a:r>
            <a:r>
              <a:rPr sz="1000" i="1" spc="105" dirty="0">
                <a:latin typeface="Calibri"/>
                <a:cs typeface="Calibri"/>
              </a:rPr>
              <a:t>m,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	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7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-7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70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50" i="1" spc="-104" baseline="-11904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050" i="1" spc="75" baseline="-1190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4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50" i="1" spc="67" baseline="-11904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497158" y="1950574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126545" y="1787730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5620" y="1802008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(9)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961894" y="2147410"/>
            <a:ext cx="258953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where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Calibri"/>
                <a:cs typeface="Calibri"/>
              </a:rPr>
              <a:t>y</a:t>
            </a:r>
            <a:r>
              <a:rPr sz="1000" spc="-80" dirty="0">
                <a:latin typeface="Georgia"/>
                <a:cs typeface="Georgia"/>
              </a:rPr>
              <a:t>ˆ</a:t>
            </a:r>
            <a:r>
              <a:rPr sz="1050" i="1" spc="-120" baseline="-11904" dirty="0">
                <a:latin typeface="Calibri"/>
                <a:cs typeface="Calibri"/>
              </a:rPr>
              <a:t>i</a:t>
            </a:r>
            <a:r>
              <a:rPr sz="1050" i="1" spc="284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mx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50" i="1" spc="127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4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8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000" spc="110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m,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is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cost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/</a:t>
            </a:r>
            <a:r>
              <a:rPr sz="1000" spc="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loss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function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5" name="object 95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20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Cost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Function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Intuition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Cost</a:t>
            </a:r>
            <a:r>
              <a:rPr sz="900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4317" y="779602"/>
            <a:ext cx="1883092" cy="1465897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201904" y="2320968"/>
            <a:ext cx="255016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Choose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i="1" spc="8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Georgia"/>
                <a:cs typeface="Georgia"/>
              </a:rPr>
              <a:t>such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of </a:t>
            </a:r>
            <a:r>
              <a:rPr sz="1000" spc="-20" dirty="0">
                <a:latin typeface="Georgia"/>
                <a:cs typeface="Georgia"/>
              </a:rPr>
              <a:t>hypothesis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</a:t>
            </a:r>
            <a:r>
              <a:rPr sz="1000" i="1" dirty="0">
                <a:latin typeface="Calibri"/>
                <a:cs typeface="Calibri"/>
              </a:rPr>
              <a:t>h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i="1" spc="100" dirty="0">
                <a:latin typeface="Calibri"/>
                <a:cs typeface="Calibri"/>
              </a:rPr>
              <a:t>mx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3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becomes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close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as possible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i="1" spc="275" dirty="0">
                <a:latin typeface="Calibri"/>
                <a:cs typeface="Calibri"/>
              </a:rPr>
              <a:t>&lt;</a:t>
            </a:r>
            <a:r>
              <a:rPr sz="1000" i="1" spc="25" dirty="0">
                <a:latin typeface="Calibri"/>
                <a:cs typeface="Calibri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00" i="1" spc="10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70" dirty="0">
                <a:latin typeface="Calibri"/>
                <a:cs typeface="Calibri"/>
              </a:rPr>
              <a:t>y</a:t>
            </a:r>
            <a:r>
              <a:rPr sz="1050" i="1" spc="104" baseline="-11904" dirty="0">
                <a:latin typeface="Calibri"/>
                <a:cs typeface="Calibri"/>
              </a:rPr>
              <a:t>i</a:t>
            </a:r>
            <a:r>
              <a:rPr sz="1050" i="1" spc="217" baseline="-11904" dirty="0">
                <a:latin typeface="Calibri"/>
                <a:cs typeface="Calibri"/>
              </a:rPr>
              <a:t> </a:t>
            </a:r>
            <a:r>
              <a:rPr sz="1000" i="1" spc="110" dirty="0">
                <a:latin typeface="Calibri"/>
                <a:cs typeface="Calibri"/>
              </a:rPr>
              <a:t>&gt;</a:t>
            </a:r>
            <a:r>
              <a:rPr sz="1000" spc="1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987294" y="565662"/>
            <a:ext cx="1078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let’s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formalize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this: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803789" y="1077559"/>
            <a:ext cx="190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solidFill>
                  <a:srgbClr val="0000FF"/>
                </a:solidFill>
                <a:latin typeface="Calibri"/>
                <a:cs typeface="Calibri"/>
              </a:rPr>
              <a:t>m,c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161434" y="818885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145853" y="969259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110761" y="1126327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95330" y="996025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692385" y="939093"/>
            <a:ext cx="1078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3885" algn="l"/>
              </a:tabLst>
            </a:pP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6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60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745456" y="924803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345620" y="939093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(8)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961894" y="1276748"/>
            <a:ext cx="25965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Where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i="1" spc="-85" dirty="0">
                <a:latin typeface="Calibri"/>
                <a:cs typeface="Calibri"/>
              </a:rPr>
              <a:t>y</a:t>
            </a:r>
            <a:r>
              <a:rPr sz="1000" spc="-85" dirty="0">
                <a:latin typeface="Georgia"/>
                <a:cs typeface="Georgia"/>
              </a:rPr>
              <a:t>ˆ</a:t>
            </a:r>
            <a:r>
              <a:rPr sz="1050" i="1" spc="-127" baseline="-11904" dirty="0">
                <a:latin typeface="Calibri"/>
                <a:cs typeface="Calibri"/>
              </a:rPr>
              <a:t>i</a:t>
            </a:r>
            <a:r>
              <a:rPr sz="1050" i="1" spc="209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predicted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value,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i="1" spc="75" dirty="0">
                <a:latin typeface="Calibri"/>
                <a:cs typeface="Calibri"/>
              </a:rPr>
              <a:t>y</a:t>
            </a:r>
            <a:r>
              <a:rPr sz="1050" i="1" spc="112" baseline="-11904" dirty="0">
                <a:latin typeface="Calibri"/>
                <a:cs typeface="Calibri"/>
              </a:rPr>
              <a:t>i</a:t>
            </a:r>
            <a:r>
              <a:rPr sz="1050" i="1" spc="209" baseline="-119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actual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80" dirty="0">
                <a:latin typeface="Calibri"/>
                <a:cs typeface="Calibri"/>
              </a:rPr>
              <a:t>n</a:t>
            </a:r>
            <a:r>
              <a:rPr sz="1000" i="1" spc="4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total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number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samples.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897998" y="1716410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897998" y="1888799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184878" y="1940486"/>
            <a:ext cx="190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solidFill>
                  <a:srgbClr val="0000FF"/>
                </a:solidFill>
                <a:latin typeface="Calibri"/>
                <a:cs typeface="Calibri"/>
              </a:rPr>
              <a:t>m,c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542535" y="1681812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18253" y="182333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285883" y="1802008"/>
            <a:ext cx="19043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00100" algn="l"/>
                <a:tab pos="1391920" algn="l"/>
              </a:tabLst>
            </a:pPr>
            <a:r>
              <a:rPr sz="1000" i="1" spc="105" dirty="0">
                <a:latin typeface="Calibri"/>
                <a:cs typeface="Calibri"/>
              </a:rPr>
              <a:t>J</a:t>
            </a:r>
            <a:r>
              <a:rPr sz="1000" spc="105" dirty="0">
                <a:latin typeface="Georgia"/>
                <a:cs typeface="Georgia"/>
              </a:rPr>
              <a:t>(</a:t>
            </a:r>
            <a:r>
              <a:rPr sz="1000" i="1" spc="105" dirty="0">
                <a:latin typeface="Calibri"/>
                <a:cs typeface="Calibri"/>
              </a:rPr>
              <a:t>m,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	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7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-7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70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50" i="1" spc="-104" baseline="-11904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050" i="1" spc="75" baseline="-1190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4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50" i="1" spc="67" baseline="-11904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491850" y="1989254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126545" y="1787730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5620" y="1802008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(9)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93" name="object 9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32048" y="2567978"/>
            <a:ext cx="57746" cy="57746"/>
          </a:xfrm>
          <a:prstGeom prst="rect">
            <a:avLst/>
          </a:prstGeom>
        </p:spPr>
      </p:pic>
      <p:sp>
        <p:nvSpPr>
          <p:cNvPr id="94" name="object 94"/>
          <p:cNvSpPr txBox="1"/>
          <p:nvPr/>
        </p:nvSpPr>
        <p:spPr>
          <a:xfrm>
            <a:off x="2961894" y="2147410"/>
            <a:ext cx="2595880" cy="82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683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where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Calibri"/>
                <a:cs typeface="Calibri"/>
              </a:rPr>
              <a:t>y</a:t>
            </a:r>
            <a:r>
              <a:rPr sz="1000" spc="-80" dirty="0">
                <a:latin typeface="Georgia"/>
                <a:cs typeface="Georgia"/>
              </a:rPr>
              <a:t>ˆ</a:t>
            </a:r>
            <a:r>
              <a:rPr sz="1050" i="1" spc="-120" baseline="-11904" dirty="0">
                <a:latin typeface="Calibri"/>
                <a:cs typeface="Calibri"/>
              </a:rPr>
              <a:t>i</a:t>
            </a:r>
            <a:r>
              <a:rPr sz="1050" i="1" spc="284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mx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50" i="1" spc="127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4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8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000" spc="110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m,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is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cost</a:t>
            </a:r>
            <a:r>
              <a:rPr sz="1000" spc="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/</a:t>
            </a:r>
            <a:r>
              <a:rPr sz="1000" spc="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loss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function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290830" marR="30480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Georgia"/>
                <a:cs typeface="Georgia"/>
              </a:rPr>
              <a:t>Aim</a:t>
            </a:r>
            <a:r>
              <a:rPr sz="1000" b="1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find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values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m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75" dirty="0">
                <a:latin typeface="Calibri"/>
                <a:cs typeface="Calibri"/>
              </a:rPr>
              <a:t> </a:t>
            </a:r>
            <a:r>
              <a:rPr sz="1000" spc="-20" dirty="0">
                <a:latin typeface="Georgia"/>
                <a:cs typeface="Georgia"/>
              </a:rPr>
              <a:t>that</a:t>
            </a:r>
            <a:r>
              <a:rPr sz="1000" spc="50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minimizes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cost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i="1" spc="105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000" spc="105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105" dirty="0">
                <a:solidFill>
                  <a:srgbClr val="FF0000"/>
                </a:solidFill>
                <a:latin typeface="Calibri"/>
                <a:cs typeface="Calibri"/>
              </a:rPr>
              <a:t>m,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r>
              <a:rPr sz="1000" spc="4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(squared </a:t>
            </a:r>
            <a:r>
              <a:rPr sz="1000" spc="-20" dirty="0">
                <a:solidFill>
                  <a:srgbClr val="FF0000"/>
                </a:solidFill>
                <a:latin typeface="Georgia"/>
                <a:cs typeface="Georgia"/>
              </a:rPr>
              <a:t>error</a:t>
            </a:r>
            <a:r>
              <a:rPr sz="1000" spc="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function)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6" name="object 9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20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Cost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function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in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2D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Visualize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Cost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2D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2046" y="839495"/>
            <a:ext cx="57746" cy="57746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442252" y="760544"/>
            <a:ext cx="1027430" cy="1234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2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Hypothesis:</a:t>
            </a:r>
            <a:endParaRPr sz="1000">
              <a:latin typeface="Georgia"/>
              <a:cs typeface="Georgia"/>
            </a:endParaRPr>
          </a:p>
          <a:p>
            <a:pPr marL="50800">
              <a:lnSpc>
                <a:spcPts val="1200"/>
              </a:lnSpc>
            </a:pP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50" i="1" spc="150" baseline="-11904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i="1" spc="254" baseline="-1190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mx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50800">
              <a:lnSpc>
                <a:spcPts val="1200"/>
              </a:lnSpc>
              <a:spcBef>
                <a:spcPts val="295"/>
              </a:spcBef>
            </a:pPr>
            <a:r>
              <a:rPr sz="1000" spc="-10" dirty="0">
                <a:latin typeface="Georgia"/>
                <a:cs typeface="Georgia"/>
              </a:rPr>
              <a:t>Parameters:</a:t>
            </a:r>
            <a:endParaRPr sz="1000">
              <a:latin typeface="Georgia"/>
              <a:cs typeface="Georgia"/>
            </a:endParaRPr>
          </a:p>
          <a:p>
            <a:pPr marL="50800">
              <a:lnSpc>
                <a:spcPts val="1200"/>
              </a:lnSpc>
            </a:pPr>
            <a:r>
              <a:rPr sz="1000" i="1" spc="85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sz="1000" i="1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and</a:t>
            </a:r>
            <a:r>
              <a:rPr sz="1000" spc="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Georgia"/>
                <a:cs typeface="Georgia"/>
              </a:rPr>
              <a:t>Cost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function: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000">
              <a:latin typeface="Georgia"/>
              <a:cs typeface="Georgia"/>
            </a:endParaRPr>
          </a:p>
          <a:p>
            <a:pPr marL="452120">
              <a:lnSpc>
                <a:spcPct val="100000"/>
              </a:lnSpc>
              <a:spcBef>
                <a:spcPts val="5"/>
              </a:spcBef>
            </a:pPr>
            <a:r>
              <a:rPr sz="1000" i="1" spc="110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110" dirty="0">
                <a:solidFill>
                  <a:srgbClr val="0000FF"/>
                </a:solidFill>
                <a:latin typeface="Calibri"/>
                <a:cs typeface="Calibri"/>
              </a:rPr>
              <a:t>m,</a:t>
            </a:r>
            <a:r>
              <a:rPr sz="1000" i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2046" y="1181112"/>
            <a:ext cx="57746" cy="57746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2046" y="1522730"/>
            <a:ext cx="57746" cy="57746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1468996" y="1711052"/>
            <a:ext cx="165100" cy="37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 </a:t>
            </a:r>
            <a:r>
              <a:rPr sz="1000" spc="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702408" y="1744779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665567" y="1857013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51609" y="1968773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938477" y="1874154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827237" y="1817210"/>
            <a:ext cx="487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60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88603" y="1802932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pic>
        <p:nvPicPr>
          <p:cNvPr id="83" name="object 8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2046" y="2233828"/>
            <a:ext cx="57746" cy="57746"/>
          </a:xfrm>
          <a:prstGeom prst="rect">
            <a:avLst/>
          </a:prstGeom>
        </p:spPr>
      </p:pic>
      <p:sp>
        <p:nvSpPr>
          <p:cNvPr id="84" name="object 84"/>
          <p:cNvSpPr txBox="1"/>
          <p:nvPr/>
        </p:nvSpPr>
        <p:spPr>
          <a:xfrm>
            <a:off x="480352" y="2154877"/>
            <a:ext cx="321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Goal: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207935" y="2458534"/>
            <a:ext cx="837565" cy="270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5"/>
              </a:lnSpc>
              <a:spcBef>
                <a:spcPts val="95"/>
              </a:spcBef>
            </a:pPr>
            <a:r>
              <a:rPr sz="1000" spc="-4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spc="-3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10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10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105" dirty="0">
                <a:solidFill>
                  <a:srgbClr val="0000FF"/>
                </a:solidFill>
                <a:latin typeface="Calibri"/>
                <a:cs typeface="Calibri"/>
              </a:rPr>
              <a:t>m,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 c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  <a:p>
            <a:pPr marL="123825">
              <a:lnSpc>
                <a:spcPts val="785"/>
              </a:lnSpc>
            </a:pPr>
            <a:r>
              <a:rPr sz="700" i="1" spc="60" dirty="0">
                <a:solidFill>
                  <a:srgbClr val="0000FF"/>
                </a:solidFill>
                <a:latin typeface="Calibri"/>
                <a:cs typeface="Calibri"/>
              </a:rPr>
              <a:t>m,c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86" name="object 8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32048" y="1128788"/>
            <a:ext cx="57746" cy="57746"/>
          </a:xfrm>
          <a:prstGeom prst="rect">
            <a:avLst/>
          </a:prstGeom>
        </p:spPr>
      </p:pic>
      <p:sp>
        <p:nvSpPr>
          <p:cNvPr id="87" name="object 87"/>
          <p:cNvSpPr txBox="1"/>
          <p:nvPr/>
        </p:nvSpPr>
        <p:spPr>
          <a:xfrm>
            <a:off x="3214954" y="1049850"/>
            <a:ext cx="226695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397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visualize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cost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225" dirty="0">
                <a:latin typeface="Calibri"/>
                <a:cs typeface="Calibri"/>
              </a:rPr>
              <a:t>J</a:t>
            </a:r>
            <a:r>
              <a:rPr sz="1000" i="1" spc="12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2D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(one parameter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predicted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value),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set</a:t>
            </a:r>
            <a:endParaRPr sz="1000" dirty="0">
              <a:latin typeface="Georgia"/>
              <a:cs typeface="Georgia"/>
            </a:endParaRPr>
          </a:p>
          <a:p>
            <a:pPr marL="38100">
              <a:lnSpc>
                <a:spcPts val="1190"/>
              </a:lnSpc>
            </a:pP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2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0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so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i="1" spc="100" dirty="0">
                <a:latin typeface="Calibri"/>
                <a:cs typeface="Calibri"/>
              </a:rPr>
              <a:t>h</a:t>
            </a:r>
            <a:r>
              <a:rPr sz="1050" i="1" spc="150" baseline="-11904" dirty="0">
                <a:latin typeface="Calibri"/>
                <a:cs typeface="Calibri"/>
              </a:rPr>
              <a:t>x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i="1" spc="65" dirty="0">
                <a:latin typeface="Calibri"/>
                <a:cs typeface="Calibri"/>
              </a:rPr>
              <a:t>mx</a:t>
            </a:r>
            <a:r>
              <a:rPr sz="1000" spc="65" dirty="0">
                <a:latin typeface="Georgia"/>
                <a:cs typeface="Georgia"/>
              </a:rPr>
              <a:t>.</a:t>
            </a:r>
            <a:r>
              <a:rPr sz="1000" spc="1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Thus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goal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becomes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88" name="object 8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32048" y="2050313"/>
            <a:ext cx="57746" cy="57746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3240354" y="1631866"/>
            <a:ext cx="2147570" cy="820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5655">
              <a:lnSpc>
                <a:spcPts val="1145"/>
              </a:lnSpc>
              <a:spcBef>
                <a:spcPts val="95"/>
              </a:spcBef>
            </a:pPr>
            <a:r>
              <a:rPr sz="1000" spc="-4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8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85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sz="1000" spc="85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  <a:p>
            <a:pPr marR="160020" algn="ctr">
              <a:lnSpc>
                <a:spcPts val="785"/>
              </a:lnSpc>
            </a:pPr>
            <a:r>
              <a:rPr sz="700" i="1" spc="100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endParaRPr sz="7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40"/>
              </a:spcBef>
            </a:pPr>
            <a:r>
              <a:rPr sz="1000" dirty="0">
                <a:latin typeface="Georgia"/>
                <a:cs typeface="Georgia"/>
              </a:rPr>
              <a:t>By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setting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1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0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means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only </a:t>
            </a:r>
            <a:r>
              <a:rPr sz="1000" spc="-25" dirty="0">
                <a:latin typeface="Georgia"/>
                <a:cs typeface="Georgia"/>
              </a:rPr>
              <a:t>considering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line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from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origin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with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some </a:t>
            </a:r>
            <a:r>
              <a:rPr sz="1000" spc="-20" dirty="0">
                <a:latin typeface="Georgia"/>
                <a:cs typeface="Georgia"/>
              </a:rPr>
              <a:t>slope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i="1" spc="35" dirty="0">
                <a:latin typeface="Calibri"/>
                <a:cs typeface="Calibri"/>
              </a:rPr>
              <a:t>m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1" name="object 91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3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95" dirty="0"/>
              <a:t>21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14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902F7-7BC4-BAD0-AA2E-0D5F926B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4F72038-156A-5757-7025-18CE3007F1DD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A19A63-61DD-738A-2047-B5B9C226E0A4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6486DBC-D640-99B0-2499-B8FCF9B88EE4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7F6AD07-BC26-7B6C-389C-542A7E3A1F56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F221453-0B36-2F95-B446-DB80DADAE8EE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B629F2E-DA31-129B-0A72-B9EDCD059C2E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87D85F5-53B6-1264-1D59-C5FDE8F8AC22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4073938-EE31-5B90-541C-0758D62C2294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28D7C34-3805-C0D1-BC0E-67BDD94359A8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10F86513-63D3-A61E-CD03-E8D92794D104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CAD6406-6684-7146-42C8-7D6CD475DEC1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B2E358D-4FAA-E579-19F1-98252B9AC0E6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A8EFDD6B-5B0D-CB09-897F-3C2D0717CB33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361FF911-219F-5450-F4F3-7DE8C5C7A0DD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39A7770-5E5E-D4D5-21A3-FFA0DE21E3EE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AE0D5FF8-B7E9-B52F-004B-D4D9CC9BEEF8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7821910-EAD4-2B99-C7CF-DBDC5C03B134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B809EAE1-AA87-A262-DC66-47934CBAB7AF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CC4392B8-E91C-F571-E00C-4534E237764D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72E36260-AD16-E071-58AB-13CED9E7D4D0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BD219FDB-1301-E26A-82B1-BD30C0ADA9BC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D881DC3F-B620-9598-6402-67213492BA35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D400D82-7DE3-094C-2250-B28241FF7834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FCFA7B64-7671-406B-A3AA-DD56DA8775B9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1502BEE8-7D12-5D32-FD79-DCF710F8D0E5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98420C3-1DEC-6906-B4A3-D996F8C4992B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BFD06CDE-02FC-438E-4554-81B006A8E2E2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2C1FB4D9-3120-A7BB-B982-22967A17FC73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AA815EF3-85CA-AF4B-A2AC-34EA40B1A5E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44472F0A-F45D-C422-4E2B-67503FC38C45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523267F1-4CDA-562E-7549-49E2C8ACF5A7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98B0D854-2F7E-7852-D6D4-7E86DEEF2DBF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3EA8E31D-180D-D02C-6F6C-D22721034342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8EF24E2-A779-877F-ADB8-61FE99DFDDA6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93F0055-49FC-2810-9C39-ADAAABA46050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3ACB73BE-0D6C-4353-B311-6C6074113ADA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8975EDFF-C0D0-4B0C-2659-69E07F554C59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BC9D9097-30C5-2865-EBAE-F440D0C2FE89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265A22C-52C3-359B-17FF-5020614EDAE2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FB5158B8-7C8D-FD7B-B5F0-309A74241DD5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A79F71BB-5C0F-D282-20B0-F1459A7CF8AE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A12E0918-8811-8613-0B11-F5A33F4C0630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5F398F20-B848-5A20-87D2-DFF535DC5675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C4BF0DA7-6894-6244-6903-48723CBAFB03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A712646F-615C-3F17-DFDD-DAC484CA4CF2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6ED2B311-3952-7C2E-C81C-5D4102F35BBE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28477F76-94C5-C13A-E275-8C088DDF744C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E73892D9-AA24-274A-1789-97DA58B4E4D3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79065C1A-7D36-D3F7-958F-3ADEE2535A77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5B703AA4-4CEA-8A88-2D38-E33CF0D8961C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5EC05E0B-4339-C69D-E8C1-0849ADF90F8D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24923E6-89A4-78B9-DE36-B977C654CCF1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43744165-C91D-C45B-8540-1F04BF1CAE47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92DE2B3D-DA00-D93E-C0D1-60D34631F068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0549215A-03F1-C86A-81A6-74E94F093766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B6663D36-64BA-8345-E693-44F3EFE809FB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1507C04D-1C67-7024-826F-EBD1AE1116F3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ABE2A1C-045F-210C-1AC4-53993DB9512C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1951CF81-F4BF-8900-70E5-DAB11BB0E9B5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449B8D5-976C-BADE-FB44-404A28B0D12D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066B572D-81CA-AD98-B6B8-279184A2D21D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A56F9380-B0C6-A80F-1FDF-7DDBAE8DB2A4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796906C3-C09D-6941-E15F-A5D705373442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D703A431-B658-9D67-2128-C0087355F807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ACB35B8A-F669-470D-DE88-B542FCDC2CB2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ACED130C-C5F9-189E-7945-8B95B0007E6C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D28645C6-0FA8-F109-61C7-4D5793253842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75923AA2-B4B9-3D58-21AA-383723CDA58E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D0A28B08-7A17-A41D-5FF8-1EE5DDAD8F3D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5C7655E9-35A3-4E02-F05B-19AB0D0AA1FD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D647C542-BA90-3AF5-EABC-CFD00AABC04F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9E82E58F-216B-0F59-10A6-B39B61ECF805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903B0D5B-7AA4-7F3E-7264-80F86E684BB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257852E4-5F62-E9A7-34F7-419E925DF1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659849"/>
            <a:ext cx="4419599" cy="22490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3D0ACE-16B8-A257-6537-E97EFA367EB1}"/>
              </a:ext>
            </a:extLst>
          </p:cNvPr>
          <p:cNvSpPr txBox="1"/>
          <p:nvPr/>
        </p:nvSpPr>
        <p:spPr>
          <a:xfrm>
            <a:off x="142690" y="248128"/>
            <a:ext cx="2892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Mathematical calculation</a:t>
            </a:r>
          </a:p>
        </p:txBody>
      </p:sp>
    </p:spTree>
    <p:extLst>
      <p:ext uri="{BB962C8B-B14F-4D97-AF65-F5344CB8AC3E}">
        <p14:creationId xmlns:p14="http://schemas.microsoft.com/office/powerpoint/2010/main" val="2745569083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9C22-82B0-AEB2-01A7-787CBB62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C2D2035-F833-466B-FC7C-2B52C7161978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638EDD-BCD9-F4AF-29FF-96F8F6F2B813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3490C5F-1C93-8F0E-322E-5F4B85AD1DB7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DBDACED-4DFB-F7C0-AA89-07F3EF81E3FF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7E17033-2E6C-E2A4-804E-F8147D3828E5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3691E2A-F756-FABB-9BB6-28190F3FF94F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EF26BBA-591E-AC66-645B-830D07D0E1A1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87AEA88-49BE-F06B-E1D9-71748A83CA70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7A3C866-53F7-EC19-43CF-43C194F06712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5C6F1ED-9A88-5413-3FB4-6A03D1F880EB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F3BF063-5A44-E213-476B-249AA62D1D94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5E729FB-A915-BFC6-C886-FAAA31F60840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B613DBE-D6E9-B4FC-7C66-8AF488EEDA53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4020656-6616-B813-D2E2-BA93D7ED98C1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C0E99E0-3EA8-6536-4497-376C28E88B06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7A17846-6E60-5ED1-EF02-11FF7D3EC83C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EE37A707-E3C5-12D7-4F6E-A8CC15A0FFB3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D48AF67C-767C-3834-8E96-4DBB064C883B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D7F0A495-ECE5-D7F1-070D-757FC5D733FA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90CCC6A3-F1AA-40C8-CA96-9B14F4F62A29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D99184A7-A0B7-BABA-77F6-28D83A5A7164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2BAD4B16-7F2E-FAD6-2264-575CE1BD076A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D340914C-C3AA-3A14-DC19-66E6F78E2E35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35721A08-5606-873C-1EA2-ABDBE055F98A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7301EA77-243F-2CF7-496D-18DC12FD05C4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522EDFB8-D8D9-CB94-ADB2-CEFB60869CA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09632F0-32FA-CB51-54F8-38DB58799566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A6A66B6-8E3E-5CF0-5E82-752A775116EF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BFA33759-6A96-93D3-7F0D-C5E5B9C4299E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C049D725-4A41-3BE6-CDAF-C3636E6BAEC8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5101D0D-38C8-EAFE-16F4-C39BDD64C50A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78941CC9-3520-A3F8-4AB7-00A01B32732B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897ADF66-2E6D-D5D3-333D-D632BE01DCC7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532CE89B-E5AE-4167-200E-ECBE61914AAE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B92754D1-2B4F-8A2C-5AEA-AF552A1EF8BF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F5901CC6-8C12-6A71-1D91-7B4C0BE66953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B111EC5B-3A4D-5A29-CC78-45D6366A394B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3DFFD1B1-BE52-833B-7E2F-867F3741C6EB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19BECD1-D2CF-DFAC-D8A3-1AF507946A1A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B8F32238-849E-385A-B3E7-2F3A4C85C7AF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E64F7842-D11E-264A-F577-088DD344DB7A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4C947664-300F-510F-FAEE-FD3069091B0E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7A07CB33-FAE5-0F29-07A5-BE00646E057F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B822FC54-B913-2A35-417A-C20ECFF6A2CF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0274781-A4D1-B4CA-F763-EC9277A906A5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630D1FE6-A466-E596-756C-4141DF7042C0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B9EE80F0-BA8F-47A5-5E9A-7FC164496F1A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F934A9D2-090E-01F8-0EDB-740A5B59BFB1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CA8AF474-F635-4A9F-DB91-4E3203653A11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A066A312-6C4F-2B86-1A61-AFB0855FF910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F0E7A76-CFB8-8610-816E-3007D134E055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31800EC2-EB6B-0898-F462-52CA6760B18C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08339186-F73F-14A5-6DF1-6E25BAE3AD43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767FF60D-F8F9-166D-D62F-24B22BE2CFB2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6B5E3F92-AFCB-60FA-08CD-7218DF7E7855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0476D087-8787-6B05-8864-4E8822FD0219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DB86DD9D-5766-F5AF-DB9E-35D99D42A77C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367F00EC-3329-21BA-A59C-410369B5A465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CA5B087E-0A5C-98B6-149A-CD26B7C9B8EF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3D1A2BB-44FA-6010-9381-21B8E0955710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07FDD84A-D11D-E166-826D-0169B722E203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4F720806-5566-2F3E-538C-64EBB9D2F755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3E6960F2-56A4-FD31-E740-D3C795A931AB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DA89394-2857-40C3-582C-9EB0798C89F6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BD23CD9D-F45F-0697-62AE-D1FD70CE44B6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BAD4F675-F72E-6119-CD1C-75B3001E8719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3B02ADF4-35BA-32E9-0329-C4BB6113D516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50742147-FFF1-E032-2EED-E452A9B6F389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189961BB-3938-9EA9-A3CF-7A396FA493C6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BEA9B3F3-02F2-0B0E-CA7C-DFB9535E414C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21165492-4E96-AB9E-1C67-B6D0B449E964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04B7FF13-6CE9-4F13-4537-9C691D5BA772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916F7A6F-2F25-23B9-7371-8F33D04F736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CC5E650-4EDF-6B3E-90D8-CD8A07E87F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5" y="771525"/>
            <a:ext cx="476885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8659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8208-074E-85BA-2AF5-6F7F8A78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94BEF62-2F1F-62D4-D636-B717CD75136C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9B68DEC-2EA4-A3C5-61DE-AD3D89BCD419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590420-195C-6A1F-636A-55167E108506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A81A7A4-4D3B-EA48-DCD1-C2CC8B2EA72B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4A8539C-A42B-D206-6D2F-02F0A7723A67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8846DF6-048E-3271-421F-9AB031232C61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7932FC4-B88F-B7B0-4A40-CB6390E11CA4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722949B-4FAE-0605-B1CA-0D4D3FAE508F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BD9B69F-E811-0647-C3B7-234AFA0AEB7A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EF6D9BA-177F-5822-A30D-48779E54429A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167AB53-AA8B-E410-DAA1-1F786305D35F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E9D3A06-B9F1-65B3-7C00-7EB89533F239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670DD8A-89BC-14AD-2BC7-1C1EEDA66712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99A64303-C64C-6741-95A1-A0CFE8CD9659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3732826-1F63-EB4F-0452-DEEA338C86F2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8119159-FA0E-2546-3BA3-0CAD797A64AE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C76575AD-A8C4-CB42-6632-57C81BB1566D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0A6DA9A-7DD4-1ADB-6E5C-BE088D21C4EF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9F2A7681-FE08-5835-435A-828D252ECA92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E2959912-D994-72D3-CF53-0A87DB643A37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2F0511C-4CDC-0953-0790-FD8580E0CC14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B50F6F97-2174-FFA5-5A56-78E785BA417D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86A3038E-487D-1BCB-9142-51C5A9968967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9719AEF-61CF-E08D-B0DB-3AA66ED63E4C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1901754D-64BD-CDA3-5F50-60C2B265C55B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ED5872B-C984-C8FC-7F3B-5065CC952664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CDCF0527-BC81-933B-05D1-83E47418CD62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3F59D387-C16B-1406-58E9-23CEAF6E05A7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D265E306-912F-5DE7-9E19-0C7CF4869B1A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506635F-20B8-F4A8-CDF3-C3AD99B0F219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5305AFE3-C680-B8EC-76D4-92376A4A4FF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60728D25-3D5B-BA12-2581-903065E385EF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405F5276-40C5-B000-E8A9-755309E6045B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F138DCD3-D95D-B4C2-73ED-D38601D8C48C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41801BF-FB90-7865-4C97-EB6239B06371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D48279D4-D8CF-EF9A-6DD8-480B2C08AFE0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C6500195-4828-10FF-BEBC-4679D6E902D3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7C2FE53-8FB7-1921-708A-4E85290F5B98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328794A7-958A-2E57-6696-9865B401801E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B98C52FA-5A35-1EFB-FB37-2510B0D8B435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ADFEEEF7-7213-1985-3631-DF9374847884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9469C1B9-7926-E818-E318-FD6C9ECF07C9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4121FB5-4C51-1146-61F9-BFE150FAA20D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54EBB97D-5136-9C7B-D1F5-385AE81F5D04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07816204-8359-A911-3B47-D9A12DD9E3CD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4FB6CF6B-12DF-4B49-4B97-0C4B2264560D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CB1144A1-F104-7BB9-4CBE-AD40E494CBDA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DA53867C-1BC9-E9F2-E5BF-E0B99FE4C227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2CD3A6A8-4B34-71A2-847B-B066E6FF731B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93C9DAB-CFC6-B771-18D6-4B9801050BAC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F7F3136C-2714-B4D9-F350-35B952F323D8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D9D91A57-463D-344D-5B13-FCA92D1A2DB9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E84133E5-92CB-5674-5EAE-DF26C5C877BD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CF399123-5556-9DBF-4B40-601FC82B1D1F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7D3211DB-0202-D168-F83B-960C20DA2E7A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2BAB721E-F3C4-EA21-4DED-20DFE7AAB305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51D9ABD0-C966-D07B-51B3-DB3AE285BE13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2086ABAA-A350-A8AF-B3EB-31D48EB8FC08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F82EC9B7-024B-AABC-DBFA-B6CBFCB277B9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497960F-34DF-EEBC-E3A1-7C5391BFE234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341FB389-033B-C417-DF20-388318962643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84D7D49-655D-7F56-7A75-F099CEF6A047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5C95ECBA-01C6-76D8-87B6-FAE344847DED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8781B32F-4014-4961-C639-C86B412BB74E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BF47993C-2DBA-63B2-39F5-AF483B604F86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022500A6-DB88-2269-5B18-311EFB7408C3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0234A4A8-7BC7-50D3-1979-ABF53B2AFF88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F9A5FC6F-A624-F52C-BC3F-B8C355172BB5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6850D7A1-A9AC-A687-6288-40F863474230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9E3769FF-F0D2-93A0-6103-BBD0C102AF84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F0988C77-F673-FA91-7DC5-5AED4C8F5ECD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821F276F-9BF9-9D87-5831-5496E4FE9E85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F829E75A-D128-CD4C-FB87-89E6417CC84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E3B8C35-68BB-2BB9-FEB1-04487F0191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05" y="346864"/>
            <a:ext cx="33330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21842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0782-B886-98AF-B001-0DC9F249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54CBC74-D549-1027-6745-822BF8829DC3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0ED0F3-9A9C-A9B7-0C09-91DC701D27E7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72F8321-E656-32B6-B989-8F6098D81EB6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D09805-24FD-8AA8-1406-245FAC50A072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1F6B1A1-EC5B-A984-CF97-96EDF31603E5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2B5FAD2-FCBA-3317-3995-05253BC8384E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D34A458-F7CF-F889-81CC-52E44807D3CF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B586900-CE8C-0238-C846-6A864C3B742E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42F31A4-DF37-B1FF-93B3-F5222CA635CA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8FC8903-98B8-0AA2-750B-FCDD0945A8EF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653A37B-E836-0654-8B76-C09DA780EC2B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D93F588-E4CC-E152-936C-7A6779768646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ABFE472-66CE-06EF-B593-00611EF0417C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C3789BC-F9B4-C122-085F-81EB05797B86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4B5BF7C-DEB4-32B3-51E5-0E95368D5B2A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CA09FED-EF99-3027-05B9-116307FD7DF4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1DF7AB27-ABEC-4C57-434B-0B46296EF116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ACA45E92-47B9-1CA5-DDDF-3E283FA92905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E656AF94-C329-AB0F-310C-D041D14C7ECE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786900CD-2F4E-5EE1-864E-8E47B4375C34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3B4F1AD1-33B4-83CD-FBC8-DBFB6874D161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FAD1105E-713E-1563-6C79-0C0474C8F48D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07D1C14B-C1E7-3150-81C8-E85BDED74030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DA9861C-0588-3B9D-1585-425CB6F8398B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71417CB1-E61D-7C71-F437-CB23FC916520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D10D9391-FC4A-8D90-F8E5-5D341B5EA1BC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10F97A11-78F0-9FD4-9019-059E8A1BBD8C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3D2F5A9E-8EF4-86C3-8189-44CF9472A206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E332288-CF8A-A20F-29D5-C30929C871FE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7F8794E1-3BCE-FA75-1D23-C185E42095DB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EAB066BB-5D0F-9C15-F460-58038D06418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9ECF2C7-25CA-99B9-0FF3-20A0EE1E8E07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4589BA8A-E6ED-CB43-224E-AA6D43D78B1D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DD09162-05E2-BD2E-C6A8-A14B1CCECFB1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F3F93C17-E88C-AE1C-85D2-FB68F74D0B6C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6DBEBF03-CD3F-F0D2-78FD-755FCF89FB5D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373EDB5A-C91E-3983-14FE-CAB47B17A0D7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82D4F8B-83EC-1E40-58F9-AE8FFBFA70BE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348B94F-B73F-736E-AF6F-EDF4E90F77D4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09BD92E-6BFE-1184-3FBC-5CBE7AC89923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05EE0243-6552-55E6-67BE-4C4A5EC7F19F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1414951-E562-7BB9-2176-1826A50D327B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A6E990CD-792F-368A-6CE4-2D27C89EBC28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17BA2B8F-1E20-C776-9192-5A52BAC77488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46F2FB3-5664-5F1F-E4F3-A5F14F234AC7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25CB70E0-B2AD-D699-A094-9B5C902F24F2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76CB0051-1EE6-802C-2095-096F1CF37249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174C304C-083C-2BB0-6CDD-76D392B1E2CF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CD481237-6543-7B14-C6F3-CD6A397F5CF7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AD200E49-75B1-E2E6-4531-B7D93A88614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C419A2E3-6FD6-D92B-D574-78D65C3E4653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9CF7357E-7700-4628-A218-85C9D51AD6CB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7593F510-0084-4FDF-6733-BD7B5C2E339E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0068DDC5-CEE5-8DFC-0354-DDF0ACB788E6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472770A9-0996-A291-2E94-1B792479B7FD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C0F193C8-8F3D-19F6-A74B-A5ADC8719879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61015C5C-867A-D8D2-768D-529685EFF980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A6137C46-0646-CDF9-0E4A-8A26C7F7C502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958DF868-A442-C557-CA45-738FD70B97B5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16A1AF46-3AE5-7335-F0D0-3B3259B6DD1E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45C1BC69-E584-63D7-6229-17E431D48D0C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DE2E6A60-3E39-8DE7-29A2-17407BBA4317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4D4D373C-EA2F-CA8D-E3D8-55AD109FCAB6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2B83B06E-6C11-7928-D949-CA3B33AA58B5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A9F65B27-53C7-5122-134F-D09E24AE4614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9094201-4838-76E7-C3DB-6B8ADA7525FE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4347682E-B635-1536-5E17-813528BFE23E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4804B3BC-2988-31ED-74C6-0A7E730887F0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8295C7A9-7A6C-4B4E-BA9E-2CC5A07E50C3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EDE8E30C-35D4-D950-CEB9-C8782F691EC0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37FBFF2B-9930-D87E-F5F5-C488F5AD6B99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4841830B-04A2-A580-443F-9BC537D02B2E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B4FC2CC2-F645-11F7-2559-51483A7B74D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DCBB385-632D-A380-16B2-BBA10B72CD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876300"/>
            <a:ext cx="4889500" cy="149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51171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AAC47-D399-88E3-7F2D-03C2AF99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244780B-BC6E-DB3E-BEB1-8E3539FEB15C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05D60DF-0B1B-FF7B-9576-673708262460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960CA12-FA25-FF34-ADB4-BF047B194A65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771104D-5182-376E-0A6A-21FDC1F72420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198CE25-DBAD-9A1E-BF69-7922CBC33EE2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46CD582-7650-A0AC-B95F-3853B57CE368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12D8FDB-D696-8E8E-E369-D6C47845076B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F57AF35-6312-CB8B-07A8-49DE27CAA55C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E49EB2A-0237-0796-3A61-EE2AC77E4EEE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5A0C5A6-32E7-BE37-759B-61A18B3FEDDB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A7B9F199-B976-BC87-16D1-35ABCB39B2F8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1A762EE-B4B9-DE07-C1C7-9A00A0EF81F6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488D78E-AC8B-13DE-8DD2-6168D97C12BA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9FD2F63-AF7D-2FC2-E415-4987A0B560B7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0B76D8F-9E82-65D5-BB8E-1FB1DF8DA878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C7D0BE9-FAF9-C5AB-96C4-777A8ABD1164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457FA90-18FC-30F6-92FD-12D04D94CA02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12A08A7-A0C0-0A1A-3351-625D222FDF7D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080728F6-59AF-0F59-4132-6C6D3A627B80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FD54E814-3478-FD98-872F-A224F030C7CC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612A6FE-EEB6-105C-FDF3-FC111ADB972C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E0A73BCD-BD56-2BBE-8C1A-95A4B21BABF8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141DF282-5D82-9E36-8A17-B4A054AAEF77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E257F6A-24B1-43A2-01B2-775D9B280A45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D3D59615-D46B-DB33-BA77-2D53F5596D3E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8857D01C-3511-B655-B4CF-EAF7206CF8F2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1DAB3F58-B78B-49EF-99BF-88384860BFD5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C4D06011-260D-E566-0D13-8C065651DF1A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946B8F7-B291-C01B-22A0-EE6D22922093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5F972FB5-5B88-265E-C5BA-50ED36A7034B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9B2CEE5C-6277-C466-71C6-588BBFDA5AC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1F03D52-2A1B-8F14-57EA-8D651D04516E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05B12A4-5142-B1B0-6DD1-998B34E68C2B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796AE3E5-02C4-D1C5-4E9F-F0FC5467B71D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19A1E574-EC4E-AE3E-EFA6-7BEF911A5260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B396ECCC-E48F-E24B-07F5-129D419FE621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7A7535D4-A63C-C6BC-920B-A7E0FB6D5952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6A5971B3-56DE-3740-F837-CE0EFFFA5A2F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0FD3A611-9A8A-AA36-518D-1F57CC9AE5DC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3D590959-3D3F-1C06-A5A6-E448C34802FF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EE629DFD-27C0-E668-0D4C-427D6C4FE046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3DC27C3-1C6E-55EA-3CF6-239F1E1728CA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686EE5B1-F1FD-4290-6D5A-E9AB9E51482C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A697733-5356-9F7E-255B-169307B1F742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02460C5-881D-4724-1FF6-54517F1525DD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6DD4C1C-44E2-A22A-52FA-36FFD212C198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54E5DB97-6F23-FB5E-155A-1FF3DD338DE7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27B1883A-03C2-0C4A-A887-6A0BE7EE41FD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8890A65E-7B7B-3A8C-AF90-9FBC6000A586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28B1139E-CECB-4386-238F-0E407B4AA0E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99FA652C-EBAF-47D4-B4AC-EEED936E4ECF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3A5B6859-0E88-759C-BBCA-7E158499FA8D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68487622-7F85-CF31-C2D4-0ABD8319AF5A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FD23CA21-940D-A433-34FF-3B4EC101458C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A629EB2-7618-E2A9-6DCA-78FB5432CAAF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BCDD78A3-E3DE-76F2-12F6-8A20288317DA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934C6468-E4F5-64EF-7A60-AA0A23B438AB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9B9F448A-74AE-2ABF-A9D2-3AFAEA753E40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6E0017E8-9D49-679C-08CB-0EBAE2738CDC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B2113166-8E59-C5A9-ADCE-28CFD0995B8B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2CF62718-5E56-C13E-172D-D76A341640DA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469F52DE-C979-1CEC-6CF7-0D9A9870457F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80140370-1853-DA76-1942-0C0F26ED8280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A4317D4E-08F8-85D3-AE99-5D4AE2B7A5E0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083C5E65-686A-5434-B912-59F908D1D7D8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26E970A-F948-219B-361C-B702281658F7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165CB3C3-C4AB-5CF9-4177-91E8669E3ED7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2EBC516A-F1C4-EC9D-DC39-899F143B1E09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8C34434D-7D5B-42C3-A042-A48C2BE238D6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726FCFEC-93D0-FEA8-B6CC-D8D611D9EA1E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0C3FA4AB-67BE-DADA-1D08-C10261D0E991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CD616955-B4FE-B643-B399-E975673557F3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15001D3F-C78D-CE9D-2C10-AED86A341CD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BC8737B-9F3E-EDF3-4211-073CF8FA37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25" y="196850"/>
            <a:ext cx="4781550" cy="28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36526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DF0D5-C4D9-3B37-C0C4-5CC5C97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2B5D9C8-0D5A-F1CB-456D-E1FCB490E185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EE03013-75F2-11AD-53B1-85EB19EF390D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80F5E1C-B9A3-FB28-A6B7-71D8E833FE25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9FCD829-01E9-0AF5-E003-52466EB60C32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7F288FF-C9A8-1997-E83E-9DC9EE51BDF9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FC7EFC1-16CE-2681-CD62-EAD5CC696B58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FE44BDB-A8A9-6D68-E4B1-BFB249DEA4E0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F55C5A0-B45A-E07E-2E05-E14C446E2197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C6807DB-3DC9-63DE-89F4-F3B4C19F66A9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006F51E-43CC-92F3-0B96-F0010E792603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D515225-90A8-6325-A945-01FEA3053B25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C8C05D8-DE07-E8DC-999C-87CBCDF1DCC8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E7E81D7-F9CC-CE01-0347-BCA2FB6579CB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F5592568-B0BC-F7C5-81C5-967E38C7E675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4409349-ED16-389F-EE2E-177286738B0C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C419FC7-2B34-844C-FDA6-EF19E2D17D77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53A678A-59D1-6502-353F-3D8C1273D0AF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AE6C336-E706-B076-B00F-3CEDBFB35B8E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BC6DF8D-30B6-A553-648F-51FF7F9B58DE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82712FD1-C6AD-B80D-FC3C-1CA52A68A645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F0C40AFD-6E5F-AFCF-36C0-5E1013270777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B9EAE29-96B6-0AAC-F19C-087F0CCBB07A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F0734C73-91D2-2DF3-285D-588C33EDEEDA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6436AD3F-9BA2-4D51-BB4C-A99ED422A78A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6E502285-7042-5524-8518-8CC441AD935C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51C3AA79-D53E-D404-6AE4-5A0F891936F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2E30F8AA-6518-9201-68BD-FE015F87E411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25214E98-AD31-122D-6015-9E100C393166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504000BE-069D-487E-1295-EC23E814E30F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C8E58A46-63EB-7670-F660-678F2098C72F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569D41C-16AE-FB0D-0B04-0C012F057D94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7AED1855-522C-1CFE-0EB5-3E4E71220D73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463D9083-C5E4-1C5E-E252-92FF568EB6FA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1B17ED3-2F90-68E9-916B-8B0E2BD43C60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C3B0B335-DAEF-472B-E6F7-AC5308AF55E9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18802A21-E4FB-6471-3E13-CE017339E6F2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ADEEA85E-EED1-2FC1-0B7B-A74501209410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6E6588D2-AAE7-050D-4A97-F676EBA61CB7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89893859-2B74-F716-343A-196BD18F7D70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A09FF162-E72F-BEBB-90FA-6632DF69E70B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493A1A8C-EC06-7892-F59C-9BE9837E7D86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18D9852-C3EC-42D3-C9E4-B6BEE6A5EF7A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43881103-A290-835C-EE15-54AACD94E33D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E6249115-80C0-5A31-30A7-B1F5EA9CFAB5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D658F3E-53BF-F877-DBC2-6B91A3C68F23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F3A1D02D-5278-1E10-B6B9-11353C28A3ED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1054C30E-1375-98AD-7E57-27DF6DED2EE9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2704ABA9-FE65-1487-2BFB-221594566DD5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5953669F-E831-F9DB-A70D-46ABCF90E666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6CAB985B-820D-37AA-7F0F-352CDFBDB5FF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30963414-8FB0-CC5D-4AFE-2C10A50492F5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74F2579-89BF-EFDE-AFD0-19862835A316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E31E2396-FA7F-6999-0286-680191E8FD1F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E2C3BA14-8683-AF37-F13F-231B63D55897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16400521-49E6-8953-8C6F-D1231458AA44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A342CE17-1814-95C0-6617-B55A9DDDA080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A5469D05-5F89-ADB0-F469-3D6C3D306F76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0DA5F5A6-EA53-9158-23E2-98287730A698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0561B6BB-C041-8CDA-4190-7847552A62F1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2C4FF666-1C3B-7DB3-0642-05AFC680A7E9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7372BAD4-DA30-664F-7F9A-824E3AE24690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CA6409AB-CC11-88FC-3F8B-213E1F7F45A8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22ED17EE-976D-0E7C-9D76-FFFD371D4CFC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B1AA1059-E9A5-E85D-6EFB-3D33F8503A50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E720D39F-8D31-BA89-F505-C9B05CA21E2F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ED8F1EBD-8644-DEB5-164B-AD9091EF4C03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6E744938-EA91-E848-F90C-091D3C3F8133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BEFC29DF-5F3F-7E23-C4AC-7C4680C83785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03AE2191-43C2-2113-2566-441798F4CE67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1BE1491D-4E9C-8DE7-A928-43BD7DA41DB6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60343685-80F6-DE47-A619-80F813021C82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31CD6D4B-33AA-467F-0082-7F2D065A6D87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0E157294-3480-166B-BB4C-B7C13D03E4F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59E2AB71-DF3C-408C-458C-099D18E9E1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488950"/>
            <a:ext cx="4359011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30547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657ED-ABDD-EC13-EE76-8186A660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6416E6B-E59E-DEFD-8583-8745F8EC42A7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37A2696-F04E-666E-E641-BFC1BEB650EC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E458FBF-E2C6-C12D-E303-4E3E2B82A23B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3EB64B6-E845-B47E-080C-28E2BB4B32E9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0735830-19E5-6C54-F6D7-0A813269D4CC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7F22710-DDD5-463D-565B-304453BF41C5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F226C8C-D3E1-E5E7-0417-F1A2F7710E22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BA9355C-D8A7-2807-D64B-5889BF1EFA5B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D216606-7969-CDF9-8524-49212DC7E39C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E2CAFE7-0835-61C5-B9F8-C0C01A480233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987A049-C9FD-E427-0EE1-E526CEA0E98A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1BD3F92-E61B-B1F0-20F0-60A3F3497764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32A521F-42E3-82C8-9DFC-E27988ED7A9B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B31BC06-1EC2-69F3-2516-E5FED9FB0F9A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B17C4C6-F458-25C8-F2F0-88BED6B883DA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932A767-D1A0-EF94-2A3D-51631AC229EB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028323A-B094-FE1E-272A-A760A4DF1F59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BC31B58-ECE1-ABC1-B40C-6F669D1C2410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71FC9906-28EF-0DE4-3148-9548823404F2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AFAB6D4F-F85C-8053-0C58-52607B4817AE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9BC0E197-9BF9-E130-EF26-7A8CEB2B138D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AB5A8C9-0D45-B266-C9A7-D007DCC7E8D9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891363F5-69F0-D69D-5280-BABCDD4B5DA1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FAA2FE97-169B-1A0D-2301-8CB1C966575D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B5340E84-BD73-56A1-7BF4-72A1CECF1C60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4D2E10DD-D66E-A546-36BF-C77E8271C214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6ABB008D-D1BB-F255-AFF1-588437F6F76F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476C5211-0AE8-4E1B-2D6B-9AB05E84BD5C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00CA2996-4698-FBFD-2A9C-4B06C60AB75D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64BC7407-C5D9-225C-0149-849FAC7B3C0E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A20C8BF-BFF8-612A-C8FB-5CD0769EACD7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5C26A2F6-470E-AB5C-6F28-6B6FAD61126F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98C088CC-FBEE-BD99-022C-BB2946BEB88D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CBE9806A-E014-09BF-B74A-1247ACEBC7E2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2031CF2A-96D2-F738-FAF4-3F64D0E8FDCC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2C1310BA-B335-1BE6-0F1D-035726441919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215FE0AE-AE44-BA1F-57F0-BC3D2F77B1D1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B80038F1-645B-8492-ECEA-90E36D116D78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71A55091-674B-6BFF-D466-C76FF0625199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9C1FD31C-86FD-38C9-6FE2-4489FE3AF532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D2282600-8E84-1913-884C-811DA9059F61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81403133-D875-A223-8DB2-4B817DC0C6FD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D6ED9490-2D41-D6D9-E548-A694D1820B8D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5A28E09-4A64-D58F-D278-43BBB5C57AB1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B51900D2-1548-2576-DA0E-3E30D394419F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D94AB8AA-7E1F-2A6F-A174-EC84E5E538BC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9D69C814-D378-EFB3-B7A0-A9ECBCB04237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74120150-24E3-80FC-8BF3-7361DD264907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8B382180-1860-8E51-2B92-0C662C57E4CE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5B98567D-DDD4-D7B4-D05C-5CD11D63001F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8A0CBD46-CFA7-CD8A-ED31-38500E4E1093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258AFBFF-8A85-8020-1B97-95F0394781BA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99F29824-4D7A-558E-6EDF-37FBDEAC7C97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53E9DC63-8D83-7523-B619-CC87E8F11B3A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C7065691-BBAD-E61C-75EC-210FC8462F4A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FC44EC51-02D2-2425-FDDC-5813F6448FD4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0CD36345-B5A2-773C-33DB-BE3098AD4C88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E99DBB0E-29DD-C151-6B29-E0D62EBD2E85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1967EDD9-94AC-72DC-597F-438FC2329EC6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E6C1721E-AEAD-D9CD-D86D-A9F40E885961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A1EB6F7A-60B8-C585-07C0-35D8FE39D794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3E3EBC8B-2DAE-7A03-56A0-916CBB5E458D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5F5A9BF7-BFE4-865B-7945-16D6D98804A6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CFC582E0-E358-08A4-252D-743CAF625633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4B701917-9556-5836-424E-3C80D1D24575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CE8466F3-88DE-6740-D5F7-527A32EBB8D5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D6CD2D66-2639-6635-BC2E-B63085963EAB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F03B8A24-EEF2-FEF8-D252-420ECC039085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0A599540-9079-6DDF-EE57-EEA8BA5F8821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DA32515D-B99D-BCB4-EE42-3C289435D182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0567DD62-67CE-AFEF-F7F2-894587248E22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5C4DC970-CE42-FB9A-FD7E-1E5A8F58935A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74B0A443-11B8-A3E3-5565-4FEF23C8763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F6E814F-47D5-94BB-3991-EF86159409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403225"/>
            <a:ext cx="5765800" cy="204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81372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FB33-F3B1-5D3D-8C79-F5009ED3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B522B7C-C4C4-44E7-0DFF-F33B6C086B2F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2F16DF1-0C40-6178-5370-9861176379C8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9A667D-6B0F-1651-C6CB-DC479DFCF65F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D2085A-67E3-F22C-7E5F-9C0F22009789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2DCD7DB-9D99-55CE-F95B-DAC7695D2C48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7891CFBF-0E8D-8E3A-9987-25836E0478EA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3846811-DF8F-5BD6-624A-FA800658B055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7559DDE-44B7-5570-762A-A9801AAC35B6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773A6F4-03BD-818D-7587-F38A1FBFB8F1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D102F6F-507C-FC1E-901C-8C32D81CC480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AEFD948-B60E-542D-AF3F-38634AF3C6CF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2463AF35-5F80-E2B2-8D84-FCAB5D65F826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0BFD394-FFE3-546D-653C-BD183BB1097A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ED5D8FDC-BB08-6AD4-D361-F619D7CDF2A0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78EA17B2-3E6E-CD8B-D408-8259BD33CD6D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EED2765A-E6BD-B730-6880-B7465E530072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29FD57D-E17B-77CC-4442-C66CA7EAB3EC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EF639E1-76C5-267A-0037-EC4E3D4F1174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9A13F340-FD97-E26D-D0B6-0EE3BC63D011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E7C60562-E321-072E-D01B-454ECE601812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7DBD44E-E819-DBFC-3EDE-1F9FFE124BFB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CDDBD03-83EA-4059-68DD-06D5F1E2D052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23DC703C-1B22-A8AF-F4F1-FEE75178BF95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012D0D2C-8282-CFF5-5BCC-539CDCE4537F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62779482-4096-1488-27C1-57102F781660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02DA7794-D306-2477-614E-34F3D8BE95D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3AF6761-5EE4-ADFF-AE47-7C939C7EA306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900ED05F-6D17-6192-D785-14E778F71F36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2B39186D-3ED9-99E2-D77E-A6E25F9C139D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B747120B-770A-17D7-DB9F-28B5526FDA7E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6A0BEEC7-8ABC-D4FC-E6F8-A8616C0B6E75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90D6C728-684F-E4E2-EA65-FBF50E8226F8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6DDCECDA-4564-F71F-2DC1-7D8EFC2080B3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D128D48D-47C8-6E31-BAB4-5B8194D2628B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F6A310C2-0F29-1B04-4A67-A2E7DBF2F2EF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DE2B4C6B-35C0-E6E3-6ECB-6B84078D7463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D0F0AA2A-3B46-9D36-96B6-9AD3AB9F66B4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CFA9D3C7-699C-FB9F-589E-C783F11FEAEE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6E8E5813-9DAD-D4A6-9EC9-B53D6F891244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8681A34-066E-000E-C797-DEC1CCB32390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D370F7EC-02B1-82C8-B13D-FC8B8C2DDCE5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F5BCFD0B-7D83-AAFC-FEE5-704BD06E6374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8A2F276-B219-4B7A-5B76-50BE4B9168E2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0138923-7002-F1B4-0F56-C533641AA648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D1A564C-744E-FA00-2E1B-07FB2F5EBC79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7A57BBA-8148-5164-E032-44CF69FB3178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F229B9F6-C52C-05BE-FDA0-11D2054E6652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57A553B9-C534-C4EC-58CE-F3C9D424FF71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D155FD1B-7E05-31ED-35A0-DFBF8988ED4D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FF7AF156-3244-BED0-01B1-DA69C99E4A13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B7455C00-DDAF-D64E-0447-F0FFB171E9BD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6B8ADB18-D8E9-66EA-EAB2-50EF51AEA3ED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32FEB6CC-4465-F410-9BE1-56BCE52E722F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9C13261B-E059-E6BF-936E-FB1D2B41EC41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020C4A59-74A5-4750-D8FF-E62A058ED480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9D4C3906-89AA-95D5-8EA8-1062946097C6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CCEA95F4-9E19-9AB8-5A1E-1AAAF68CB57A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32A66A06-79B0-F765-8A2E-07155CACACF4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9F612B17-FBD1-BC9F-F622-F3F61AE4E4BF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CBB30458-5BAA-04B8-7486-266B176F546C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AAE1197A-34ED-90F5-05BB-1EA41717269C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4EE11C03-021C-7583-E83A-0C585E336B1E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0F8755C2-9D6E-5B2E-D9C3-F6F165C33FBA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9B83BCF6-11F4-982D-5E6D-A3C7F4F16134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27D1083F-7E00-33EC-2D92-C31191A4A2C8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63622045-8018-74B0-33F3-E3FCBFEBC461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FFECFBE1-454E-A8B5-5005-8E7D751E6D66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0A9E3DD3-6A2F-71A4-B63A-5C60847E4617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220720B9-233C-80DD-2B3C-D0D89E0C1253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4F1C82CC-E551-EBC8-0F80-8DFE7FDA002F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87F9F438-FA20-4706-DEA7-755063A455CC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D8ADE73F-D8C1-9DC0-8CA1-E3C1FC0E3D04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BE76AFD3-2E42-5496-1FF2-DFAED59DD4C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77A3EFF-E300-3732-5AB6-424B9B36A2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892"/>
            <a:ext cx="5765800" cy="209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91765"/>
      </p:ext>
    </p:extLst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5832-63C2-730C-693B-7CB605AA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C2161F9-512E-D55E-26A5-24E5DEF8BA99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EAD55DA-0D97-B3E4-9221-7BAD30E09A3C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7305B63-3251-64D6-1514-EED3FF0333C2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2CFD270-1466-1FCC-3C97-469D3B5BBBD2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4941FF7-B64E-20D0-2EA6-DBD464BB5458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BF2E99C-1463-0DAE-09C2-B1B9FE89F0B0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EB89208-A8DC-CA0D-3906-09F0AA72DA1C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7B7383A-6573-4BF2-2D1D-B7BFC0697CF7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25E0602-356B-8AED-85BA-BDCF5B337548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13E7AB65-69F6-CE5B-C31B-0FCFA132AF10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5927F48-85D1-031F-784C-C7FE9B590340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EC30E93-8092-DFE4-9C3F-620020E0DB1F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9C0CFEF-0114-9B34-E0FD-73605929D023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A7B5FAB-3B9B-3D5E-42ED-CBDD1877F2F7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4AC807A-65FA-8EF6-E58B-8F4178213EAA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30E838C-0FC5-24B5-12A9-1888DBBDFCF5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08E603A-D293-34B3-9616-AD672F7D51AF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CC7FDFAC-89F7-C56B-2CBE-C0D33F520AE4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DB927C09-FFF5-D100-F776-875366454752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574B8E5-EE47-C5D2-3AA5-82A5BF91BF73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F22FBF5F-BA8C-021E-168F-18A4966D6083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9BB2B02-688B-BAB0-0246-DF134162B2DC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4078CE90-C1B5-866F-FE99-8B4D642644EF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757A4318-3B79-C4A8-0EC4-8ABD490538BB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1FB47703-0051-B308-DD0F-3ED7CA3ABE08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F043825D-268F-BDE5-1D0A-DF3FE4C1F10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9FB3D416-AE73-492C-8E98-DEF9FAB70B48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638814FE-8B84-7884-D0AF-4FA3C11F5848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3ABFCC4-1F46-4866-8645-061DDF8AB82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B2D47A29-6756-11AC-4414-75959B828344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3F1FA04F-1329-B88B-6D49-CE745685F84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AFBC6D6F-E8A8-0C5C-E04F-66D3DFA723AC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9E383BA3-1765-FA2B-EBCC-B8AB9B7E7E0A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C20E393C-733A-E09C-BBE5-943816A61417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3F152F5C-F3AA-25A0-2952-C37B479474A0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13201D39-5556-22F5-C0EE-5809BDEC45D7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074D188D-D9F1-790D-FA83-8541A37D4C7F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762AA2E9-0E8B-2681-7F4C-97427D48ABC0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39FF1F0-E4C7-B902-CE93-18A20673F2E4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BFDFC8F0-8EE3-197B-0965-702AC3F13480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4B69BF2-F6E7-62AD-7E79-DEFC77A3FDDA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62CB702A-3B7F-1BAE-529D-81E99EECB611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F1ACB980-D5BF-BF71-BFDA-F6D3648570D4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C7548AC8-D465-EB4A-FC7B-6F9B8A1EFE0A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EAD7A2CD-D64A-917E-8B4E-671035498632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00134C2D-658A-3595-4BA5-0CCE2CC64779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DB68733B-F2A9-6ABB-A537-28FBED3B084F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458170FE-3DEA-E46C-5BCE-E7791AD59085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037F0C01-CE8A-7364-51B3-E20C1621C076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C763DA56-F9AA-9ACF-BF0A-0E05258718CF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C43DA148-FC8E-BED1-1423-EAC01E96AFAE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9625CD39-3BAB-750D-022C-7BA0F6E39506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017ABAB2-F7C7-5419-15F5-2690E58F756E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7CCC8832-6D8E-8854-D05C-DDB77BF83D96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3CB5153F-A2ED-26F8-E6E7-0642B4577BCA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C945E4CC-38C5-6FBD-46DA-B3508A37DA27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B41E629A-C0E8-90B1-A84A-5F5B5E08CE88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A3021A1B-D07A-C6FC-DF86-1A7E025DD353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3717DC2A-3A44-6104-BF8D-A9E05AEABC01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BE56C071-4472-0616-EB0A-5030015B5642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E518BF3F-46FF-4EF4-B4EE-4B612CBF170E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6E0FE34B-B740-3E6A-74D1-082E1D181C3C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7421D4A6-0550-3153-9F51-F60665961DDB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B329DD7B-5B66-507F-B96D-9D10072FF23D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61D15C68-ED9C-2EC9-D886-35722788EF07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BE90F291-E74E-0C06-2DB1-D63C07A30229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9F96F9F3-A9F9-C5EB-8BDE-5C47A2EC67F2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F268FC21-38F5-966D-6277-A60CB6EABC92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6AEE89B5-13B1-EB6C-CC84-82DC13955ED2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4FD620C7-BAC8-BA4C-9AEB-E83F40829CD3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71A4E512-4BAE-BA2F-20A1-A3D5EEF3AF73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C9B00EE8-1FA1-B2AF-A726-DFD1389614BA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FBFCF054-0BEA-EA55-53FE-2EB1A2F3038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98201DB1-E7A6-3611-EB24-98AFA89C79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545"/>
            <a:ext cx="5765800" cy="26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01904"/>
      </p:ext>
    </p:extLst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0AFD-004E-C433-0545-E55B786F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0B53E37-EF9D-49F7-F526-2FB9489041A7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12D574-9B3E-D72E-3F51-2B5A361EC407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B042AA2-CCFB-61BF-B81F-667399B42784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0BE1A3E-F347-7636-8D32-2DF3053318D7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72473FB-471F-A9B5-F9B9-3CB1BDFD39A1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2C221AE-07F2-563F-FD30-1ED17568AD3A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5F19789-0B78-09C3-9E71-A6D266813C7D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44271FB-86A7-AF25-880F-18F61DF7742C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CA06400-4F58-83F5-2F28-C7F1E26871B2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682236B-2B34-4A00-9920-CC45337BB40C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83D5596-163A-C88F-DC64-6970042F0971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C9DA4FB4-93E7-742C-DCC0-5B6D97473E08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29ABE93-9561-E611-4CD7-BA9F47239DB4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FE65FE8E-3571-38E4-9FB6-486FD46D2DB8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52B431F-8BAA-EA1F-3E02-494306E2D1EF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E84A76E-6EB2-EE0D-F290-0DB6D62D6119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13820F0-B7AF-4667-9801-87E58714AD28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A0E78C07-B32B-5A33-00FF-5920F43A8EA5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82B56BD5-BA12-0D4E-389E-E3DB6B5E3C82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9A1211FD-D204-9FDC-2958-7C54ABEE5E09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445F8E68-8191-9EEF-EEAF-08C201EA6DA9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466E1AAD-5E17-7CC2-992C-7DE1D7451F41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4D54C20-F81F-34AB-402E-4C7D7093EAF2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68717F11-54BD-C172-BD38-CF3505D2E8BE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F025C54F-3B69-AA60-D033-79B851F14FC9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C5E35B98-1B66-AF8E-4722-5FB7DA766CBA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B04973CC-BACF-BB63-6323-5DA7A501F422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A4195DD0-DF23-7153-B666-187066BCDD67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976F2B03-FF8B-A52F-44A3-B64DE167DD30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2E550EE7-EFB4-DD5A-C3C2-2D159B55B902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2DF603C-49B4-7DD5-0F81-0D3902E09F1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F8B9F94-F00F-EF16-265B-5FAE061818B9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39FDD18A-F19F-3A8C-8843-23E1BCAF1D2F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7CBE5DC1-B88A-718C-4DF4-DCA6E8E7DBA4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8A2396BE-B211-04EF-6945-2626EDB27C3D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1C652C2E-2D40-2BB8-7C54-3D8ADB23F569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488F6BC0-D15E-526A-6953-C6722F0DAA54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485EFA20-D04A-DBDA-F11D-0BC94452AD4C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E4A11C20-4B21-9809-1868-55DBC6A37FFF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DA9EBF6-4FE7-3EED-BF35-94348783E3DB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8223E247-ADFC-9992-211E-7125C1454218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1E8B4269-BE07-0188-543F-CDA680B63D4D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1CED067B-2347-00D5-2900-7FEEBC24719F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668E55AC-301C-8D4D-F218-87ECF76A63B8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81F60D89-884D-62B9-FE63-55D2CBBD1883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A3E7233-0117-E4AE-B1BA-F56B0667E3F0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F3985B6D-2FC0-21CD-7F7E-93DE45130D28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67D7F5AD-E023-3D62-17DE-C9876038522B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0CA86BCF-F985-899B-284C-8D7D311823CA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047AF316-0A58-B953-BA24-5B49225AC7C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C351802B-4E51-4F72-D472-0AD5D5C9528B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757DE63D-BDAE-C377-1DE8-D4A9FA57097A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DE0F0276-C212-B5C3-6122-DF1DDE8C06AB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7349B803-7D13-5C87-ED97-7A5886B986B5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3D8DB03A-F5BF-49AF-C0ED-887C1BEC5DF7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EF3E75A9-BF6A-3405-BD44-4978B67FFEE4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E1FF37E0-05C1-25A9-790A-82AF7D097AD0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7EF37103-5EBD-F0FD-D8CD-7095BEBAE4F5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C5ACF99B-7D12-0BB5-7055-313071E3A082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809B0B28-AABD-13DA-CD4C-C7D81827A0D1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AEC3A10A-6974-45AA-9D3F-2F2EBE39ABCB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B2DE513-2CA2-1B2C-AA55-93C5F224A23B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3F179C85-ED0B-A683-70BA-9E8D9B934A22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2BCBD109-C08D-F750-F0FA-6999724BA744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9604DD69-04A3-5A33-8715-5E28CB2D74C7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0F5443A7-AC37-3B78-F54B-92F39622B1F2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9E3D8E10-86DC-A43D-FA8A-FD2670F2E495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CEE98783-5EE3-2BC3-6EB1-9DED5EFA151C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FD394FFF-864C-DB40-8F2E-2BD4F3DB1FDD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B2F3164B-C967-17FC-CEB3-282BC3B5088E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725193DF-32A8-47F4-27CB-E29FF658B51D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4E15AF56-F88C-9FC9-BB5C-5DBCB5C1058A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1D5C6B9A-673E-3B5E-14B2-3A90051D250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9B3230E4-52FD-53F2-4383-F70C34E68A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691"/>
            <a:ext cx="5765800" cy="196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06839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5F8D-6A26-C6BF-D886-A3E8C9B3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3D602FD-1E1F-1E3E-C23C-449C8F63696F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E03109E-F58A-8E9E-D32E-09345B70F0AE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826D21C-5173-1981-3792-3A6FB4CA1A50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12EA9C4-F4D9-3AAE-18A3-A1D031702EAB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85A6B35-B1DC-A5F8-1416-085B43BEAB06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8FA3809-2B58-7497-0632-D9DC0FF960E2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F7061B0-9ED2-A7CD-8105-8CF4091E3DBC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CC20930-ACC7-2086-4C5B-BD0FC882026F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88ABB80-6304-7CF2-723C-328345EE3AB8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AD11119C-E559-4081-9A44-2907E3C0586B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4D93D9A-B4E7-BDE7-496A-8981F9884642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B094146-5F54-EC0B-73C8-C692A458E60A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A95D240F-AC69-1425-DE15-D1912C4C2616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9BD0A19C-056E-3D8A-848A-E34DFE74B2A1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1BBE5A7-B2BA-D03D-35C1-17BB52CAEEB6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442AA06-574A-4360-2DEB-7B88F59E83FF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557EAF13-64AF-A319-27AE-BD851F55E0DA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95B77823-DF94-E090-58F6-9640AC1889A0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FA9C956-0427-1102-E2C7-823DF4FD30F3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7B050EB-C9DC-BCAE-654D-4138EB7905C2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35FCCF74-921C-E9CD-19E8-F20779FCF9E1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53CEC86-C727-384D-0628-3807615F1AC1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FCF92251-F64B-A453-4D9A-813BED3C1B0F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4BA18D2-9D1B-1BAE-EC11-8A4A77D700DE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AAA6A8DA-E6D0-243C-5F3C-8B3D4CC57935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637359E7-0F04-1899-15C0-A12370AB1FD6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94A2C86F-E5A9-4CDC-4014-8F0916D456D4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27A0200-4C45-F2D0-113B-EE4A94CC90F3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D2AA3165-92F2-43E9-F577-A5EE272A6E0F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BD725183-AEA5-95B2-7237-AB524D0F6893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FFDC629-4091-E0AA-26D5-724FD1D4E22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6B001851-3C6E-268A-3F18-77586DB770A6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3B31D289-304C-4344-26AC-274418C0B6BA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F081484B-174C-274D-FF6A-7C0844D83999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1D2E6BF6-5F15-1472-7AD6-CAD50149A87A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B241FB83-1FDA-5AC7-AAA3-3DDC0DD5956E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92F19981-3481-C7E0-C2EA-FE9FE87B0D2E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99EF42F4-80C4-646A-34DF-F6C26A4E6601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770DB21-52AF-F724-DBBA-47CAB656ECE9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7B2DAC0A-C1B2-74C8-54B6-B64D0D5E9E2D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A543FD59-5188-83B4-216B-77F7FC9EE509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CD6C067-734B-2C07-0B35-94384A782277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E25649C7-365F-E9DF-25DC-CB17E030DD52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CE2E4A59-4DB7-53D8-D149-273071128231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A1E3320-65FF-1D1C-EC11-6FDE19B714ED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4B1152F7-827E-D9E5-BE0D-10C4E0AE1471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81188C16-7B76-AAED-16B1-7BBD730D253B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1FA41E18-353D-5318-D6ED-3D62134F8C76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47672981-8DF9-792A-758A-53DCA2D8F6D1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C7D3675-F6B1-879C-B31F-BA390EC621D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097E664E-C435-4D24-8462-F1ED25D049C5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259168D8-86A6-A6EA-B4F5-0F7C323CEA0A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AEEA33F4-02AC-16C5-A884-985D09DA2C6F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68D944B2-DB1A-87AF-91B0-601DEDA4551B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75A0E45B-F1E3-1693-6980-CCA7B2C6356F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878CAE2B-2CF8-D798-87F2-07E573137D6C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3A70036F-C9FE-443D-A97C-A16DD0982B59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D8AA7021-98F0-1408-7A22-871BB9AED237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B1CB04CF-F2B3-B30C-4A50-F56295B28846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852A29B-8CCB-5209-C403-06555F6F6B1E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587820B8-475A-5635-8636-26B2DD536084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1FC85A64-639B-C6FA-8BC9-19284CDB39C3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8FC6022F-518C-51C1-1382-BAE833CBCAAE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2C773007-8441-A3FE-A6BB-F6ABC37FBE86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AB3034FB-6F90-0A30-910F-E2B3DEC33B33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9FA50DE0-BE2B-2D85-CF95-1910056CEAB4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1F32AFCB-D5C0-B0C8-AE86-EC45B663C1E3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80AAD285-DD0F-48FC-14D8-B3DD3D331925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D1B1B1FB-2BE3-1543-586C-1573F18E5EAA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DF75012F-2E3A-BBA0-45B9-F3EACE11E40A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004DCE32-B9D6-E85D-855A-E53A86AA9F44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34730048-259C-91D8-B54B-0A67FC6F0D7C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F0659043-878C-B29C-38B1-96F367E7904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B50B02CF-DB1F-66A2-FF1D-878E8BC754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0164"/>
            <a:ext cx="5765800" cy="102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249545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230B-CBC9-0469-A4DF-43778777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1870F7B-A085-1648-952B-062B0CE61C2B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FD3A22A-AF28-3B95-29FB-D5B35B7966EF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8414F3-7D4F-668D-86E4-F935AD52BDD2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F51327C-0638-E7CE-4D12-DFCE5777FC21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18FF763-6136-79D1-4179-8A6B405A8092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718E63C4-4767-30F2-C500-6AD8717AEB49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53D525A-221E-AB44-3665-99327E00A924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E66BE59-6612-1D8C-8C0D-F461648E9C3E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199379D-C9D5-6616-E0E0-CB54DDB4DF35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B726781-8A10-A85C-6A92-60D10668F010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777B451-796A-BB2A-B6C6-59952F4DFFBB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C5B94911-D4FB-700D-0CE8-18EFF60DF54D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705D190-C804-DD20-8420-7701CC80F94F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464571E-2EEB-5097-A3C4-A113770392DE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EDC3E4CB-2E34-13C0-3235-46056A170429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CD85660-ED74-2BA8-8805-A943BE79C4C2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DF1D1067-E0A6-244E-E4AC-8A0B8CC81D65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E93A34E-8B0B-A803-BA78-F5199A9C37A6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10849B9E-485B-A55C-655C-CC3D23B971D9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BEE8B1AD-586A-9A4E-CC70-6F6F8CDBB480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E90021FD-49CD-3AD3-5E9A-60C23A164A1A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1B294DE-D31E-E584-1D7D-8818499E0AA4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21CF749-5818-A7AF-707E-CD15A9C4DC54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150EF7F5-1C75-17C0-B749-E701B80B5D0C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EA821C2E-7AD6-776A-D833-E097B2DD6753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FCCE335-220C-667A-D284-E4252B6F43CF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783AE4C8-8446-8EC9-1C01-D6AD104C4B56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E2B289AA-C287-8297-B9B0-785A80561BEF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9E1848B2-7A9A-4349-1B91-9DBA11F1E9C6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B7111F8-6CE4-FEBD-71A5-E6056E626632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BCD4F06-B49B-FE71-43D2-61A81DFA04A6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E65DA49-EC06-4B6F-C1D4-327A47540EE6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DC1E6C4-7B9D-944B-3D74-E85D6519DE4F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0BCAD587-15BE-B334-029F-0F566442CFB4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E6D38E1B-3044-65E9-D7BB-CD53C26C3293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930C8CE5-8027-041B-B1D0-4B61D06D0D4C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A6D887B5-2D74-5F54-5369-A311BE5BA7E2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C74CAB8C-D4DC-30A1-D884-4AD25FCD1D6A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86A1E59B-46E2-1F23-A62C-6EA8ADEA42F9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7701044B-00E3-4FCA-1468-7E63CF6A488A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5B4B8C16-9B48-F43C-4DBF-0AF99BB066F9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494C17E3-56EC-E2C5-E3A5-F1E9F8DBD490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6EC57D4F-56A1-65DC-803F-45C36E1FE455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95E9539F-61D7-B637-EC9B-670131AC2072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4A25C8F-4D8E-45E3-209C-DFC03A0F1539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23AEED16-8446-EC22-48ED-88B92113DB18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040110BE-A6E0-4C5E-684D-43520E749C8C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A61BFDD9-50D5-38BC-B319-B826B103BCEE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70E47292-1190-7EC4-CF52-D5E4C4D72D21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94ED7421-6A15-9FC6-AD07-9306C8D70F12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15D0A91B-0DBF-1839-FC09-EAC44E73B401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2FB6467-6F03-53E1-9E7C-D8BF05B9F289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903DA6A7-21B2-8A65-1BC9-24599928475A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234D7C20-0916-E5AA-8521-6913B4150F8F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BE826161-AEA9-AD0F-2B06-3776BC494173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872DC2FE-84C2-B8F6-35CA-5DFDD94794D9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C10D3694-24E8-0BF4-CBBF-A4F5A3015DD0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3EC1C16B-A5CF-59AD-F88C-603F283E7E82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2CCB6B65-CC99-684A-0F31-7539D860EABF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55D660A3-0B37-DB31-85E6-63A754199118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4FDAD9DB-3B44-961E-AD28-322BCFFF663A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6B96EA26-050E-D55C-2495-8B21E8C79D99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B256AC80-A4A8-3F5E-CBE5-E309BF8C8057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194415A-202F-C817-B910-54B236292130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E0150B26-5905-26A6-9E71-1D1643751E89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5D4E1D1A-1B6D-B714-96BA-7C0CE55A90E9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B66BE1C1-1BD3-0023-FB4E-DF341BAC7E59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C47A2BF5-8B39-E40B-FA44-E781CCA784CF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21E45658-3AF4-D659-7B9F-45F2ED81556C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CC0DC4DA-1B80-F524-42CE-856957D52A8D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6FC2BCDF-F0A9-E37F-D045-7E1F59F1D71C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145E8669-B238-15A9-421B-AF8968BE2DFE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D6AA37BA-328D-7DF4-5C30-726ABA387E4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C475A56C-73D9-8230-E942-CB971186E1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273241"/>
            <a:ext cx="4235751" cy="276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74522"/>
      </p:ext>
    </p:extLst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0CEE-687E-80B1-4C75-35C73B3A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2B952C1-5BD9-731B-6BBB-F769091CD0D7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F329C6-2662-B7CE-F9B8-14895B003764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73C14E-CD17-E573-48FF-E23479CC0E5C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DAF5018-23C4-C248-D9B0-5D1D56D4BB64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050EB9B-CC44-94C0-115C-D3735BA6ED61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5B98C8C-F466-EB52-D671-7AB38A96A0C8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C6B169B-728D-E824-0DEE-38059418888B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5B5ED5D-295B-1460-EA71-41C54F12F3A9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5BBCCE2-E68C-68B8-2228-B7ACC4E88418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D62FE04-676E-070A-E3E6-6CB8002CD67F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9BCAA85-202D-4F58-24DE-675E1FC8DD3E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C07D2336-FEEA-1EF6-A109-294FEECB2265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1E0228B-F930-7FEC-30AE-241116A5A7F1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BBB7F488-D5F2-A8BA-4B83-8CB96833AA63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9B64062-4C3C-EA47-CCC6-F2BCE38F62E2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CC29F69C-2668-705A-2682-89C1F076A018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D0EC6290-6902-AFC3-5DEF-25C69C75B361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3D4E60F-AADB-82B5-74B9-F891F2583ED1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7EC702B5-6C8F-CAD3-55C0-DD236824D9A0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3823BEDF-B815-3875-51F8-5697CDB5BFD0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E5ED1108-9C55-C7C5-2038-9D7600E2FA7D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404CE5EF-9F7C-98F6-56D4-CA0B6BDF2D5E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79852FA2-CCD7-B65C-4035-41FE4E4BB20F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25C1F030-230F-583B-43EE-D1D6E769A935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9E466AF1-864C-898E-00F5-C3472ED0CAD2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EDB9970-9571-3BCA-629C-94B42A7882FF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F713FD4A-569D-E71B-E46E-C8E01FC8F178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B410AEC6-C822-0C6D-DD0F-F7D41982E45F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673A33C7-1F45-1A38-A9A2-747C731293A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0E0C4264-3E75-3A62-B747-020B769E908B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8D52191E-F8EA-527A-BDC8-B9DDC37E5510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0866BBCA-CC56-F8EC-0E5F-F795CA503C44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E56982C0-9E41-8624-6D54-08DDE35017CC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035A7D8D-8BBE-CFD7-4D05-9752CC048E4A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14E27526-8427-8C25-4FE0-3B36A6F90050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D063389D-4F9B-75FF-09E0-F090B1BF7CBE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905DC9D0-749C-5374-32D6-801C0C95FEC6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F1D078CF-AC87-056C-585E-70D34D64BB03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7A12163E-D305-A066-77A1-16C20592294A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C159CC28-B345-818D-B19A-3233CF2D3CFC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BDCC661B-CCD6-FF51-E97B-0202467CF131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A21B40C5-2881-6D25-428A-3D5909E1FC90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04B10320-B24A-D6A4-80D3-2740FCCDCE00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B412AC07-8605-4123-AB08-4941CADE138A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4E036DB-D8B2-6246-CC73-D3C162A82455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BABDFA42-489A-8E8C-D1BA-889E8E6F5B55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139809C2-7B24-06C0-FF6D-872B7E68CB71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EBEC0226-FF2E-28D8-DCBB-12E4CA0C9EA5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05859C23-6C06-2EBF-8E13-6C3A07B48272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EF01CD0B-CADF-07C3-7774-D15667768387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78FA63E7-DB96-2049-BE02-A233FC35BDB3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2BCEAACF-0A0D-8E7E-900E-3863F476F537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D28D2C91-FF38-E514-54AF-0655C4D725E2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637F6AC7-2020-4719-1C29-FA3B9F9A8880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A9CE0ED3-141B-6BEF-1859-6629E7283BA2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7554E0EA-D145-9A66-82D5-68E1E9CF09AD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31AE0F00-05AA-39BC-0B83-BB47E7CCEAA6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1FDFC4E2-75DF-6E81-3DCD-56CF5AEE1043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AC2A6750-AD12-E598-3605-4969384309C4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82BCD25-224B-A216-EF11-5AF5D5E20B82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B94B5821-423B-5683-CD77-B75A6D62BD9E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424C515B-6915-2A62-10B6-E8F1B922AD16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A7D8D922-2719-F62B-2359-BA7FDA38510F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87E60D1-E498-5274-12D3-9AC512CA716E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02B3DEA5-9C53-3EDF-D01D-42E73EDC27F3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05E0273A-F2CB-1687-14EF-D8BCBDB0EA8C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09B78F82-1635-A2E5-75E1-3059514BDB31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07E7F66C-7020-0ECE-2606-FFB791AE5FFA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E4BA0B94-6C05-5C52-54A1-E9F89F5A1D16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24DD4778-6DC1-6120-63C9-AE95FA9D9B3F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A4618B54-355E-EF50-5C6F-61818508EF93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14BEDAEE-F8FB-72C8-93C8-0607C434C2EA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E57D92DE-B3F9-8574-15F6-E2A95E535B6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885FAB32-74CA-22A7-E239-95E0E322C1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6251"/>
            <a:ext cx="5765800" cy="13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86309"/>
      </p:ext>
    </p:extLst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1A4D-0604-9F7A-C079-6C85D44E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1A14856-B618-1988-A9CA-5A13CDB3D009}"/>
              </a:ext>
            </a:extLst>
          </p:cNvPr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2C07159-5F74-87BE-C319-A836D7EC5F1B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44EBE2E-7429-2B9E-D3E0-AD0C279DF5CE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8FB68F8-C9D7-E170-2351-D55408457D4C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62E4C3A-E07C-658E-6848-1F8C7E3B6EAD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5146260-ACBD-12A0-E19B-1808920F57B4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23F1535-C594-C041-0A17-366D3844B7DB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27DC5FF-4E2A-A1ED-0D40-0B5D71C8F697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FB147F7-379A-1E0A-796F-D0F6EF196916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9E4075B-85A7-1CE8-6932-E0DFC05F48A6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DF8A7CE-0256-B2C6-FAF6-00F04FE6020D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7FAEC57-DC0C-ACEB-0357-011DC761BA7E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1708CF7-93B3-6995-3F61-31FCEBE4756B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7371B02-B80D-E5A4-BBEB-190DD1633C90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7F19DF9-3C2A-26E6-A767-D4C720BFA4C6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BD9E96D-29F2-114D-1A32-29948756F944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F5CCE9E-897A-EE4B-7F6B-34B25134A0FF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D72A31E-6CFB-466B-B2A1-AB3F53E83CF2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B2B15A42-F511-0CCD-DBC3-A359FB2949C7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87A93D4D-3F80-69EF-31B2-C1B89F653A9C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92FB0DF0-1828-817B-30B4-4AC26FE6750A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BDE5F81-0A78-1968-09A2-FCEFDA01CEFE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77EACBF4-30A3-F4A8-6972-C72F57F3ECAF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744F1472-C73B-35F4-1A22-5F2A23B28CDD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9D5B61BE-FDC3-E861-DC76-179C8D466CF9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0A08264-AB05-798C-68C2-4A8D1C429C4A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1CAC6245-9546-BD1D-EC72-CCA90A3AA25B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4B019701-B66D-7BFF-9C1A-DC391401610D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85E0BD4-9496-4725-2F0E-486BA5077D6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AB74EDB-71F3-A3DD-2F31-4135B01BC39B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34CE140-11DA-E3F2-80BB-A919B16FCA2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D23555E-A178-BE0C-1C45-F3FB93914C46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CA0CC973-1A75-3F8A-3D60-E7E692905A3D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6279748B-C4C0-F139-E8FC-FF7107499A9F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62AFD968-3C01-736B-C001-5D75BEA898ED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C651728C-CEAD-9CFD-B2EF-F9F88F913E84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A6416675-C1D8-0781-12E4-FB6DBE955D7B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A1F8FA6-1198-A966-C847-3C5A67A1742B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C9C2969-7284-9C3A-233D-4C41A1C446D9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61C4F51A-DB43-14B8-FAD0-A999975FFA8E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7768351B-B16F-44C1-2809-948870943F49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D2C005B5-B770-5273-86F3-BED89FCEA0BF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6E7170E-A985-C125-1391-C68AF2069300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99F6CF6-9482-4244-0162-16CAAC4CFBD6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039B500-15B0-E6EC-94CF-7E2E19BCFD9B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1B21C834-33AB-EEC5-D58F-F04FD60B400F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3EB38C0-0C74-CFB7-BB8B-C8FA35FC7194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B96A564-DC34-9980-A644-7A99FED14962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6F7A9BD0-3D12-C290-8A7C-9E1BDA699443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CA6B0E8A-AEF5-DF73-B7F1-3F589A2DE21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28ED936-7927-4C4D-2065-D375E934AD14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55A5458D-2A54-13CF-579C-071FFF5697FB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DCCC235C-77BB-097E-E66D-3507CB592B36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8E27973C-B893-F5E5-2E9F-A0E92EC76450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E58115D-768C-3C04-A4F0-9D2B40B5B98A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7D5E7C8E-4EA2-E482-8B14-1CE324B449DD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033222A8-386E-ECC1-411C-8304D8718C96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800C1A3A-9D6A-15B3-5F38-F3E4337AFF7A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E8180390-08EF-7795-475B-9C1C7DD8095B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206D017-7FB5-B877-E1C8-F44E21CCF510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53BD91EA-A12D-4AFD-EEE3-182135D3A036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8087BEFF-62A1-FA78-6B8F-46E81CD570AE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68FBE2C2-80E7-82AD-83E0-DA9A0182A225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5CB7F27-8B1D-5E45-67DE-C6F03FFEA088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B00A2718-1E46-1D64-2CC5-B8E2AC1A5629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E91A997F-B702-8994-D208-3043F81AD7D7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B547930-2C07-FFAD-54E2-64C8F8C12643}"/>
              </a:ext>
            </a:extLst>
          </p:cNvPr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8AEFF3E8-7EAB-B07C-8DE5-59BF9FE8B9A9}"/>
              </a:ext>
            </a:extLst>
          </p:cNvPr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5C2EFB22-33CE-CF5A-CEC1-4DB7C7F7D2DF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98044BAB-A21A-E508-A212-B1E81152B529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8E9663ED-2F61-DC77-B006-A347A8830436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9160747A-5211-DF80-15CF-A13A2CB10850}"/>
              </a:ext>
            </a:extLst>
          </p:cNvPr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1E9AEBA5-AF9B-AD42-8F5F-610842BE35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55" dirty="0"/>
              <a:t>25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FBF82FB-C686-90A1-647B-6413C81F5D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361508"/>
            <a:ext cx="4140428" cy="255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92538"/>
      </p:ext>
    </p:extLst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048" y="878420"/>
            <a:ext cx="57746" cy="57746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2048" y="1063878"/>
            <a:ext cx="57746" cy="57746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347294" y="461459"/>
            <a:ext cx="3442335" cy="701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Putting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together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GD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cost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perform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regression.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sz="1000" b="1" spc="-30" dirty="0">
                <a:latin typeface="Georgia"/>
                <a:cs typeface="Georgia"/>
              </a:rPr>
              <a:t>Linear</a:t>
            </a:r>
            <a:r>
              <a:rPr sz="1000" b="1" spc="50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Regression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Model: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65"/>
              </a:spcBef>
            </a:pPr>
            <a:r>
              <a:rPr sz="1000" spc="-20" dirty="0">
                <a:latin typeface="Georgia"/>
                <a:cs typeface="Georgia"/>
              </a:rPr>
              <a:t>hypothesis:</a:t>
            </a:r>
            <a:r>
              <a:rPr sz="1000" spc="170" dirty="0">
                <a:latin typeface="Georgia"/>
                <a:cs typeface="Georgia"/>
              </a:rPr>
              <a:t> </a:t>
            </a:r>
            <a:r>
              <a:rPr sz="1000" i="1" spc="55" dirty="0">
                <a:latin typeface="Calibri"/>
                <a:cs typeface="Calibri"/>
              </a:rPr>
              <a:t>h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i="1" spc="100" dirty="0">
                <a:latin typeface="Calibri"/>
                <a:cs typeface="Calibri"/>
              </a:rPr>
              <a:t>mx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260"/>
              </a:spcBef>
            </a:pPr>
            <a:r>
              <a:rPr sz="1000" dirty="0">
                <a:latin typeface="Georgia"/>
                <a:cs typeface="Georgia"/>
              </a:rPr>
              <a:t>Cost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644520" y="1120932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4520" y="1293309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931401" y="1344996"/>
            <a:ext cx="190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solidFill>
                  <a:srgbClr val="0000FF"/>
                </a:solidFill>
                <a:latin typeface="Calibri"/>
                <a:cs typeface="Calibri"/>
              </a:rPr>
              <a:t>m,c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289058" y="1086322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292181" y="125889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38373" y="1393763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057819" y="1206530"/>
            <a:ext cx="1428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4700" algn="l"/>
                <a:tab pos="1366520" algn="l"/>
              </a:tabLst>
            </a:pPr>
            <a:r>
              <a:rPr sz="1000" i="1" spc="110" dirty="0">
                <a:latin typeface="Calibri"/>
                <a:cs typeface="Calibri"/>
              </a:rPr>
              <a:t>J</a:t>
            </a:r>
            <a:r>
              <a:rPr sz="1000" spc="110" dirty="0">
                <a:latin typeface="Georgia"/>
                <a:cs typeface="Georgia"/>
              </a:rPr>
              <a:t>(</a:t>
            </a:r>
            <a:r>
              <a:rPr sz="1000" i="1" spc="110" dirty="0">
                <a:latin typeface="Calibri"/>
                <a:cs typeface="Calibri"/>
              </a:rPr>
              <a:t>m,</a:t>
            </a:r>
            <a:r>
              <a:rPr sz="1000" i="1" spc="-5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	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522941" y="1263462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460915" y="1206530"/>
            <a:ext cx="438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114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873081" y="1192240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74954" y="1547588"/>
            <a:ext cx="3119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Georgia"/>
                <a:cs typeface="Georgia"/>
              </a:rPr>
              <a:t>where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Calibri"/>
                <a:cs typeface="Calibri"/>
              </a:rPr>
              <a:t>y</a:t>
            </a:r>
            <a:r>
              <a:rPr sz="1000" spc="-80" dirty="0">
                <a:latin typeface="Georgia"/>
                <a:cs typeface="Georgia"/>
              </a:rPr>
              <a:t>ˆ</a:t>
            </a:r>
            <a:r>
              <a:rPr sz="1050" i="1" spc="-120" baseline="-11904" dirty="0">
                <a:latin typeface="Calibri"/>
                <a:cs typeface="Calibri"/>
              </a:rPr>
              <a:t>i</a:t>
            </a:r>
            <a:r>
              <a:rPr sz="1050" i="1" spc="270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mx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50" i="1" spc="120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4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7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000" spc="110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m,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is</a:t>
            </a:r>
            <a:r>
              <a:rPr sz="1000" spc="5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cost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/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loss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function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7" name="object 8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0" dirty="0">
                <a:solidFill>
                  <a:srgbClr val="FFFFFF"/>
                </a:solidFill>
                <a:latin typeface="Georgia"/>
                <a:cs typeface="Georgia"/>
              </a:rPr>
              <a:t>36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048" y="878420"/>
            <a:ext cx="57746" cy="57746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2048" y="1063878"/>
            <a:ext cx="57746" cy="57746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347294" y="461459"/>
            <a:ext cx="3442335" cy="701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Putting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together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GD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cost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perform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regression.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sz="1000" b="1" spc="-30" dirty="0">
                <a:latin typeface="Georgia"/>
                <a:cs typeface="Georgia"/>
              </a:rPr>
              <a:t>Linear</a:t>
            </a:r>
            <a:r>
              <a:rPr sz="1000" b="1" spc="50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Regression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Model:</a:t>
            </a:r>
            <a:endParaRPr sz="100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65"/>
              </a:spcBef>
            </a:pPr>
            <a:r>
              <a:rPr sz="1000" spc="-20" dirty="0">
                <a:latin typeface="Georgia"/>
                <a:cs typeface="Georgia"/>
              </a:rPr>
              <a:t>hypothesis:</a:t>
            </a:r>
            <a:r>
              <a:rPr sz="1000" spc="170" dirty="0">
                <a:latin typeface="Georgia"/>
                <a:cs typeface="Georgia"/>
              </a:rPr>
              <a:t> </a:t>
            </a:r>
            <a:r>
              <a:rPr sz="1000" i="1" spc="55" dirty="0">
                <a:latin typeface="Calibri"/>
                <a:cs typeface="Calibri"/>
              </a:rPr>
              <a:t>h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i="1" spc="100" dirty="0">
                <a:latin typeface="Calibri"/>
                <a:cs typeface="Calibri"/>
              </a:rPr>
              <a:t>mx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260"/>
              </a:spcBef>
            </a:pPr>
            <a:r>
              <a:rPr sz="1000" dirty="0">
                <a:latin typeface="Georgia"/>
                <a:cs typeface="Georgia"/>
              </a:rPr>
              <a:t>Cost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644520" y="1120932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4520" y="1293309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931401" y="1344996"/>
            <a:ext cx="190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solidFill>
                  <a:srgbClr val="0000FF"/>
                </a:solidFill>
                <a:latin typeface="Calibri"/>
                <a:cs typeface="Calibri"/>
              </a:rPr>
              <a:t>m,c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299418" y="1169474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278290" y="1262422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38373" y="1393763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057819" y="1206530"/>
            <a:ext cx="1428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4700" algn="l"/>
                <a:tab pos="1366520" algn="l"/>
              </a:tabLst>
            </a:pPr>
            <a:r>
              <a:rPr sz="1000" i="1" spc="110" dirty="0">
                <a:latin typeface="Calibri"/>
                <a:cs typeface="Calibri"/>
              </a:rPr>
              <a:t>J</a:t>
            </a:r>
            <a:r>
              <a:rPr sz="1000" spc="110" dirty="0">
                <a:latin typeface="Georgia"/>
                <a:cs typeface="Georgia"/>
              </a:rPr>
              <a:t>(</a:t>
            </a:r>
            <a:r>
              <a:rPr sz="1000" i="1" spc="110" dirty="0">
                <a:latin typeface="Calibri"/>
                <a:cs typeface="Calibri"/>
              </a:rPr>
              <a:t>m,</a:t>
            </a:r>
            <a:r>
              <a:rPr sz="1000" i="1" spc="-5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	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522941" y="1263462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460915" y="1206530"/>
            <a:ext cx="438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114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873081" y="1192240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21894" y="1513237"/>
            <a:ext cx="3372485" cy="68199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90830">
              <a:lnSpc>
                <a:spcPct val="100000"/>
              </a:lnSpc>
              <a:spcBef>
                <a:spcPts val="365"/>
              </a:spcBef>
            </a:pPr>
            <a:r>
              <a:rPr sz="1000" spc="-25" dirty="0">
                <a:latin typeface="Georgia"/>
                <a:cs typeface="Georgia"/>
              </a:rPr>
              <a:t>where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Calibri"/>
                <a:cs typeface="Calibri"/>
              </a:rPr>
              <a:t>y</a:t>
            </a:r>
            <a:r>
              <a:rPr sz="1000" spc="-80" dirty="0">
                <a:latin typeface="Georgia"/>
                <a:cs typeface="Georgia"/>
              </a:rPr>
              <a:t>ˆ</a:t>
            </a:r>
            <a:r>
              <a:rPr sz="1050" i="1" spc="-120" baseline="-11904" dirty="0">
                <a:latin typeface="Calibri"/>
                <a:cs typeface="Calibri"/>
              </a:rPr>
              <a:t>i</a:t>
            </a:r>
            <a:r>
              <a:rPr sz="1050" i="1" spc="270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mx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50" i="1" spc="120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4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7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000" spc="110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m,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is</a:t>
            </a:r>
            <a:r>
              <a:rPr sz="1000" spc="5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cost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/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loss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function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 dirty="0">
              <a:latin typeface="Georgia"/>
              <a:cs typeface="Georgia"/>
            </a:endParaRPr>
          </a:p>
          <a:p>
            <a:pPr marL="38100">
              <a:lnSpc>
                <a:spcPts val="1200"/>
              </a:lnSpc>
              <a:spcBef>
                <a:spcPts val="265"/>
              </a:spcBef>
            </a:pPr>
            <a:r>
              <a:rPr sz="1000" b="1" spc="-10" dirty="0">
                <a:latin typeface="Georgia"/>
                <a:cs typeface="Georgia"/>
              </a:rPr>
              <a:t>Gradient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Descent</a:t>
            </a:r>
            <a:r>
              <a:rPr sz="1000" b="1" spc="4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Algorithm:</a:t>
            </a:r>
            <a:endParaRPr sz="1000" dirty="0">
              <a:latin typeface="Georgia"/>
              <a:cs typeface="Georgia"/>
            </a:endParaRPr>
          </a:p>
          <a:p>
            <a:pPr marL="38100">
              <a:lnSpc>
                <a:spcPts val="1120"/>
              </a:lnSpc>
            </a:pPr>
            <a:r>
              <a:rPr sz="1000" dirty="0">
                <a:latin typeface="Georgia"/>
                <a:cs typeface="Georgia"/>
              </a:rPr>
              <a:t>repeat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until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FF0000"/>
                </a:solidFill>
                <a:latin typeface="Georgia"/>
                <a:cs typeface="Georgia"/>
              </a:rPr>
              <a:t>convergence</a:t>
            </a:r>
            <a:r>
              <a:rPr sz="1000" spc="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{</a:t>
            </a:r>
            <a:endParaRPr sz="1000" dirty="0">
              <a:latin typeface="Georgia"/>
              <a:cs typeface="Georgia"/>
            </a:endParaRPr>
          </a:p>
          <a:p>
            <a:pPr marR="735330" algn="r">
              <a:lnSpc>
                <a:spcPts val="1120"/>
              </a:lnSpc>
            </a:pPr>
            <a:r>
              <a:rPr sz="1000" i="1" spc="-50" dirty="0">
                <a:latin typeface="Calibri"/>
                <a:cs typeface="Calibri"/>
              </a:rPr>
              <a:t>∂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817685" y="2210942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690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059089" y="2103340"/>
            <a:ext cx="16421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80440" algn="l"/>
              </a:tabLst>
            </a:pPr>
            <a:r>
              <a:rPr lang="el-GR" sz="1400" i="1" spc="55" baseline="-11904" dirty="0">
                <a:latin typeface="Calibri"/>
                <a:cs typeface="Calibri"/>
              </a:rPr>
              <a:t>ϴ</a:t>
            </a:r>
            <a:r>
              <a:rPr sz="1050" i="1" spc="82" baseline="-11904" dirty="0" err="1">
                <a:latin typeface="Calibri"/>
                <a:cs typeface="Calibri"/>
              </a:rPr>
              <a:t>i</a:t>
            </a:r>
            <a:r>
              <a:rPr sz="1050" i="1" spc="307" baseline="-119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lang="el-GR" sz="1400" i="1" spc="55" baseline="-11904" dirty="0">
                <a:latin typeface="Calibri"/>
                <a:cs typeface="Calibri"/>
              </a:rPr>
              <a:t>ϴ</a:t>
            </a:r>
            <a:r>
              <a:rPr lang="el-GR" sz="1050" i="1" spc="55" baseline="-11904" dirty="0">
                <a:latin typeface="Calibri"/>
                <a:cs typeface="Calibri"/>
              </a:rPr>
              <a:t> </a:t>
            </a:r>
            <a:r>
              <a:rPr sz="1050" i="1" spc="82" baseline="-11904" dirty="0" err="1">
                <a:latin typeface="Calibri"/>
                <a:cs typeface="Calibri"/>
              </a:rPr>
              <a:t>i</a:t>
            </a:r>
            <a:r>
              <a:rPr sz="1050" i="1" spc="209" baseline="-11904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i="1" spc="90" dirty="0">
                <a:latin typeface="Calibri"/>
                <a:cs typeface="Calibri"/>
              </a:rPr>
              <a:t>J</a:t>
            </a:r>
            <a:r>
              <a:rPr sz="1000" spc="90" dirty="0">
                <a:latin typeface="Georgia"/>
                <a:cs typeface="Georgia"/>
              </a:rPr>
              <a:t>(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spc="135" baseline="-11904" dirty="0">
                <a:latin typeface="Georgia"/>
                <a:cs typeface="Georgia"/>
              </a:rPr>
              <a:t>1</a:t>
            </a:r>
            <a:r>
              <a:rPr sz="1000" i="1" spc="90" dirty="0">
                <a:latin typeface="Calibri"/>
                <a:cs typeface="Calibri"/>
              </a:rPr>
              <a:t>,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2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120" dirty="0">
                <a:latin typeface="Lucida Sans Unicode"/>
                <a:cs typeface="Lucida Sans Unicode"/>
              </a:rPr>
              <a:t>}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164079" y="2143855"/>
            <a:ext cx="1050290" cy="4216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53415">
              <a:lnSpc>
                <a:spcPct val="100000"/>
              </a:lnSpc>
              <a:spcBef>
                <a:spcPts val="459"/>
              </a:spcBef>
            </a:pPr>
            <a:r>
              <a:rPr sz="1000" i="1" spc="25" dirty="0">
                <a:latin typeface="Calibri"/>
                <a:cs typeface="Calibri"/>
              </a:rPr>
              <a:t>∂</a:t>
            </a:r>
            <a:r>
              <a:rPr lang="el-GR" sz="1050" i="1" spc="55" baseline="-11904" dirty="0">
                <a:latin typeface="Calibri"/>
                <a:cs typeface="Calibri"/>
              </a:rPr>
              <a:t> </a:t>
            </a:r>
            <a:r>
              <a:rPr lang="el-GR" sz="1400" i="1" spc="55" baseline="-11904" dirty="0">
                <a:latin typeface="Calibri"/>
                <a:cs typeface="Calibri"/>
              </a:rPr>
              <a:t>ϴ</a:t>
            </a:r>
            <a:r>
              <a:rPr lang="el-GR" sz="1050" i="1" spc="55" baseline="-11904" dirty="0">
                <a:latin typeface="Calibri"/>
                <a:cs typeface="Calibri"/>
              </a:rPr>
              <a:t> </a:t>
            </a:r>
            <a:r>
              <a:rPr sz="1050" i="1" spc="37" baseline="-11904" dirty="0" err="1">
                <a:latin typeface="Calibri"/>
                <a:cs typeface="Calibri"/>
              </a:rPr>
              <a:t>i</a:t>
            </a:r>
            <a:endParaRPr sz="1050" baseline="-11904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60"/>
              </a:spcBef>
            </a:pPr>
            <a:r>
              <a:rPr sz="1000" dirty="0">
                <a:latin typeface="Georgia"/>
                <a:cs typeface="Georgia"/>
              </a:rPr>
              <a:t>(for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60" dirty="0">
                <a:latin typeface="Georgia"/>
                <a:cs typeface="Georgia"/>
              </a:rPr>
              <a:t>i=1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i=2)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0" name="object 90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0" dirty="0">
                <a:solidFill>
                  <a:srgbClr val="FFFFFF"/>
                </a:solidFill>
                <a:latin typeface="Georgia"/>
                <a:cs typeface="Georgia"/>
              </a:rPr>
              <a:t>36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048" y="878420"/>
            <a:ext cx="57746" cy="57746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2048" y="1063878"/>
            <a:ext cx="57746" cy="57746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347294" y="461459"/>
            <a:ext cx="3442335" cy="701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Putting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together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GD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cost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perform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regression.</a:t>
            </a:r>
            <a:endParaRPr sz="1000" dirty="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sz="1000" b="1" spc="-30" dirty="0">
                <a:latin typeface="Georgia"/>
                <a:cs typeface="Georgia"/>
              </a:rPr>
              <a:t>Linear</a:t>
            </a:r>
            <a:r>
              <a:rPr sz="1000" b="1" spc="50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Regression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Model:</a:t>
            </a:r>
            <a:endParaRPr sz="1000" dirty="0">
              <a:latin typeface="Georgia"/>
              <a:cs typeface="Georgia"/>
            </a:endParaRPr>
          </a:p>
          <a:p>
            <a:pPr marL="265430">
              <a:lnSpc>
                <a:spcPct val="100000"/>
              </a:lnSpc>
              <a:spcBef>
                <a:spcPts val="265"/>
              </a:spcBef>
            </a:pPr>
            <a:r>
              <a:rPr sz="1000" spc="-20" dirty="0">
                <a:latin typeface="Georgia"/>
                <a:cs typeface="Georgia"/>
              </a:rPr>
              <a:t>hypothesis:</a:t>
            </a:r>
            <a:r>
              <a:rPr sz="1000" spc="170" dirty="0">
                <a:latin typeface="Georgia"/>
                <a:cs typeface="Georgia"/>
              </a:rPr>
              <a:t> </a:t>
            </a:r>
            <a:r>
              <a:rPr sz="1000" i="1" spc="55" dirty="0">
                <a:latin typeface="Calibri"/>
                <a:cs typeface="Calibri"/>
              </a:rPr>
              <a:t>h</a:t>
            </a:r>
            <a:r>
              <a:rPr sz="1000" i="1" spc="35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i="1" spc="100" dirty="0">
                <a:latin typeface="Calibri"/>
                <a:cs typeface="Calibri"/>
              </a:rPr>
              <a:t>mx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i="1" spc="-50" dirty="0">
                <a:latin typeface="Calibri"/>
                <a:cs typeface="Calibri"/>
              </a:rPr>
              <a:t>c</a:t>
            </a:r>
            <a:endParaRPr sz="1000" dirty="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260"/>
              </a:spcBef>
            </a:pPr>
            <a:r>
              <a:rPr sz="1000" dirty="0">
                <a:latin typeface="Georgia"/>
                <a:cs typeface="Georgia"/>
              </a:rPr>
              <a:t>Cost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function: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644520" y="1120932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4520" y="1293309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931401" y="1344996"/>
            <a:ext cx="190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0" dirty="0">
                <a:solidFill>
                  <a:srgbClr val="0000FF"/>
                </a:solidFill>
                <a:latin typeface="Calibri"/>
                <a:cs typeface="Calibri"/>
              </a:rPr>
              <a:t>m,c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299418" y="1162499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295642" y="1259807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38373" y="1393763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057819" y="1206530"/>
            <a:ext cx="14287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4700" algn="l"/>
                <a:tab pos="1366520" algn="l"/>
              </a:tabLst>
            </a:pPr>
            <a:r>
              <a:rPr sz="1000" i="1" spc="110" dirty="0">
                <a:latin typeface="Calibri"/>
                <a:cs typeface="Calibri"/>
              </a:rPr>
              <a:t>J</a:t>
            </a:r>
            <a:r>
              <a:rPr sz="1000" spc="110" dirty="0">
                <a:latin typeface="Georgia"/>
                <a:cs typeface="Georgia"/>
              </a:rPr>
              <a:t>(</a:t>
            </a:r>
            <a:r>
              <a:rPr sz="1000" i="1" spc="110" dirty="0">
                <a:latin typeface="Calibri"/>
                <a:cs typeface="Calibri"/>
              </a:rPr>
              <a:t>m,</a:t>
            </a:r>
            <a:r>
              <a:rPr sz="1000" i="1" spc="-5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	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522941" y="1263462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460915" y="1206530"/>
            <a:ext cx="438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114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873081" y="1192240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21894" y="1513237"/>
            <a:ext cx="3372485" cy="68199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90830">
              <a:lnSpc>
                <a:spcPct val="100000"/>
              </a:lnSpc>
              <a:spcBef>
                <a:spcPts val="365"/>
              </a:spcBef>
            </a:pPr>
            <a:r>
              <a:rPr sz="1000" spc="-25" dirty="0">
                <a:latin typeface="Georgia"/>
                <a:cs typeface="Georgia"/>
              </a:rPr>
              <a:t>where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Calibri"/>
                <a:cs typeface="Calibri"/>
              </a:rPr>
              <a:t>y</a:t>
            </a:r>
            <a:r>
              <a:rPr sz="1000" spc="-80" dirty="0">
                <a:latin typeface="Georgia"/>
                <a:cs typeface="Georgia"/>
              </a:rPr>
              <a:t>ˆ</a:t>
            </a:r>
            <a:r>
              <a:rPr sz="1050" i="1" spc="-120" baseline="-11904" dirty="0">
                <a:latin typeface="Calibri"/>
                <a:cs typeface="Calibri"/>
              </a:rPr>
              <a:t>i</a:t>
            </a:r>
            <a:r>
              <a:rPr sz="1050" i="1" spc="270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mx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50" i="1" spc="120" baseline="-11904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+</a:t>
            </a:r>
            <a:r>
              <a:rPr sz="1000" spc="-4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7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000" spc="110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110" dirty="0">
                <a:solidFill>
                  <a:srgbClr val="FF0000"/>
                </a:solidFill>
                <a:latin typeface="Calibri"/>
                <a:cs typeface="Calibri"/>
              </a:rPr>
              <a:t>m,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is</a:t>
            </a:r>
            <a:r>
              <a:rPr sz="1000" spc="5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cost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/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loss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Georgia"/>
                <a:cs typeface="Georgia"/>
              </a:rPr>
              <a:t>function</a:t>
            </a:r>
            <a:r>
              <a:rPr sz="1000" spc="-10" dirty="0">
                <a:latin typeface="Georgia"/>
                <a:cs typeface="Georgia"/>
              </a:rPr>
              <a:t>.</a:t>
            </a:r>
            <a:endParaRPr sz="1000" dirty="0">
              <a:latin typeface="Georgia"/>
              <a:cs typeface="Georgia"/>
            </a:endParaRPr>
          </a:p>
          <a:p>
            <a:pPr marL="38100">
              <a:lnSpc>
                <a:spcPts val="1200"/>
              </a:lnSpc>
              <a:spcBef>
                <a:spcPts val="265"/>
              </a:spcBef>
            </a:pPr>
            <a:r>
              <a:rPr sz="1000" b="1" spc="-10" dirty="0">
                <a:latin typeface="Georgia"/>
                <a:cs typeface="Georgia"/>
              </a:rPr>
              <a:t>Gradient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Descent</a:t>
            </a:r>
            <a:r>
              <a:rPr sz="1000" b="1" spc="4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Algorithm:</a:t>
            </a:r>
            <a:endParaRPr sz="1000" dirty="0">
              <a:latin typeface="Georgia"/>
              <a:cs typeface="Georgia"/>
            </a:endParaRPr>
          </a:p>
          <a:p>
            <a:pPr marL="38100">
              <a:lnSpc>
                <a:spcPts val="1120"/>
              </a:lnSpc>
            </a:pPr>
            <a:r>
              <a:rPr sz="1000" dirty="0">
                <a:latin typeface="Georgia"/>
                <a:cs typeface="Georgia"/>
              </a:rPr>
              <a:t>repeat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until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FF0000"/>
                </a:solidFill>
                <a:latin typeface="Georgia"/>
                <a:cs typeface="Georgia"/>
              </a:rPr>
              <a:t>convergence</a:t>
            </a:r>
            <a:r>
              <a:rPr sz="1000" spc="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{</a:t>
            </a:r>
            <a:endParaRPr sz="1000" dirty="0">
              <a:latin typeface="Georgia"/>
              <a:cs typeface="Georgia"/>
            </a:endParaRPr>
          </a:p>
          <a:p>
            <a:pPr marR="735330" algn="r">
              <a:lnSpc>
                <a:spcPts val="1120"/>
              </a:lnSpc>
            </a:pPr>
            <a:r>
              <a:rPr sz="1000" i="1" spc="-50" dirty="0">
                <a:latin typeface="Calibri"/>
                <a:cs typeface="Calibri"/>
              </a:rPr>
              <a:t>∂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817685" y="2210942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690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059089" y="2103340"/>
            <a:ext cx="164211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80440" algn="l"/>
              </a:tabLst>
            </a:pP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i="1" spc="82" baseline="-11904" dirty="0" err="1">
                <a:latin typeface="Calibri"/>
                <a:cs typeface="Calibri"/>
              </a:rPr>
              <a:t>i</a:t>
            </a:r>
            <a:r>
              <a:rPr sz="1050" i="1" spc="307" baseline="-119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i="1" spc="82" baseline="-11904" dirty="0" err="1">
                <a:latin typeface="Calibri"/>
                <a:cs typeface="Calibri"/>
              </a:rPr>
              <a:t>i</a:t>
            </a:r>
            <a:r>
              <a:rPr sz="1050" i="1" spc="209" baseline="-11904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i="1" spc="90" dirty="0">
                <a:latin typeface="Calibri"/>
                <a:cs typeface="Calibri"/>
              </a:rPr>
              <a:t>J</a:t>
            </a:r>
            <a:r>
              <a:rPr sz="1000" spc="90" dirty="0">
                <a:latin typeface="Georgia"/>
                <a:cs typeface="Georgia"/>
              </a:rPr>
              <a:t>(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spc="135" baseline="-11904" dirty="0">
                <a:latin typeface="Georgia"/>
                <a:cs typeface="Georgia"/>
              </a:rPr>
              <a:t>1</a:t>
            </a:r>
            <a:r>
              <a:rPr sz="1000" i="1" spc="90" dirty="0">
                <a:latin typeface="Calibri"/>
                <a:cs typeface="Calibri"/>
              </a:rPr>
              <a:t>,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2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120" dirty="0">
                <a:latin typeface="Lucida Sans Unicode"/>
                <a:cs typeface="Lucida Sans Unicode"/>
              </a:rPr>
              <a:t>}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164079" y="2143855"/>
            <a:ext cx="1050290" cy="4216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53415">
              <a:lnSpc>
                <a:spcPct val="100000"/>
              </a:lnSpc>
              <a:spcBef>
                <a:spcPts val="459"/>
              </a:spcBef>
            </a:pPr>
            <a:r>
              <a:rPr sz="1000" i="1" spc="25" dirty="0">
                <a:latin typeface="Calibri"/>
                <a:cs typeface="Calibri"/>
              </a:rPr>
              <a:t>∂</a:t>
            </a:r>
            <a:r>
              <a:rPr lang="el-GR" sz="1050" i="1" spc="55" baseline="-11904" dirty="0">
                <a:latin typeface="Calibri"/>
                <a:cs typeface="Calibri"/>
              </a:rPr>
              <a:t> ϴ </a:t>
            </a:r>
            <a:r>
              <a:rPr sz="1050" i="1" spc="37" baseline="-11904" dirty="0" err="1">
                <a:latin typeface="Calibri"/>
                <a:cs typeface="Calibri"/>
              </a:rPr>
              <a:t>i</a:t>
            </a:r>
            <a:endParaRPr sz="1050" baseline="-11904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60"/>
              </a:spcBef>
            </a:pPr>
            <a:r>
              <a:rPr sz="1000" dirty="0">
                <a:latin typeface="Georgia"/>
                <a:cs typeface="Georgia"/>
              </a:rPr>
              <a:t>(for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60" dirty="0">
                <a:latin typeface="Georgia"/>
                <a:cs typeface="Georgia"/>
              </a:rPr>
              <a:t>i=1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i=2)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09193" y="2657474"/>
            <a:ext cx="5142230" cy="419734"/>
            <a:chOff x="309193" y="2657474"/>
            <a:chExt cx="5142230" cy="419734"/>
          </a:xfrm>
        </p:grpSpPr>
        <p:sp>
          <p:nvSpPr>
            <p:cNvPr id="90" name="object 90"/>
            <p:cNvSpPr/>
            <p:nvPr/>
          </p:nvSpPr>
          <p:spPr>
            <a:xfrm>
              <a:off x="309193" y="2657474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9194" y="2819996"/>
              <a:ext cx="5141665" cy="50609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309193" y="2864280"/>
              <a:ext cx="5142230" cy="213360"/>
            </a:xfrm>
            <a:custGeom>
              <a:avLst/>
              <a:gdLst/>
              <a:ahLst/>
              <a:cxnLst/>
              <a:rect l="l" t="t" r="r" b="b"/>
              <a:pathLst>
                <a:path w="5142230" h="213360">
                  <a:moveTo>
                    <a:pt x="5141666" y="0"/>
                  </a:moveTo>
                  <a:lnTo>
                    <a:pt x="0" y="0"/>
                  </a:lnTo>
                  <a:lnTo>
                    <a:pt x="0" y="161977"/>
                  </a:lnTo>
                  <a:lnTo>
                    <a:pt x="4008" y="181701"/>
                  </a:lnTo>
                  <a:lnTo>
                    <a:pt x="14922" y="197854"/>
                  </a:lnTo>
                  <a:lnTo>
                    <a:pt x="31075" y="208768"/>
                  </a:lnTo>
                  <a:lnTo>
                    <a:pt x="50800" y="212777"/>
                  </a:lnTo>
                  <a:lnTo>
                    <a:pt x="5090865" y="212777"/>
                  </a:lnTo>
                  <a:lnTo>
                    <a:pt x="5110590" y="208768"/>
                  </a:lnTo>
                  <a:lnTo>
                    <a:pt x="5126743" y="197854"/>
                  </a:lnTo>
                  <a:lnTo>
                    <a:pt x="5137657" y="181701"/>
                  </a:lnTo>
                  <a:lnTo>
                    <a:pt x="5141666" y="16197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309194" y="2593600"/>
            <a:ext cx="4610100" cy="429259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89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Linear</a:t>
            </a:r>
            <a:r>
              <a:rPr sz="10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1000" spc="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10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Georgia"/>
                <a:cs typeface="Georgia"/>
              </a:rPr>
              <a:t>GD</a:t>
            </a:r>
            <a:endParaRPr sz="10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sz="1000" dirty="0">
                <a:latin typeface="Georgia"/>
                <a:cs typeface="Georgia"/>
              </a:rPr>
              <a:t>Apply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gradient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descent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algorithm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minimize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cost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spc="160" dirty="0">
                <a:latin typeface="Calibri"/>
                <a:cs typeface="Calibri"/>
              </a:rPr>
              <a:t>J</a:t>
            </a:r>
            <a:r>
              <a:rPr sz="1000" spc="160" dirty="0">
                <a:latin typeface="Georgia"/>
                <a:cs typeface="Georgia"/>
              </a:rPr>
              <a:t>.</a:t>
            </a:r>
            <a:r>
              <a:rPr sz="1000" spc="15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argmin</a:t>
            </a:r>
            <a:r>
              <a:rPr sz="1050" i="1" baseline="-19841" dirty="0">
                <a:solidFill>
                  <a:srgbClr val="FF0000"/>
                </a:solidFill>
                <a:latin typeface="Calibri"/>
                <a:cs typeface="Calibri"/>
              </a:rPr>
              <a:t>m,c</a:t>
            </a:r>
            <a:r>
              <a:rPr sz="1050" i="1" spc="52" baseline="-1984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i="1" spc="105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000" spc="105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105" dirty="0">
                <a:solidFill>
                  <a:srgbClr val="FF0000"/>
                </a:solidFill>
                <a:latin typeface="Calibri"/>
                <a:cs typeface="Calibri"/>
              </a:rPr>
              <a:t>m,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i="1" spc="-2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spc="-25" dirty="0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5" name="object 95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0" dirty="0">
                <a:solidFill>
                  <a:srgbClr val="FFFFFF"/>
                </a:solidFill>
                <a:latin typeface="Georgia"/>
                <a:cs typeface="Georgia"/>
              </a:rPr>
              <a:t>36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26299" y="555703"/>
            <a:ext cx="24320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97" baseline="7936" dirty="0">
                <a:solidFill>
                  <a:srgbClr val="0000FF"/>
                </a:solidFill>
                <a:latin typeface="Calibri"/>
                <a:cs typeface="Calibri"/>
              </a:rPr>
              <a:t>∂w</a:t>
            </a:r>
            <a:r>
              <a:rPr sz="500" i="1" spc="65" dirty="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21894" y="461459"/>
            <a:ext cx="23907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Solving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for:</a:t>
            </a:r>
            <a:r>
              <a:rPr sz="1000" spc="325" dirty="0">
                <a:latin typeface="Georgia"/>
                <a:cs typeface="Georgia"/>
              </a:rPr>
              <a:t> </a:t>
            </a:r>
            <a:r>
              <a:rPr sz="1050" u="sng" spc="419" baseline="3174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50" i="1" u="sng" baseline="3174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∂</a:t>
            </a:r>
            <a:r>
              <a:rPr sz="1050" i="1" spc="719" baseline="3174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spc="142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114" dirty="0">
                <a:latin typeface="Georgia"/>
                <a:cs typeface="Georgia"/>
              </a:rPr>
              <a:t> </a:t>
            </a:r>
            <a:r>
              <a:rPr sz="700" spc="80" dirty="0">
                <a:latin typeface="Georgia"/>
                <a:cs typeface="Georgia"/>
              </a:rPr>
              <a:t>(i=1</a:t>
            </a:r>
            <a:r>
              <a:rPr sz="700" spc="11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114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i=2):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070341" y="955093"/>
            <a:ext cx="256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1295" algn="l"/>
              </a:tabLst>
            </a:pPr>
            <a:r>
              <a:rPr sz="700" i="1" spc="65" dirty="0">
                <a:latin typeface="Calibri"/>
                <a:cs typeface="Calibri"/>
              </a:rPr>
              <a:t>i</a:t>
            </a:r>
            <a:r>
              <a:rPr sz="700" i="1" dirty="0">
                <a:latin typeface="Calibri"/>
                <a:cs typeface="Calibri"/>
              </a:rPr>
              <a:t>	</a:t>
            </a:r>
            <a:r>
              <a:rPr sz="700" i="1" spc="114" dirty="0">
                <a:latin typeface="Calibri"/>
                <a:cs typeface="Calibri"/>
              </a:rPr>
              <a:t>j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848218" y="898149"/>
            <a:ext cx="673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110" dirty="0">
                <a:latin typeface="Calibri"/>
                <a:cs typeface="Calibri"/>
              </a:rPr>
              <a:t>J</a:t>
            </a:r>
            <a:r>
              <a:rPr sz="1000" spc="110" dirty="0">
                <a:latin typeface="Georgia"/>
                <a:cs typeface="Georgia"/>
              </a:rPr>
              <a:t>(</a:t>
            </a:r>
            <a:r>
              <a:rPr sz="1000" i="1" spc="110" dirty="0">
                <a:latin typeface="Calibri"/>
                <a:cs typeface="Calibri"/>
              </a:rPr>
              <a:t>w</a:t>
            </a:r>
            <a:r>
              <a:rPr sz="1000" i="1" spc="114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5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w</a:t>
            </a:r>
            <a:r>
              <a:rPr sz="1000" i="1" spc="2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549933" y="792016"/>
            <a:ext cx="1423035" cy="370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54"/>
              </a:spcBef>
              <a:tabLst>
                <a:tab pos="1008380" algn="l"/>
                <a:tab pos="1283335" algn="l"/>
              </a:tabLst>
            </a:pPr>
            <a:r>
              <a:rPr sz="10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	</a:t>
            </a: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000" dirty="0">
              <a:latin typeface="Georgia"/>
              <a:cs typeface="Georgia"/>
            </a:endParaRPr>
          </a:p>
          <a:p>
            <a:pPr marL="88900">
              <a:lnSpc>
                <a:spcPct val="100000"/>
              </a:lnSpc>
              <a:spcBef>
                <a:spcPts val="160"/>
              </a:spcBef>
            </a:pPr>
            <a:r>
              <a:rPr sz="1000" i="1" spc="25" dirty="0">
                <a:latin typeface="Calibri"/>
                <a:cs typeface="Calibri"/>
              </a:rPr>
              <a:t>∂</a:t>
            </a:r>
            <a:r>
              <a:rPr lang="el-GR" sz="1050" i="1" spc="55" baseline="-11904" dirty="0">
                <a:latin typeface="Calibri"/>
                <a:cs typeface="Calibri"/>
              </a:rPr>
              <a:t>ϴ</a:t>
            </a:r>
            <a:endParaRPr sz="1050" baseline="-11904" dirty="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520276" y="984940"/>
            <a:ext cx="45275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n-US" sz="1000" i="1" spc="50" dirty="0">
                <a:latin typeface="Calibri"/>
                <a:cs typeface="Calibri"/>
              </a:rPr>
              <a:t>   </a:t>
            </a:r>
            <a:r>
              <a:rPr sz="1000" i="1" spc="50" dirty="0">
                <a:latin typeface="Calibri"/>
                <a:cs typeface="Calibri"/>
              </a:rPr>
              <a:t>∂</a:t>
            </a:r>
            <a:r>
              <a:rPr sz="1050" i="1" spc="75" baseline="-11904" dirty="0" err="1">
                <a:latin typeface="Calibri"/>
                <a:cs typeface="Calibri"/>
              </a:rPr>
              <a:t>i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2</a:t>
            </a:r>
            <a:r>
              <a:rPr sz="1000" i="1" spc="-25" dirty="0">
                <a:latin typeface="Calibri"/>
                <a:cs typeface="Calibri"/>
              </a:rPr>
              <a:t>n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018535" y="777953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86534" y="932740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67863" y="1085395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252431" y="955093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41192" y="898149"/>
            <a:ext cx="487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Georgia"/>
                <a:cs typeface="Georgia"/>
              </a:rPr>
              <a:t>(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1000" spc="-60" dirty="0">
                <a:solidFill>
                  <a:srgbClr val="FF0000"/>
                </a:solidFill>
                <a:latin typeface="Georgia"/>
                <a:cs typeface="Georgia"/>
              </a:rPr>
              <a:t>ˆ</a:t>
            </a:r>
            <a:r>
              <a:rPr sz="1000" spc="8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85" dirty="0">
                <a:latin typeface="Calibri"/>
                <a:cs typeface="Calibri"/>
              </a:rPr>
              <a:t> </a:t>
            </a:r>
            <a:r>
              <a:rPr sz="1000" spc="-50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602558" y="883871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396947" y="1319636"/>
            <a:ext cx="124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545676" y="1234051"/>
            <a:ext cx="401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7655" algn="l"/>
              </a:tabLst>
            </a:pPr>
            <a:r>
              <a:rPr sz="10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018535" y="1199441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017033" y="132609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520276" y="1406428"/>
            <a:ext cx="662940" cy="2212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94"/>
              </a:lnSpc>
              <a:spcBef>
                <a:spcPts val="95"/>
              </a:spcBef>
            </a:pPr>
            <a:r>
              <a:rPr sz="1000" i="1" spc="50" dirty="0">
                <a:latin typeface="Calibri"/>
                <a:cs typeface="Calibri"/>
              </a:rPr>
              <a:t>∂</a:t>
            </a:r>
            <a:r>
              <a:rPr lang="el-GR" sz="1050" i="1" spc="55" baseline="-11904" dirty="0">
                <a:latin typeface="Calibri"/>
                <a:cs typeface="Calibri"/>
              </a:rPr>
              <a:t> ϴ </a:t>
            </a:r>
            <a:r>
              <a:rPr sz="1050" i="1" spc="75" baseline="-11904" dirty="0" err="1">
                <a:latin typeface="Calibri"/>
                <a:cs typeface="Calibri"/>
              </a:rPr>
              <a:t>i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2</a:t>
            </a:r>
            <a:r>
              <a:rPr sz="1000" i="1" spc="-25" dirty="0">
                <a:latin typeface="Calibri"/>
                <a:cs typeface="Calibri"/>
              </a:rPr>
              <a:t>n</a:t>
            </a:r>
            <a:endParaRPr sz="1000" dirty="0">
              <a:latin typeface="Calibri"/>
              <a:cs typeface="Calibri"/>
            </a:endParaRPr>
          </a:p>
          <a:p>
            <a:pPr marR="30480" algn="r">
              <a:lnSpc>
                <a:spcPts val="635"/>
              </a:lnSpc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75557" y="1376580"/>
            <a:ext cx="6159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115792" y="1319636"/>
            <a:ext cx="1065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55" dirty="0">
                <a:latin typeface="Georgia"/>
                <a:cs typeface="Georgia"/>
              </a:rPr>
              <a:t>(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m.x</a:t>
            </a:r>
            <a:r>
              <a:rPr sz="1050" i="1" spc="82" baseline="-11904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050" i="1" spc="195" baseline="-1190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spc="-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8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130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)</a:t>
            </a:r>
            <a:r>
              <a:rPr sz="1050" spc="-37" baseline="31746" dirty="0">
                <a:latin typeface="Georgia"/>
                <a:cs typeface="Georgia"/>
              </a:rPr>
              <a:t>2</a:t>
            </a:r>
            <a:endParaRPr sz="1050" baseline="31746" dirty="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162359" y="1117020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(13)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21894" y="1652389"/>
            <a:ext cx="410781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There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two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cases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(in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our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scenario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14" dirty="0">
                <a:latin typeface="Calibri"/>
                <a:cs typeface="Calibri"/>
              </a:rPr>
              <a:t>i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 </a:t>
            </a:r>
            <a:r>
              <a:rPr sz="1000" spc="70" dirty="0">
                <a:latin typeface="Georgia"/>
                <a:cs typeface="Georgia"/>
              </a:rPr>
              <a:t>1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: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1</a:t>
            </a:r>
            <a:r>
              <a:rPr sz="1050" spc="254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1000" i="1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14" dirty="0">
                <a:latin typeface="Calibri"/>
                <a:cs typeface="Calibri"/>
              </a:rPr>
              <a:t>i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 2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: </a:t>
            </a:r>
            <a:r>
              <a:rPr lang="el-GR" sz="1050" i="1" spc="55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2</a:t>
            </a:r>
            <a:r>
              <a:rPr sz="1050" spc="254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sz="1000" spc="-25" dirty="0">
                <a:latin typeface="Georgia"/>
                <a:cs typeface="Georgia"/>
              </a:rPr>
              <a:t>):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4" name="object 9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3977500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</a:rPr>
              <a:t>37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26299" y="555703"/>
            <a:ext cx="24320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97" baseline="7936" dirty="0">
                <a:solidFill>
                  <a:srgbClr val="0000FF"/>
                </a:solidFill>
                <a:latin typeface="Calibri"/>
                <a:cs typeface="Calibri"/>
              </a:rPr>
              <a:t>∂w</a:t>
            </a:r>
            <a:r>
              <a:rPr sz="500" i="1" spc="65" dirty="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21894" y="461459"/>
            <a:ext cx="23907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Solving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for:</a:t>
            </a:r>
            <a:r>
              <a:rPr sz="1000" spc="325" dirty="0">
                <a:latin typeface="Georgia"/>
                <a:cs typeface="Georgia"/>
              </a:rPr>
              <a:t> </a:t>
            </a:r>
            <a:r>
              <a:rPr sz="1050" u="sng" spc="419" baseline="3174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50" i="1" u="sng" baseline="3174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∂</a:t>
            </a:r>
            <a:r>
              <a:rPr sz="1050" i="1" spc="719" baseline="3174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spc="142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114" dirty="0">
                <a:latin typeface="Georgia"/>
                <a:cs typeface="Georgia"/>
              </a:rPr>
              <a:t> </a:t>
            </a:r>
            <a:r>
              <a:rPr sz="700" spc="80" dirty="0">
                <a:latin typeface="Georgia"/>
                <a:cs typeface="Georgia"/>
              </a:rPr>
              <a:t>(i=1</a:t>
            </a:r>
            <a:r>
              <a:rPr sz="700" spc="11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114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i=2):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070341" y="955093"/>
            <a:ext cx="256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1295" algn="l"/>
              </a:tabLst>
            </a:pPr>
            <a:r>
              <a:rPr sz="700" i="1" spc="65" dirty="0">
                <a:latin typeface="Calibri"/>
                <a:cs typeface="Calibri"/>
              </a:rPr>
              <a:t>i</a:t>
            </a:r>
            <a:r>
              <a:rPr sz="700" i="1" dirty="0">
                <a:latin typeface="Calibri"/>
                <a:cs typeface="Calibri"/>
              </a:rPr>
              <a:t>	</a:t>
            </a:r>
            <a:r>
              <a:rPr sz="700" i="1" spc="114" dirty="0">
                <a:latin typeface="Calibri"/>
                <a:cs typeface="Calibri"/>
              </a:rPr>
              <a:t>j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848218" y="898149"/>
            <a:ext cx="673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110" dirty="0">
                <a:latin typeface="Calibri"/>
                <a:cs typeface="Calibri"/>
              </a:rPr>
              <a:t>J</a:t>
            </a:r>
            <a:r>
              <a:rPr sz="1000" spc="110" dirty="0">
                <a:latin typeface="Georgia"/>
                <a:cs typeface="Georgia"/>
              </a:rPr>
              <a:t>(</a:t>
            </a:r>
            <a:r>
              <a:rPr sz="1000" i="1" spc="110" dirty="0">
                <a:latin typeface="Calibri"/>
                <a:cs typeface="Calibri"/>
              </a:rPr>
              <a:t>w</a:t>
            </a:r>
            <a:r>
              <a:rPr sz="1000" i="1" spc="114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5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w</a:t>
            </a:r>
            <a:r>
              <a:rPr sz="1000" i="1" spc="2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549933" y="792016"/>
            <a:ext cx="1423035" cy="370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54"/>
              </a:spcBef>
              <a:tabLst>
                <a:tab pos="1008380" algn="l"/>
                <a:tab pos="1283335" algn="l"/>
              </a:tabLst>
            </a:pPr>
            <a:r>
              <a:rPr sz="10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	</a:t>
            </a: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000" dirty="0">
              <a:latin typeface="Georgia"/>
              <a:cs typeface="Georgia"/>
            </a:endParaRPr>
          </a:p>
          <a:p>
            <a:pPr marL="88900">
              <a:lnSpc>
                <a:spcPct val="100000"/>
              </a:lnSpc>
              <a:spcBef>
                <a:spcPts val="160"/>
              </a:spcBef>
            </a:pPr>
            <a:r>
              <a:rPr sz="1000" i="1" spc="25" dirty="0">
                <a:latin typeface="Calibri"/>
                <a:cs typeface="Calibri"/>
              </a:rPr>
              <a:t>∂</a:t>
            </a:r>
            <a:r>
              <a:rPr lang="el-GR" sz="1050" i="1" spc="82" baseline="-11904" dirty="0">
                <a:latin typeface="Calibri"/>
                <a:cs typeface="Calibri"/>
              </a:rPr>
              <a:t> ϴ </a:t>
            </a:r>
            <a:r>
              <a:rPr sz="1050" i="1" spc="37" baseline="-11904" dirty="0" err="1">
                <a:latin typeface="Calibri"/>
                <a:cs typeface="Calibri"/>
              </a:rPr>
              <a:t>i</a:t>
            </a:r>
            <a:endParaRPr sz="1050" baseline="-11904" dirty="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520276" y="984940"/>
            <a:ext cx="452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50" dirty="0">
                <a:latin typeface="Calibri"/>
                <a:cs typeface="Calibri"/>
              </a:rPr>
              <a:t>∂w</a:t>
            </a:r>
            <a:r>
              <a:rPr sz="1050" i="1" spc="75" baseline="-11904" dirty="0">
                <a:latin typeface="Calibri"/>
                <a:cs typeface="Calibri"/>
              </a:rPr>
              <a:t>i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2</a:t>
            </a:r>
            <a:r>
              <a:rPr sz="1000" i="1" spc="-25" dirty="0">
                <a:latin typeface="Calibri"/>
                <a:cs typeface="Calibri"/>
              </a:rPr>
              <a:t>n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018535" y="777953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036989" y="954912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67863" y="1085395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252431" y="955093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41192" y="898149"/>
            <a:ext cx="487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Georgia"/>
                <a:cs typeface="Georgia"/>
              </a:rPr>
              <a:t>(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1000" spc="-60" dirty="0">
                <a:solidFill>
                  <a:srgbClr val="FF0000"/>
                </a:solidFill>
                <a:latin typeface="Georgia"/>
                <a:cs typeface="Georgia"/>
              </a:rPr>
              <a:t>ˆ</a:t>
            </a:r>
            <a:r>
              <a:rPr sz="1000" spc="8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85" dirty="0">
                <a:latin typeface="Calibri"/>
                <a:cs typeface="Calibri"/>
              </a:rPr>
              <a:t> </a:t>
            </a:r>
            <a:r>
              <a:rPr sz="1000" spc="-50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602558" y="883871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396947" y="1319636"/>
            <a:ext cx="124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545676" y="1234051"/>
            <a:ext cx="401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7655" algn="l"/>
              </a:tabLst>
            </a:pPr>
            <a:r>
              <a:rPr sz="10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018535" y="1199441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018535" y="136628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520276" y="1406428"/>
            <a:ext cx="662940" cy="232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94"/>
              </a:lnSpc>
              <a:spcBef>
                <a:spcPts val="95"/>
              </a:spcBef>
            </a:pPr>
            <a:r>
              <a:rPr sz="1000" i="1" spc="50" dirty="0">
                <a:latin typeface="Calibri"/>
                <a:cs typeface="Calibri"/>
              </a:rPr>
              <a:t>∂w</a:t>
            </a:r>
            <a:r>
              <a:rPr sz="1050" i="1" spc="75" baseline="-11904" dirty="0">
                <a:latin typeface="Calibri"/>
                <a:cs typeface="Calibri"/>
              </a:rPr>
              <a:t>i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2</a:t>
            </a:r>
            <a:r>
              <a:rPr sz="1000" i="1" spc="-25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  <a:p>
            <a:pPr marR="30480" algn="r">
              <a:lnSpc>
                <a:spcPts val="635"/>
              </a:lnSpc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75557" y="1376580"/>
            <a:ext cx="6159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115792" y="1319636"/>
            <a:ext cx="1065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55" dirty="0">
                <a:latin typeface="Georgia"/>
                <a:cs typeface="Georgia"/>
              </a:rPr>
              <a:t>(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m.x</a:t>
            </a:r>
            <a:r>
              <a:rPr sz="1050" i="1" spc="82" baseline="-11904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050" i="1" spc="195" baseline="-1190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spc="-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8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130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)</a:t>
            </a:r>
            <a:r>
              <a:rPr sz="1050" spc="-37" baseline="31746" dirty="0">
                <a:latin typeface="Georgia"/>
                <a:cs typeface="Georgia"/>
              </a:rPr>
              <a:t>2</a:t>
            </a:r>
            <a:endParaRPr sz="1050" baseline="31746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162359" y="1117020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(13)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21894" y="1652389"/>
            <a:ext cx="410781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There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two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cases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(in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our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scenario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14" dirty="0">
                <a:latin typeface="Calibri"/>
                <a:cs typeface="Calibri"/>
              </a:rPr>
              <a:t>i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 </a:t>
            </a:r>
            <a:r>
              <a:rPr sz="1000" spc="70" dirty="0">
                <a:latin typeface="Georgia"/>
                <a:cs typeface="Georgia"/>
              </a:rPr>
              <a:t>1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: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1</a:t>
            </a:r>
            <a:r>
              <a:rPr sz="1050" spc="254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1000" i="1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14" dirty="0">
                <a:latin typeface="Calibri"/>
                <a:cs typeface="Calibri"/>
              </a:rPr>
              <a:t>i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 2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: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2</a:t>
            </a:r>
            <a:r>
              <a:rPr sz="1050" spc="254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sz="1000" spc="-25" dirty="0">
                <a:latin typeface="Georgia"/>
                <a:cs typeface="Georgia"/>
              </a:rPr>
              <a:t>):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93" name="object 9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4792" y="1863823"/>
            <a:ext cx="101057" cy="101057"/>
          </a:xfrm>
          <a:prstGeom prst="rect">
            <a:avLst/>
          </a:prstGeom>
        </p:spPr>
      </p:pic>
      <p:sp>
        <p:nvSpPr>
          <p:cNvPr id="94" name="object 94"/>
          <p:cNvSpPr txBox="1"/>
          <p:nvPr/>
        </p:nvSpPr>
        <p:spPr>
          <a:xfrm>
            <a:off x="461086" y="1852456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90930" y="1867486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101801" y="1798690"/>
            <a:ext cx="800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079195" y="1892137"/>
            <a:ext cx="1301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0" dirty="0">
                <a:solidFill>
                  <a:srgbClr val="FF0000"/>
                </a:solidFill>
                <a:latin typeface="Calibri"/>
                <a:cs typeface="Calibri"/>
              </a:rPr>
              <a:t>∂c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00354" y="1810542"/>
            <a:ext cx="7562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0870" algn="l"/>
              </a:tabLst>
            </a:pPr>
            <a:r>
              <a:rPr lang="el-GR" sz="1000" i="1" spc="82" baseline="-11904" dirty="0">
                <a:latin typeface="Calibri"/>
                <a:cs typeface="Calibri"/>
              </a:rPr>
              <a:t>ϴ</a:t>
            </a:r>
            <a:r>
              <a:rPr sz="1000" i="1" spc="160" dirty="0">
                <a:latin typeface="Calibri"/>
                <a:cs typeface="Calibri"/>
              </a:rPr>
              <a:t> 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c,</a:t>
            </a:r>
            <a:r>
              <a:rPr sz="1000" dirty="0">
                <a:latin typeface="Georgia"/>
                <a:cs typeface="Georgia"/>
              </a:rPr>
              <a:t>	</a:t>
            </a:r>
            <a:r>
              <a:rPr sz="1000" i="1" spc="140" dirty="0">
                <a:latin typeface="Calibri"/>
                <a:cs typeface="Calibri"/>
              </a:rPr>
              <a:t>J</a:t>
            </a:r>
            <a:r>
              <a:rPr sz="1000" spc="140" dirty="0">
                <a:latin typeface="Georgia"/>
                <a:cs typeface="Georgia"/>
              </a:rPr>
              <a:t>(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330604" y="1810542"/>
            <a:ext cx="3321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50" dirty="0">
                <a:latin typeface="Calibri"/>
                <a:cs typeface="Calibri"/>
              </a:rPr>
              <a:t>m,</a:t>
            </a:r>
            <a:r>
              <a:rPr sz="1000" i="1" spc="-55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Calibri"/>
                <a:cs typeface="Calibri"/>
              </a:rPr>
              <a:t>c</a:t>
            </a:r>
            <a:r>
              <a:rPr sz="1000" spc="-25" dirty="0">
                <a:latin typeface="Georgia"/>
                <a:cs typeface="Georgia"/>
              </a:rPr>
              <a:t>):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257818" y="2077815"/>
            <a:ext cx="154940" cy="370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00" i="1" spc="-25" dirty="0">
                <a:latin typeface="Calibri"/>
                <a:cs typeface="Calibri"/>
              </a:rPr>
              <a:t>∂c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401963" y="2183973"/>
            <a:ext cx="5619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105" dirty="0">
                <a:latin typeface="Calibri"/>
                <a:cs typeface="Calibri"/>
              </a:rPr>
              <a:t>J</a:t>
            </a:r>
            <a:r>
              <a:rPr sz="1000" spc="105" dirty="0">
                <a:latin typeface="Georgia"/>
                <a:cs typeface="Georgia"/>
              </a:rPr>
              <a:t>(</a:t>
            </a:r>
            <a:r>
              <a:rPr sz="1000" i="1" spc="105" dirty="0">
                <a:latin typeface="Calibri"/>
                <a:cs typeface="Calibri"/>
              </a:rPr>
              <a:t>m,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995015" y="2098375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160991" y="2063765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157728" y="2240904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988665" y="2270765"/>
            <a:ext cx="311150" cy="232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4"/>
              </a:lnSpc>
              <a:spcBef>
                <a:spcPts val="95"/>
              </a:spcBef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  <a:p>
            <a:pPr marL="133985">
              <a:lnSpc>
                <a:spcPts val="635"/>
              </a:lnSpc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394887" y="2240904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latin typeface="Calibri"/>
                <a:cs typeface="Calibri"/>
              </a:rPr>
              <a:t>i</a:t>
            </a:r>
            <a:r>
              <a:rPr sz="700" i="1" dirty="0"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283648" y="2183973"/>
            <a:ext cx="487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Georgia"/>
                <a:cs typeface="Georgia"/>
              </a:rPr>
              <a:t>(</a:t>
            </a:r>
            <a:r>
              <a:rPr sz="1000" i="1" spc="-60" dirty="0">
                <a:latin typeface="Calibri"/>
                <a:cs typeface="Calibri"/>
              </a:rPr>
              <a:t>y</a:t>
            </a:r>
            <a:r>
              <a:rPr sz="1000" spc="-60" dirty="0">
                <a:latin typeface="Georgia"/>
                <a:cs typeface="Georgia"/>
              </a:rPr>
              <a:t>ˆ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80" dirty="0">
                <a:latin typeface="Calibri"/>
                <a:cs typeface="Calibri"/>
              </a:rPr>
              <a:t> </a:t>
            </a:r>
            <a:r>
              <a:rPr sz="1000" spc="-50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162359" y="2183973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(14)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110" name="object 110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3977500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</a:rPr>
              <a:t>37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26299" y="555703"/>
            <a:ext cx="24320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i="1" spc="97" baseline="7936" dirty="0">
                <a:solidFill>
                  <a:srgbClr val="0000FF"/>
                </a:solidFill>
                <a:latin typeface="Calibri"/>
                <a:cs typeface="Calibri"/>
              </a:rPr>
              <a:t>∂w</a:t>
            </a:r>
            <a:r>
              <a:rPr sz="500" i="1" spc="65" dirty="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21894" y="461459"/>
            <a:ext cx="239077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Solving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for:</a:t>
            </a:r>
            <a:r>
              <a:rPr sz="1000" spc="325" dirty="0">
                <a:latin typeface="Georgia"/>
                <a:cs typeface="Georgia"/>
              </a:rPr>
              <a:t> </a:t>
            </a:r>
            <a:r>
              <a:rPr sz="1050" u="sng" spc="419" baseline="3174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50" i="1" u="sng" baseline="3174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∂</a:t>
            </a:r>
            <a:r>
              <a:rPr sz="1050" i="1" spc="719" baseline="3174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9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spc="142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9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10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114" dirty="0">
                <a:latin typeface="Georgia"/>
                <a:cs typeface="Georgia"/>
              </a:rPr>
              <a:t> </a:t>
            </a:r>
            <a:r>
              <a:rPr sz="700" spc="80" dirty="0">
                <a:latin typeface="Georgia"/>
                <a:cs typeface="Georgia"/>
              </a:rPr>
              <a:t>(i=1</a:t>
            </a:r>
            <a:r>
              <a:rPr sz="700" spc="11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and</a:t>
            </a:r>
            <a:r>
              <a:rPr sz="700" spc="114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i=2):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070341" y="955093"/>
            <a:ext cx="2565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1295" algn="l"/>
              </a:tabLst>
            </a:pPr>
            <a:r>
              <a:rPr sz="700" i="1" spc="65" dirty="0">
                <a:latin typeface="Calibri"/>
                <a:cs typeface="Calibri"/>
              </a:rPr>
              <a:t>i</a:t>
            </a:r>
            <a:r>
              <a:rPr sz="700" i="1" dirty="0">
                <a:latin typeface="Calibri"/>
                <a:cs typeface="Calibri"/>
              </a:rPr>
              <a:t>	</a:t>
            </a:r>
            <a:r>
              <a:rPr sz="700" i="1" spc="114" dirty="0">
                <a:latin typeface="Calibri"/>
                <a:cs typeface="Calibri"/>
              </a:rPr>
              <a:t>j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848218" y="898149"/>
            <a:ext cx="673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110" dirty="0">
                <a:latin typeface="Calibri"/>
                <a:cs typeface="Calibri"/>
              </a:rPr>
              <a:t>J</a:t>
            </a:r>
            <a:r>
              <a:rPr sz="1000" spc="110" dirty="0">
                <a:latin typeface="Georgia"/>
                <a:cs typeface="Georgia"/>
              </a:rPr>
              <a:t>(</a:t>
            </a:r>
            <a:r>
              <a:rPr sz="1000" i="1" spc="110" dirty="0">
                <a:latin typeface="Calibri"/>
                <a:cs typeface="Calibri"/>
              </a:rPr>
              <a:t>w</a:t>
            </a:r>
            <a:r>
              <a:rPr sz="1000" i="1" spc="114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5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w</a:t>
            </a:r>
            <a:r>
              <a:rPr sz="1000" i="1" spc="2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549933" y="792016"/>
            <a:ext cx="1423035" cy="370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54"/>
              </a:spcBef>
              <a:tabLst>
                <a:tab pos="1008380" algn="l"/>
                <a:tab pos="1283335" algn="l"/>
              </a:tabLst>
            </a:pPr>
            <a:r>
              <a:rPr sz="10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	</a:t>
            </a: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000" dirty="0">
              <a:latin typeface="Georgia"/>
              <a:cs typeface="Georgia"/>
            </a:endParaRPr>
          </a:p>
          <a:p>
            <a:pPr marL="88900">
              <a:lnSpc>
                <a:spcPct val="100000"/>
              </a:lnSpc>
              <a:spcBef>
                <a:spcPts val="160"/>
              </a:spcBef>
            </a:pPr>
            <a:r>
              <a:rPr sz="1000" i="1" spc="25" dirty="0">
                <a:latin typeface="Calibri"/>
                <a:cs typeface="Calibri"/>
              </a:rPr>
              <a:t>∂</a:t>
            </a:r>
            <a:r>
              <a:rPr lang="el-GR" sz="1050" i="1" spc="82" baseline="-11904" dirty="0">
                <a:latin typeface="Calibri"/>
                <a:cs typeface="Calibri"/>
              </a:rPr>
              <a:t> ϴ </a:t>
            </a:r>
            <a:r>
              <a:rPr lang="en-US" sz="1050" i="1" spc="37" baseline="-11904" dirty="0" err="1">
                <a:latin typeface="Calibri"/>
                <a:cs typeface="Calibri"/>
              </a:rPr>
              <a:t>i</a:t>
            </a:r>
            <a:endParaRPr sz="1050" baseline="-11904" dirty="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520276" y="984940"/>
            <a:ext cx="4527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50" dirty="0">
                <a:latin typeface="Calibri"/>
                <a:cs typeface="Calibri"/>
              </a:rPr>
              <a:t>∂w</a:t>
            </a:r>
            <a:r>
              <a:rPr sz="1050" i="1" spc="75" baseline="-11904" dirty="0">
                <a:latin typeface="Calibri"/>
                <a:cs typeface="Calibri"/>
              </a:rPr>
              <a:t>i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2</a:t>
            </a:r>
            <a:r>
              <a:rPr sz="1000" i="1" spc="-25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018535" y="777953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58439" y="777956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67863" y="1085395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252431" y="955093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41192" y="898149"/>
            <a:ext cx="487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Georgia"/>
                <a:cs typeface="Georgia"/>
              </a:rPr>
              <a:t>(</a:t>
            </a:r>
            <a:r>
              <a:rPr sz="1000" i="1" spc="-6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1000" spc="-60" dirty="0">
                <a:solidFill>
                  <a:srgbClr val="FF0000"/>
                </a:solidFill>
                <a:latin typeface="Georgia"/>
                <a:cs typeface="Georgia"/>
              </a:rPr>
              <a:t>ˆ</a:t>
            </a:r>
            <a:r>
              <a:rPr sz="1000" spc="8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85" dirty="0">
                <a:latin typeface="Calibri"/>
                <a:cs typeface="Calibri"/>
              </a:rPr>
              <a:t> </a:t>
            </a:r>
            <a:r>
              <a:rPr sz="1000" spc="-50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602558" y="883871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396947" y="1319636"/>
            <a:ext cx="124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545676" y="1234051"/>
            <a:ext cx="401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7655" algn="l"/>
              </a:tabLst>
            </a:pPr>
            <a:r>
              <a:rPr sz="1000" u="sng" spc="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018535" y="1199441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958439" y="1199443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520276" y="1406428"/>
            <a:ext cx="662940" cy="2212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94"/>
              </a:lnSpc>
              <a:spcBef>
                <a:spcPts val="95"/>
              </a:spcBef>
            </a:pPr>
            <a:r>
              <a:rPr sz="1000" i="1" spc="50" dirty="0">
                <a:latin typeface="Calibri"/>
                <a:cs typeface="Calibri"/>
              </a:rPr>
              <a:t>∂</a:t>
            </a:r>
            <a:r>
              <a:rPr lang="el-GR" sz="1050" i="1" spc="82" baseline="-11904" dirty="0">
                <a:latin typeface="Calibri"/>
                <a:cs typeface="Calibri"/>
              </a:rPr>
              <a:t> ϴ </a:t>
            </a:r>
            <a:r>
              <a:rPr sz="1050" i="1" spc="75" baseline="-11904" dirty="0" err="1">
                <a:latin typeface="Calibri"/>
                <a:cs typeface="Calibri"/>
              </a:rPr>
              <a:t>i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2</a:t>
            </a:r>
            <a:r>
              <a:rPr sz="1000" i="1" spc="-25" dirty="0">
                <a:latin typeface="Calibri"/>
                <a:cs typeface="Calibri"/>
              </a:rPr>
              <a:t>n</a:t>
            </a:r>
            <a:endParaRPr sz="1000" dirty="0">
              <a:latin typeface="Calibri"/>
              <a:cs typeface="Calibri"/>
            </a:endParaRPr>
          </a:p>
          <a:p>
            <a:pPr marR="30480" algn="r">
              <a:lnSpc>
                <a:spcPts val="635"/>
              </a:lnSpc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75557" y="1376580"/>
            <a:ext cx="6159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115792" y="1319636"/>
            <a:ext cx="1065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55" dirty="0">
                <a:latin typeface="Georgia"/>
                <a:cs typeface="Georgia"/>
              </a:rPr>
              <a:t>(</a:t>
            </a:r>
            <a:r>
              <a:rPr sz="1000" spc="55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sz="1000" i="1" spc="55" dirty="0">
                <a:solidFill>
                  <a:srgbClr val="FF0000"/>
                </a:solidFill>
                <a:latin typeface="Calibri"/>
                <a:cs typeface="Calibri"/>
              </a:rPr>
              <a:t>m.x</a:t>
            </a:r>
            <a:r>
              <a:rPr sz="1050" i="1" spc="82" baseline="-11904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050" i="1" spc="195" baseline="-1190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spc="-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)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8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130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)</a:t>
            </a:r>
            <a:r>
              <a:rPr sz="1050" spc="-37" baseline="31746" dirty="0">
                <a:latin typeface="Georgia"/>
                <a:cs typeface="Georgia"/>
              </a:rPr>
              <a:t>2</a:t>
            </a:r>
            <a:endParaRPr sz="1050" baseline="31746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162359" y="1117020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(13)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21894" y="1652389"/>
            <a:ext cx="410781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There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two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cases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(in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our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scenario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14" dirty="0">
                <a:latin typeface="Calibri"/>
                <a:cs typeface="Calibri"/>
              </a:rPr>
              <a:t>i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 </a:t>
            </a:r>
            <a:r>
              <a:rPr sz="1000" spc="70" dirty="0">
                <a:latin typeface="Georgia"/>
                <a:cs typeface="Georgia"/>
              </a:rPr>
              <a:t>1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: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1</a:t>
            </a:r>
            <a:r>
              <a:rPr sz="1050" spc="254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1000" i="1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14" dirty="0">
                <a:latin typeface="Calibri"/>
                <a:cs typeface="Calibri"/>
              </a:rPr>
              <a:t>i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dirty="0">
                <a:latin typeface="Georgia"/>
                <a:cs typeface="Georgia"/>
              </a:rPr>
              <a:t> 2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: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2</a:t>
            </a:r>
            <a:r>
              <a:rPr sz="1050" spc="254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or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sz="1000" spc="-25" dirty="0">
                <a:latin typeface="Georgia"/>
                <a:cs typeface="Georgia"/>
              </a:rPr>
              <a:t>):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93" name="object 9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4792" y="1863823"/>
            <a:ext cx="101057" cy="101057"/>
          </a:xfrm>
          <a:prstGeom prst="rect">
            <a:avLst/>
          </a:prstGeom>
        </p:spPr>
      </p:pic>
      <p:sp>
        <p:nvSpPr>
          <p:cNvPr id="94" name="object 94"/>
          <p:cNvSpPr txBox="1"/>
          <p:nvPr/>
        </p:nvSpPr>
        <p:spPr>
          <a:xfrm>
            <a:off x="461086" y="1852456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90930" y="1867486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101801" y="1798690"/>
            <a:ext cx="800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079195" y="1892137"/>
            <a:ext cx="1301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50" dirty="0">
                <a:solidFill>
                  <a:srgbClr val="FF0000"/>
                </a:solidFill>
                <a:latin typeface="Calibri"/>
                <a:cs typeface="Calibri"/>
              </a:rPr>
              <a:t>∂c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00354" y="1810542"/>
            <a:ext cx="7562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0870" algn="l"/>
              </a:tabLst>
            </a:pPr>
            <a:r>
              <a:rPr lang="el-GR" sz="1000" i="1" spc="82" baseline="-11904" dirty="0">
                <a:latin typeface="Calibri"/>
                <a:cs typeface="Calibri"/>
              </a:rPr>
              <a:t>ϴ</a:t>
            </a:r>
            <a:r>
              <a:rPr sz="1000" i="1" spc="160" dirty="0">
                <a:latin typeface="Calibri"/>
                <a:cs typeface="Calibri"/>
              </a:rPr>
              <a:t> </a:t>
            </a:r>
            <a:r>
              <a:rPr lang="en-US" sz="1000" i="1" spc="16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c,</a:t>
            </a:r>
            <a:r>
              <a:rPr sz="1000" dirty="0">
                <a:latin typeface="Georgia"/>
                <a:cs typeface="Georgia"/>
              </a:rPr>
              <a:t>	</a:t>
            </a:r>
            <a:r>
              <a:rPr sz="1000" i="1" spc="140" dirty="0">
                <a:latin typeface="Calibri"/>
                <a:cs typeface="Calibri"/>
              </a:rPr>
              <a:t>J</a:t>
            </a:r>
            <a:r>
              <a:rPr sz="1000" spc="140" dirty="0">
                <a:latin typeface="Georgia"/>
                <a:cs typeface="Georgia"/>
              </a:rPr>
              <a:t>(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330604" y="1810542"/>
            <a:ext cx="3321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50" dirty="0">
                <a:latin typeface="Calibri"/>
                <a:cs typeface="Calibri"/>
              </a:rPr>
              <a:t>m,</a:t>
            </a:r>
            <a:r>
              <a:rPr sz="1000" i="1" spc="-55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Calibri"/>
                <a:cs typeface="Calibri"/>
              </a:rPr>
              <a:t>c</a:t>
            </a:r>
            <a:r>
              <a:rPr sz="1000" spc="-25" dirty="0">
                <a:latin typeface="Georgia"/>
                <a:cs typeface="Georgia"/>
              </a:rPr>
              <a:t>):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257818" y="2077815"/>
            <a:ext cx="154940" cy="370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00" i="1" spc="-25" dirty="0">
                <a:latin typeface="Calibri"/>
                <a:cs typeface="Calibri"/>
              </a:rPr>
              <a:t>∂c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401963" y="2183973"/>
            <a:ext cx="5619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105" dirty="0">
                <a:latin typeface="Calibri"/>
                <a:cs typeface="Calibri"/>
              </a:rPr>
              <a:t>J</a:t>
            </a:r>
            <a:r>
              <a:rPr sz="1000" spc="105" dirty="0">
                <a:latin typeface="Georgia"/>
                <a:cs typeface="Georgia"/>
              </a:rPr>
              <a:t>(</a:t>
            </a:r>
            <a:r>
              <a:rPr sz="1000" i="1" spc="105" dirty="0">
                <a:latin typeface="Calibri"/>
                <a:cs typeface="Calibri"/>
              </a:rPr>
              <a:t>m,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995015" y="2098375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160991" y="2063765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100882" y="2063767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988665" y="2270765"/>
            <a:ext cx="311150" cy="232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4"/>
              </a:lnSpc>
              <a:spcBef>
                <a:spcPts val="95"/>
              </a:spcBef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  <a:p>
            <a:pPr marL="133985">
              <a:lnSpc>
                <a:spcPts val="635"/>
              </a:lnSpc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394887" y="2240904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latin typeface="Calibri"/>
                <a:cs typeface="Calibri"/>
              </a:rPr>
              <a:t>i</a:t>
            </a:r>
            <a:r>
              <a:rPr sz="700" i="1" dirty="0"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283648" y="2183973"/>
            <a:ext cx="487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Georgia"/>
                <a:cs typeface="Georgia"/>
              </a:rPr>
              <a:t>(</a:t>
            </a:r>
            <a:r>
              <a:rPr sz="1000" i="1" spc="-60" dirty="0">
                <a:latin typeface="Calibri"/>
                <a:cs typeface="Calibri"/>
              </a:rPr>
              <a:t>y</a:t>
            </a:r>
            <a:r>
              <a:rPr sz="1000" spc="-60" dirty="0">
                <a:latin typeface="Georgia"/>
                <a:cs typeface="Georgia"/>
              </a:rPr>
              <a:t>ˆ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80" dirty="0">
                <a:latin typeface="Calibri"/>
                <a:cs typeface="Calibri"/>
              </a:rPr>
              <a:t> </a:t>
            </a:r>
            <a:r>
              <a:rPr sz="1000" spc="-50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162359" y="2183973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(14)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109" name="object 10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4792" y="2561129"/>
            <a:ext cx="101057" cy="101057"/>
          </a:xfrm>
          <a:prstGeom prst="rect">
            <a:avLst/>
          </a:prstGeom>
        </p:spPr>
      </p:pic>
      <p:sp>
        <p:nvSpPr>
          <p:cNvPr id="110" name="object 110"/>
          <p:cNvSpPr txBox="1"/>
          <p:nvPr/>
        </p:nvSpPr>
        <p:spPr>
          <a:xfrm>
            <a:off x="461086" y="2549749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141094" y="2615438"/>
            <a:ext cx="149860" cy="0"/>
          </a:xfrm>
          <a:custGeom>
            <a:avLst/>
            <a:gdLst/>
            <a:ahLst/>
            <a:cxnLst/>
            <a:rect l="l" t="t" r="r" b="b"/>
            <a:pathLst>
              <a:path w="149859">
                <a:moveTo>
                  <a:pt x="0" y="0"/>
                </a:moveTo>
                <a:lnTo>
                  <a:pt x="14926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1128394" y="2589430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solidFill>
                  <a:srgbClr val="FF0000"/>
                </a:solidFill>
                <a:latin typeface="Calibri"/>
                <a:cs typeface="Calibri"/>
              </a:rPr>
              <a:t>∂m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74954" y="2507835"/>
            <a:ext cx="120713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latin typeface="Georgia"/>
                <a:cs typeface="Georgia"/>
              </a:rPr>
              <a:t>2</a:t>
            </a:r>
            <a:r>
              <a:rPr sz="1050" spc="322" baseline="-11904" dirty="0">
                <a:latin typeface="Georgia"/>
                <a:cs typeface="Georgia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m,</a:t>
            </a:r>
            <a:r>
              <a:rPr sz="1000" spc="160" dirty="0">
                <a:latin typeface="Georgia"/>
                <a:cs typeface="Georgia"/>
              </a:rPr>
              <a:t>  </a:t>
            </a:r>
            <a:r>
              <a:rPr sz="1050" i="1" baseline="31746" dirty="0">
                <a:latin typeface="Calibri"/>
                <a:cs typeface="Calibri"/>
              </a:rPr>
              <a:t>∂</a:t>
            </a:r>
            <a:r>
              <a:rPr sz="1050" i="1" spc="562" baseline="31746" dirty="0">
                <a:latin typeface="Calibri"/>
                <a:cs typeface="Calibri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J</a:t>
            </a:r>
            <a:r>
              <a:rPr sz="1000" spc="105" dirty="0">
                <a:latin typeface="Georgia"/>
                <a:cs typeface="Georgia"/>
              </a:rPr>
              <a:t>(</a:t>
            </a:r>
            <a:r>
              <a:rPr sz="1000" i="1" spc="105" dirty="0">
                <a:latin typeface="Calibri"/>
                <a:cs typeface="Calibri"/>
              </a:rPr>
              <a:t>m,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Calibri"/>
                <a:cs typeface="Calibri"/>
              </a:rPr>
              <a:t>c</a:t>
            </a:r>
            <a:r>
              <a:rPr sz="1000" spc="-25" dirty="0">
                <a:latin typeface="Georgia"/>
                <a:cs typeface="Georgia"/>
              </a:rPr>
              <a:t>):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126742" y="2795668"/>
            <a:ext cx="148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1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327224" y="2881266"/>
            <a:ext cx="5619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105" dirty="0">
                <a:latin typeface="Calibri"/>
                <a:cs typeface="Calibri"/>
              </a:rPr>
              <a:t>J</a:t>
            </a:r>
            <a:r>
              <a:rPr sz="1000" spc="105" dirty="0">
                <a:latin typeface="Georgia"/>
                <a:cs typeface="Georgia"/>
              </a:rPr>
              <a:t>(</a:t>
            </a:r>
            <a:r>
              <a:rPr sz="1000" i="1" spc="105" dirty="0">
                <a:latin typeface="Calibri"/>
                <a:cs typeface="Calibri"/>
              </a:rPr>
              <a:t>m,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80" dirty="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920276" y="2795668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126742" y="2968058"/>
            <a:ext cx="8890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9465" algn="l"/>
              </a:tabLst>
            </a:pPr>
            <a:r>
              <a:rPr sz="1000" i="1" spc="40" dirty="0">
                <a:latin typeface="Calibri"/>
                <a:cs typeface="Calibri"/>
              </a:rPr>
              <a:t>∂m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086252" y="2761071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026143" y="2761061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183508" y="2881266"/>
            <a:ext cx="737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latin typeface="Georgia"/>
                <a:cs typeface="Georgia"/>
              </a:rPr>
              <a:t>(</a:t>
            </a:r>
            <a:r>
              <a:rPr sz="1000" i="1" spc="-70" dirty="0">
                <a:latin typeface="Calibri"/>
                <a:cs typeface="Calibri"/>
              </a:rPr>
              <a:t>y</a:t>
            </a:r>
            <a:r>
              <a:rPr sz="1000" spc="-70" dirty="0">
                <a:latin typeface="Georgia"/>
                <a:cs typeface="Georgia"/>
              </a:rPr>
              <a:t>ˆ</a:t>
            </a:r>
            <a:r>
              <a:rPr sz="1050" i="1" spc="-104" baseline="-11904" dirty="0">
                <a:latin typeface="Calibri"/>
                <a:cs typeface="Calibri"/>
              </a:rPr>
              <a:t>i</a:t>
            </a:r>
            <a:r>
              <a:rPr sz="1050" i="1" spc="97" baseline="-11904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70" dirty="0">
                <a:latin typeface="Calibri"/>
                <a:cs typeface="Calibri"/>
              </a:rPr>
              <a:t>y</a:t>
            </a:r>
            <a:r>
              <a:rPr sz="1050" i="1" spc="104" baseline="-11904" dirty="0">
                <a:latin typeface="Calibri"/>
                <a:cs typeface="Calibri"/>
              </a:rPr>
              <a:t>i</a:t>
            </a:r>
            <a:r>
              <a:rPr sz="1000" spc="70" dirty="0">
                <a:latin typeface="Georgia"/>
                <a:cs typeface="Georgia"/>
              </a:rPr>
              <a:t>)</a:t>
            </a:r>
            <a:r>
              <a:rPr sz="1000" spc="-30" dirty="0">
                <a:latin typeface="Georgia"/>
                <a:cs typeface="Georgia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95" dirty="0">
                <a:latin typeface="Calibri"/>
                <a:cs typeface="Calibri"/>
              </a:rPr>
              <a:t>x</a:t>
            </a:r>
            <a:r>
              <a:rPr sz="1050" i="1" spc="142" baseline="-11904" dirty="0">
                <a:latin typeface="Calibri"/>
                <a:cs typeface="Calibri"/>
              </a:rPr>
              <a:t>i</a:t>
            </a:r>
            <a:endParaRPr sz="1050" baseline="-11904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162359" y="2881266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(15)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0" y="3151479"/>
            <a:ext cx="3456304" cy="88900"/>
          </a:xfrm>
          <a:custGeom>
            <a:avLst/>
            <a:gdLst/>
            <a:ahLst/>
            <a:cxnLst/>
            <a:rect l="l" t="t" r="r" b="b"/>
            <a:pathLst>
              <a:path w="3456304" h="88900">
                <a:moveTo>
                  <a:pt x="3456038" y="0"/>
                </a:moveTo>
                <a:lnTo>
                  <a:pt x="0" y="0"/>
                </a:lnTo>
                <a:lnTo>
                  <a:pt x="0" y="88519"/>
                </a:lnTo>
                <a:lnTo>
                  <a:pt x="3456038" y="88519"/>
                </a:lnTo>
                <a:lnTo>
                  <a:pt x="3456038" y="0"/>
                </a:lnTo>
                <a:close/>
              </a:path>
            </a:pathLst>
          </a:custGeom>
          <a:solidFill>
            <a:srgbClr val="540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3456038" y="3151479"/>
            <a:ext cx="1728470" cy="88900"/>
          </a:xfrm>
          <a:prstGeom prst="rect">
            <a:avLst/>
          </a:prstGeom>
          <a:solidFill>
            <a:srgbClr val="191959"/>
          </a:solidFill>
        </p:spPr>
        <p:txBody>
          <a:bodyPr vert="horz" wrap="square" lIns="0" tIns="0" rIns="0" bIns="0" rtlCol="0">
            <a:spAutoFit/>
          </a:bodyPr>
          <a:lstStyle/>
          <a:p>
            <a:pPr marL="534035">
              <a:lnSpc>
                <a:spcPts val="585"/>
              </a:lnSpc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5184051" y="3151479"/>
            <a:ext cx="576580" cy="88900"/>
          </a:xfrm>
          <a:custGeom>
            <a:avLst/>
            <a:gdLst/>
            <a:ahLst/>
            <a:cxnLst/>
            <a:rect l="l" t="t" r="r" b="b"/>
            <a:pathLst>
              <a:path w="576579" h="88900">
                <a:moveTo>
                  <a:pt x="576033" y="0"/>
                </a:moveTo>
                <a:lnTo>
                  <a:pt x="0" y="0"/>
                </a:lnTo>
                <a:lnTo>
                  <a:pt x="0" y="88519"/>
                </a:lnTo>
                <a:lnTo>
                  <a:pt x="576033" y="88519"/>
                </a:lnTo>
                <a:lnTo>
                  <a:pt x="576033" y="0"/>
                </a:lnTo>
                <a:close/>
              </a:path>
            </a:pathLst>
          </a:custGeom>
          <a:solidFill>
            <a:srgbClr val="5400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08231" y="3136794"/>
            <a:ext cx="3009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</a:rPr>
              <a:t>37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09193" y="576541"/>
            <a:ext cx="5142230" cy="388620"/>
            <a:chOff x="309193" y="576541"/>
            <a:chExt cx="5142230" cy="388620"/>
          </a:xfrm>
        </p:grpSpPr>
        <p:sp>
          <p:nvSpPr>
            <p:cNvPr id="73" name="object 73"/>
            <p:cNvSpPr/>
            <p:nvPr/>
          </p:nvSpPr>
          <p:spPr>
            <a:xfrm>
              <a:off x="309193" y="576541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194" y="739063"/>
              <a:ext cx="5141665" cy="5060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09193" y="783336"/>
              <a:ext cx="5142230" cy="181610"/>
            </a:xfrm>
            <a:custGeom>
              <a:avLst/>
              <a:gdLst/>
              <a:ahLst/>
              <a:cxnLst/>
              <a:rect l="l" t="t" r="r" b="b"/>
              <a:pathLst>
                <a:path w="5142230" h="181609">
                  <a:moveTo>
                    <a:pt x="5141666" y="0"/>
                  </a:moveTo>
                  <a:lnTo>
                    <a:pt x="0" y="0"/>
                  </a:lnTo>
                  <a:lnTo>
                    <a:pt x="0" y="130695"/>
                  </a:lnTo>
                  <a:lnTo>
                    <a:pt x="4008" y="150420"/>
                  </a:lnTo>
                  <a:lnTo>
                    <a:pt x="14922" y="166573"/>
                  </a:lnTo>
                  <a:lnTo>
                    <a:pt x="31075" y="177487"/>
                  </a:lnTo>
                  <a:lnTo>
                    <a:pt x="50800" y="181495"/>
                  </a:lnTo>
                  <a:lnTo>
                    <a:pt x="5090865" y="181495"/>
                  </a:lnTo>
                  <a:lnTo>
                    <a:pt x="5110590" y="177487"/>
                  </a:lnTo>
                  <a:lnTo>
                    <a:pt x="5126743" y="166573"/>
                  </a:lnTo>
                  <a:lnTo>
                    <a:pt x="5137657" y="150420"/>
                  </a:lnTo>
                  <a:lnTo>
                    <a:pt x="5141666" y="1306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47294" y="520401"/>
            <a:ext cx="3502660" cy="6597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Convergence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000" dirty="0">
                <a:latin typeface="Georgia"/>
                <a:cs typeface="Georgia"/>
              </a:rPr>
              <a:t>Plug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back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equations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14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15</a:t>
            </a:r>
            <a:r>
              <a:rPr sz="1000" spc="5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into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gradient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descent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algorithm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000" dirty="0">
                <a:latin typeface="Georgia"/>
                <a:cs typeface="Georgia"/>
              </a:rPr>
              <a:t>repeat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until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FF0000"/>
                </a:solidFill>
                <a:latin typeface="Georgia"/>
                <a:cs typeface="Georgia"/>
              </a:rPr>
              <a:t>convergence</a:t>
            </a:r>
            <a:r>
              <a:rPr sz="1000" spc="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880372" y="1134851"/>
            <a:ext cx="92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Calibri"/>
                <a:cs typeface="Calibri"/>
              </a:rPr>
              <a:t>∂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2826727" y="1328038"/>
            <a:ext cx="207010" cy="0"/>
          </a:xfrm>
          <a:custGeom>
            <a:avLst/>
            <a:gdLst/>
            <a:ahLst/>
            <a:cxnLst/>
            <a:rect l="l" t="t" r="r" b="b"/>
            <a:pathLst>
              <a:path w="207010">
                <a:moveTo>
                  <a:pt x="0" y="0"/>
                </a:moveTo>
                <a:lnTo>
                  <a:pt x="20690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2788627" y="1307228"/>
            <a:ext cx="276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25" dirty="0">
                <a:latin typeface="Calibri"/>
                <a:cs typeface="Calibri"/>
              </a:rPr>
              <a:t>∂w</a:t>
            </a:r>
            <a:r>
              <a:rPr sz="1050" i="1" spc="37" baseline="-11904" dirty="0">
                <a:latin typeface="Calibri"/>
                <a:cs typeface="Calibri"/>
              </a:rPr>
              <a:t>i</a:t>
            </a:r>
            <a:endParaRPr sz="1050" baseline="-11904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068131" y="1220436"/>
            <a:ext cx="162433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80440" algn="l"/>
              </a:tabLst>
            </a:pPr>
            <a:r>
              <a:rPr lang="el-GR" sz="1400" i="1" spc="82" baseline="-11904" dirty="0">
                <a:latin typeface="Calibri"/>
                <a:cs typeface="Calibri"/>
              </a:rPr>
              <a:t>ϴ</a:t>
            </a:r>
            <a:r>
              <a:rPr sz="1050" i="1" spc="82" baseline="-11904" dirty="0" err="1">
                <a:latin typeface="Calibri"/>
                <a:cs typeface="Calibri"/>
              </a:rPr>
              <a:t>i</a:t>
            </a:r>
            <a:r>
              <a:rPr sz="1050" i="1" spc="300" baseline="-119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i="1" spc="82" baseline="-11904" dirty="0" err="1">
                <a:latin typeface="Calibri"/>
                <a:cs typeface="Calibri"/>
              </a:rPr>
              <a:t>i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i="1" spc="100" dirty="0">
                <a:latin typeface="Calibri"/>
                <a:cs typeface="Calibri"/>
              </a:rPr>
              <a:t>J</a:t>
            </a:r>
            <a:r>
              <a:rPr sz="1000" spc="100" dirty="0">
                <a:latin typeface="Georgia"/>
                <a:cs typeface="Georgia"/>
              </a:rPr>
              <a:t>(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i="1" spc="150" baseline="-11904" dirty="0" err="1">
                <a:latin typeface="Calibri"/>
                <a:cs typeface="Calibri"/>
              </a:rPr>
              <a:t>i</a:t>
            </a:r>
            <a:r>
              <a:rPr sz="1000" i="1" spc="100" dirty="0">
                <a:latin typeface="Calibri"/>
                <a:cs typeface="Calibri"/>
              </a:rPr>
              <a:t>,</a:t>
            </a:r>
            <a:r>
              <a:rPr sz="1000" i="1" spc="-50" dirty="0">
                <a:latin typeface="Calibri"/>
                <a:cs typeface="Calibri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i="1" spc="120" baseline="-11904" dirty="0">
                <a:latin typeface="Calibri"/>
                <a:cs typeface="Calibri"/>
              </a:rPr>
              <a:t>j</a:t>
            </a:r>
            <a:r>
              <a:rPr sz="1050" i="1" spc="-97" baseline="-11904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-10" dirty="0">
                <a:latin typeface="Georgia"/>
                <a:cs typeface="Georgia"/>
              </a:rPr>
              <a:t> </a:t>
            </a:r>
            <a:r>
              <a:rPr sz="1000" spc="120" dirty="0">
                <a:latin typeface="Lucida Sans Unicode"/>
                <a:cs typeface="Lucida Sans Unicode"/>
              </a:rPr>
              <a:t>}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47294" y="1509666"/>
            <a:ext cx="1477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repeat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until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convergence</a:t>
            </a:r>
            <a:r>
              <a:rPr sz="1000" spc="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55252" y="1924029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548915" y="2096419"/>
            <a:ext cx="101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718449" y="1952695"/>
            <a:ext cx="91058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718448" y="2061223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670555" y="2196861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958924" y="2009627"/>
            <a:ext cx="1397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97255" algn="l"/>
              </a:tabLst>
            </a:pP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8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25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70" dirty="0">
                <a:latin typeface="Georgia"/>
                <a:cs typeface="Georgia"/>
              </a:rPr>
              <a:t>(</a:t>
            </a:r>
            <a:r>
              <a:rPr sz="1000" i="1" spc="-70" dirty="0">
                <a:latin typeface="Calibri"/>
                <a:cs typeface="Calibri"/>
              </a:rPr>
              <a:t>y</a:t>
            </a:r>
            <a:r>
              <a:rPr sz="1000" spc="-70" dirty="0">
                <a:latin typeface="Georgia"/>
                <a:cs typeface="Georgia"/>
              </a:rPr>
              <a:t>ˆ</a:t>
            </a:r>
            <a:r>
              <a:rPr sz="1050" i="1" spc="-104" baseline="-11904" dirty="0">
                <a:latin typeface="Calibri"/>
                <a:cs typeface="Calibri"/>
              </a:rPr>
              <a:t>i</a:t>
            </a:r>
            <a:r>
              <a:rPr sz="1050" i="1" spc="75" baseline="-11904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45" dirty="0">
                <a:latin typeface="Calibri"/>
                <a:cs typeface="Calibri"/>
              </a:rPr>
              <a:t>y</a:t>
            </a:r>
            <a:r>
              <a:rPr sz="1050" i="1" spc="67" baseline="-11904" dirty="0">
                <a:latin typeface="Calibri"/>
                <a:cs typeface="Calibri"/>
              </a:rPr>
              <a:t>i</a:t>
            </a:r>
            <a:r>
              <a:rPr sz="1000" spc="45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794457" y="2345517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0" dirty="0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2800807" y="2538704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594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2788107" y="2517906"/>
            <a:ext cx="101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960432" y="2374184"/>
            <a:ext cx="74867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946159" y="2488046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909760" y="2618348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110854" y="2431115"/>
            <a:ext cx="1047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4250" algn="l"/>
              </a:tabLst>
            </a:pPr>
            <a:r>
              <a:rPr sz="1000" i="1" spc="85" dirty="0">
                <a:latin typeface="Calibri"/>
                <a:cs typeface="Calibri"/>
              </a:rPr>
              <a:t>m</a:t>
            </a:r>
            <a:r>
              <a:rPr sz="1000" i="1" spc="7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65" dirty="0">
                <a:latin typeface="Georgia"/>
                <a:cs typeface="Georgia"/>
              </a:rPr>
              <a:t> </a:t>
            </a:r>
            <a:r>
              <a:rPr sz="1000" i="1" spc="85" dirty="0">
                <a:latin typeface="Calibri"/>
                <a:cs typeface="Calibri"/>
              </a:rPr>
              <a:t>m</a:t>
            </a:r>
            <a:r>
              <a:rPr sz="1000" i="1" spc="15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50" dirty="0"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132289" y="2431115"/>
            <a:ext cx="601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latin typeface="Calibri"/>
                <a:cs typeface="Calibri"/>
              </a:rPr>
              <a:t>y</a:t>
            </a:r>
            <a:r>
              <a:rPr sz="1000" spc="-114" dirty="0">
                <a:latin typeface="Georgia"/>
                <a:cs typeface="Georgia"/>
              </a:rPr>
              <a:t>ˆ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80" dirty="0">
                <a:latin typeface="Calibri"/>
                <a:cs typeface="Calibri"/>
              </a:rPr>
              <a:t>x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194329" y="2488046"/>
            <a:ext cx="5753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  <a:tab pos="526415" algn="l"/>
              </a:tabLst>
            </a:pPr>
            <a:r>
              <a:rPr sz="700" i="1" spc="65" dirty="0">
                <a:latin typeface="Calibri"/>
                <a:cs typeface="Calibri"/>
              </a:rPr>
              <a:t>i</a:t>
            </a:r>
            <a:r>
              <a:rPr sz="700" i="1" dirty="0"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r>
              <a:rPr sz="700" i="1" dirty="0"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110854" y="274993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20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162359" y="2329718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(16)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100" name="object 100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05" name="object 10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/>
              <a:t>38</a:t>
            </a:r>
            <a:r>
              <a:rPr spc="165" dirty="0"/>
              <a:t> </a:t>
            </a:r>
            <a:r>
              <a:rPr spc="95" dirty="0"/>
              <a:t>/</a:t>
            </a:r>
            <a:r>
              <a:rPr spc="165" dirty="0"/>
              <a:t> </a:t>
            </a:r>
            <a:r>
              <a:rPr spc="2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Multiple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Variables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(multivariate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multi-variables)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21894" y="549889"/>
            <a:ext cx="372237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Hypothesis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for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multi-</a:t>
            </a:r>
            <a:r>
              <a:rPr sz="1000" spc="-10" dirty="0">
                <a:latin typeface="Georgia"/>
                <a:cs typeface="Georgia"/>
              </a:rPr>
              <a:t>variables: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1425575">
              <a:lnSpc>
                <a:spcPct val="100000"/>
              </a:lnSpc>
            </a:pP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179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6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97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6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spc="97" baseline="31746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50" spc="179" baseline="31746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31746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50" spc="179" baseline="31746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3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31746" dirty="0">
                <a:solidFill>
                  <a:srgbClr val="0000FF"/>
                </a:solidFill>
                <a:latin typeface="Georgia"/>
                <a:cs typeface="Georgia"/>
              </a:rPr>
              <a:t>3</a:t>
            </a:r>
            <a:r>
              <a:rPr sz="1050" spc="179" baseline="31746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8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i="1" spc="-30" baseline="-11904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i="1" spc="-30" baseline="31746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endParaRPr sz="1050" baseline="31746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62359" y="853546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(17)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21894" y="1233124"/>
            <a:ext cx="23183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indent="-83185">
              <a:lnSpc>
                <a:spcPts val="1200"/>
              </a:lnSpc>
              <a:spcBef>
                <a:spcPts val="95"/>
              </a:spcBef>
              <a:buChar char="-"/>
              <a:tabLst>
                <a:tab pos="121285" algn="l"/>
              </a:tabLst>
            </a:pPr>
            <a:r>
              <a:rPr sz="1000" spc="-10" dirty="0">
                <a:latin typeface="Georgia"/>
                <a:cs typeface="Georgia"/>
              </a:rPr>
              <a:t>Parameters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model:</a:t>
            </a:r>
            <a:r>
              <a:rPr sz="1000" spc="155" dirty="0">
                <a:latin typeface="Georgia"/>
                <a:cs typeface="Georgia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7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1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i="1" spc="-37" baseline="-11904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endParaRPr sz="1050" baseline="-11904">
              <a:latin typeface="Calibri"/>
              <a:cs typeface="Calibri"/>
            </a:endParaRPr>
          </a:p>
          <a:p>
            <a:pPr marL="121285" indent="-83185">
              <a:lnSpc>
                <a:spcPts val="1200"/>
              </a:lnSpc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Cost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825574" y="1663486"/>
            <a:ext cx="6692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3250" algn="l"/>
              </a:tabLst>
            </a:pP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700" spc="305" dirty="0">
                <a:solidFill>
                  <a:srgbClr val="0000FF"/>
                </a:solidFill>
                <a:latin typeface="Georgia"/>
                <a:cs typeface="Georgia"/>
              </a:rPr>
              <a:t>  </a:t>
            </a:r>
            <a:r>
              <a:rPr sz="700" spc="45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08452" y="1520957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459175" y="1486347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450000" y="1629292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683052" y="1713743"/>
            <a:ext cx="940435" cy="212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15"/>
              </a:lnSpc>
              <a:spcBef>
                <a:spcPts val="95"/>
              </a:spcBef>
            </a:pPr>
            <a:r>
              <a:rPr sz="1500" baseline="8333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500" i="1" baseline="8333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1500" i="1" spc="112" baseline="83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750" baseline="-11111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750" spc="-104" baseline="-11111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,θ</a:t>
            </a:r>
            <a:r>
              <a:rPr sz="750" spc="97" baseline="-11111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700" i="1" spc="65" dirty="0">
                <a:solidFill>
                  <a:srgbClr val="0000FF"/>
                </a:solidFill>
                <a:latin typeface="Times New Roman"/>
                <a:cs typeface="Times New Roman"/>
              </a:rPr>
              <a:t>···</a:t>
            </a:r>
            <a:r>
              <a:rPr sz="700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00" i="1" spc="-25" dirty="0">
                <a:solidFill>
                  <a:srgbClr val="0000FF"/>
                </a:solidFill>
                <a:latin typeface="Calibri"/>
                <a:cs typeface="Calibri"/>
              </a:rPr>
              <a:t>,θ</a:t>
            </a:r>
            <a:r>
              <a:rPr sz="750" i="1" spc="-37" baseline="-11111" dirty="0">
                <a:solidFill>
                  <a:srgbClr val="0000FF"/>
                </a:solidFill>
                <a:latin typeface="Georgia"/>
                <a:cs typeface="Georgia"/>
              </a:rPr>
              <a:t>d</a:t>
            </a:r>
            <a:endParaRPr sz="750" baseline="-11111" dirty="0">
              <a:latin typeface="Georgia"/>
              <a:cs typeface="Georgia"/>
            </a:endParaRPr>
          </a:p>
          <a:p>
            <a:pPr marR="30480" algn="r">
              <a:lnSpc>
                <a:spcPts val="555"/>
              </a:lnSpc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 dirty="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34642" y="1606555"/>
            <a:ext cx="202183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4450" algn="l"/>
                <a:tab pos="1959610" algn="l"/>
              </a:tabLst>
            </a:pPr>
            <a:r>
              <a:rPr sz="1000" i="1" spc="7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7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00" i="1" spc="1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00" i="1" spc="2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1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00" i="1" spc="2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10" dirty="0" err="1">
                <a:solidFill>
                  <a:srgbClr val="0000FF"/>
                </a:solidFill>
                <a:latin typeface="Georgia"/>
                <a:cs typeface="Georgia"/>
              </a:rPr>
              <a:t>argmi</a:t>
            </a:r>
            <a:r>
              <a:rPr lang="en-US" sz="1000" spc="-10" dirty="0" err="1">
                <a:solidFill>
                  <a:srgbClr val="0000FF"/>
                </a:solidFill>
                <a:latin typeface="Georgia"/>
                <a:cs typeface="Georgia"/>
              </a:rPr>
              <a:t>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693071" y="1663486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631031" y="1606555"/>
            <a:ext cx="438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114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043197" y="1592265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47294" y="1944210"/>
            <a:ext cx="10229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Gradient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Descent: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6" name="object 8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40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Multiple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Variables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(multivariate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multi-variables)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21894" y="549889"/>
            <a:ext cx="372237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Hypothesis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for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multi-</a:t>
            </a:r>
            <a:r>
              <a:rPr sz="1000" spc="-10" dirty="0">
                <a:latin typeface="Georgia"/>
                <a:cs typeface="Georgia"/>
              </a:rPr>
              <a:t>variables: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1425575">
              <a:lnSpc>
                <a:spcPct val="100000"/>
              </a:lnSpc>
            </a:pP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4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179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6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97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6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spc="97" baseline="31746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50" spc="179" baseline="31746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31746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50" spc="179" baseline="31746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3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31746" dirty="0">
                <a:solidFill>
                  <a:srgbClr val="0000FF"/>
                </a:solidFill>
                <a:latin typeface="Georgia"/>
                <a:cs typeface="Georgia"/>
              </a:rPr>
              <a:t>3</a:t>
            </a:r>
            <a:r>
              <a:rPr sz="1050" spc="179" baseline="31746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8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i="1" spc="-30" baseline="-11904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i="1" spc="-30" baseline="31746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endParaRPr sz="1050" baseline="31746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62359" y="853546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(17)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21894" y="1233124"/>
            <a:ext cx="23183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indent="-83185">
              <a:lnSpc>
                <a:spcPts val="1200"/>
              </a:lnSpc>
              <a:spcBef>
                <a:spcPts val="95"/>
              </a:spcBef>
              <a:buChar char="-"/>
              <a:tabLst>
                <a:tab pos="121285" algn="l"/>
              </a:tabLst>
            </a:pPr>
            <a:r>
              <a:rPr sz="1000" spc="-10" dirty="0">
                <a:latin typeface="Georgia"/>
                <a:cs typeface="Georgia"/>
              </a:rPr>
              <a:t>Parameters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model:</a:t>
            </a:r>
            <a:r>
              <a:rPr sz="1000" spc="155" dirty="0">
                <a:latin typeface="Georgia"/>
                <a:cs typeface="Georgia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7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1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i="1" spc="-37" baseline="-11904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endParaRPr sz="1050" baseline="-11904">
              <a:latin typeface="Calibri"/>
              <a:cs typeface="Calibri"/>
            </a:endParaRPr>
          </a:p>
          <a:p>
            <a:pPr marL="121285" indent="-83185">
              <a:lnSpc>
                <a:spcPts val="1200"/>
              </a:lnSpc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Cost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function: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825574" y="1663486"/>
            <a:ext cx="6692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3250" algn="l"/>
              </a:tabLst>
            </a:pP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700" spc="305" dirty="0">
                <a:solidFill>
                  <a:srgbClr val="0000FF"/>
                </a:solidFill>
                <a:latin typeface="Georgia"/>
                <a:cs typeface="Georgia"/>
              </a:rPr>
              <a:t>  </a:t>
            </a:r>
            <a:r>
              <a:rPr sz="700" spc="45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7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08452" y="1520957"/>
            <a:ext cx="165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1</a:t>
            </a:r>
            <a:r>
              <a:rPr sz="1000" u="sng" spc="5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 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459175" y="1486347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463098" y="164198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solidFill>
                  <a:srgbClr val="0000FF"/>
                </a:solidFill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683052" y="1713743"/>
            <a:ext cx="940435" cy="212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15"/>
              </a:lnSpc>
              <a:spcBef>
                <a:spcPts val="95"/>
              </a:spcBef>
            </a:pPr>
            <a:r>
              <a:rPr sz="1500" baseline="8333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500" i="1" baseline="8333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1500" i="1" spc="112" baseline="833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750" baseline="-11111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750" spc="-104" baseline="-11111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,θ</a:t>
            </a:r>
            <a:r>
              <a:rPr sz="750" spc="97" baseline="-11111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700" i="1" spc="65" dirty="0">
                <a:solidFill>
                  <a:srgbClr val="0000FF"/>
                </a:solidFill>
                <a:latin typeface="Times New Roman"/>
                <a:cs typeface="Times New Roman"/>
              </a:rPr>
              <a:t>···</a:t>
            </a:r>
            <a:r>
              <a:rPr sz="700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00" i="1" spc="-25" dirty="0">
                <a:solidFill>
                  <a:srgbClr val="0000FF"/>
                </a:solidFill>
                <a:latin typeface="Calibri"/>
                <a:cs typeface="Calibri"/>
              </a:rPr>
              <a:t>,θ</a:t>
            </a:r>
            <a:r>
              <a:rPr sz="750" i="1" spc="-37" baseline="-11111" dirty="0">
                <a:solidFill>
                  <a:srgbClr val="0000FF"/>
                </a:solidFill>
                <a:latin typeface="Georgia"/>
                <a:cs typeface="Georgia"/>
              </a:rPr>
              <a:t>d</a:t>
            </a:r>
            <a:endParaRPr sz="750" baseline="-11111">
              <a:latin typeface="Georgia"/>
              <a:cs typeface="Georgia"/>
            </a:endParaRPr>
          </a:p>
          <a:p>
            <a:pPr marR="30480" algn="r">
              <a:lnSpc>
                <a:spcPts val="555"/>
              </a:lnSpc>
            </a:pPr>
            <a:r>
              <a:rPr sz="700" i="1" spc="9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spc="95" dirty="0">
                <a:solidFill>
                  <a:srgbClr val="0000FF"/>
                </a:solidFill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34642" y="1606555"/>
            <a:ext cx="202183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4450" algn="l"/>
                <a:tab pos="1959610" algn="l"/>
              </a:tabLst>
            </a:pPr>
            <a:r>
              <a:rPr sz="1000" i="1" spc="7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7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7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00" i="1" spc="1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00" i="1" spc="2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1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00" i="1" spc="2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8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argmin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693071" y="1663486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7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700" i="1" spc="6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631031" y="1606555"/>
            <a:ext cx="438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114" dirty="0">
                <a:solidFill>
                  <a:srgbClr val="0000FF"/>
                </a:solidFill>
                <a:latin typeface="Georgia"/>
                <a:cs typeface="Georgia"/>
              </a:rPr>
              <a:t>ˆ</a:t>
            </a:r>
            <a:r>
              <a:rPr sz="1000" spc="1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10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i="1" spc="1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043197" y="1592265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47294" y="1944210"/>
            <a:ext cx="147764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Gradient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Descent: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00"/>
              </a:lnSpc>
            </a:pPr>
            <a:r>
              <a:rPr sz="1000" dirty="0">
                <a:latin typeface="Georgia"/>
                <a:cs typeface="Georgia"/>
              </a:rPr>
              <a:t>repeat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until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convergence</a:t>
            </a:r>
            <a:r>
              <a:rPr sz="1000" spc="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717888" y="2354724"/>
            <a:ext cx="92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∂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674239" y="2547912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905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955634" y="2440309"/>
            <a:ext cx="1849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20115" algn="l"/>
              </a:tabLst>
            </a:pP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i="1" baseline="-11904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50" i="1" spc="427" baseline="-1190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:=</a:t>
            </a:r>
            <a:r>
              <a:rPr sz="10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i="1" baseline="-11904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50" i="1" spc="322" baseline="-1190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4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-6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spc="20" dirty="0">
                <a:solidFill>
                  <a:srgbClr val="0000FF"/>
                </a:solidFill>
                <a:latin typeface="Calibri"/>
                <a:cs typeface="Calibri"/>
              </a:rPr>
              <a:t>α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sz="1000" spc="55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82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4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4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5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sz="1000" i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i="1" spc="-37" baseline="-11904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64070" y="2527101"/>
            <a:ext cx="2871470" cy="44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77825" algn="r">
              <a:lnSpc>
                <a:spcPct val="100000"/>
              </a:lnSpc>
              <a:spcBef>
                <a:spcPts val="95"/>
              </a:spcBef>
            </a:pP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∂θ</a:t>
            </a:r>
            <a:r>
              <a:rPr sz="1050" i="1" spc="-37" baseline="-11904" dirty="0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endParaRPr sz="1050" baseline="-11904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930"/>
              </a:spcBef>
            </a:pPr>
            <a:r>
              <a:rPr sz="1000" spc="70" dirty="0">
                <a:latin typeface="Georgia"/>
                <a:cs typeface="Georgia"/>
              </a:rPr>
              <a:t>}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(simultaneously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update</a:t>
            </a:r>
            <a:r>
              <a:rPr sz="1000" spc="7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for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every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i="1" spc="170" dirty="0">
                <a:latin typeface="Calibri"/>
                <a:cs typeface="Calibri"/>
              </a:rPr>
              <a:t>j</a:t>
            </a:r>
            <a:r>
              <a:rPr sz="1000" i="1" spc="90" dirty="0">
                <a:latin typeface="Calibri"/>
                <a:cs typeface="Calibri"/>
              </a:rPr>
              <a:t> </a:t>
            </a:r>
            <a:r>
              <a:rPr sz="1000" spc="130" dirty="0">
                <a:latin typeface="Georgia"/>
                <a:cs typeface="Georgia"/>
              </a:rPr>
              <a:t>=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55" dirty="0">
                <a:latin typeface="Georgia"/>
                <a:cs typeface="Georgia"/>
              </a:rPr>
              <a:t>0</a:t>
            </a:r>
            <a:r>
              <a:rPr sz="1000" i="1" spc="-55" dirty="0">
                <a:latin typeface="Calibri"/>
                <a:cs typeface="Calibri"/>
              </a:rPr>
              <a:t>,</a:t>
            </a:r>
            <a:r>
              <a:rPr sz="1000" i="1" spc="-6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1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5" dirty="0">
                <a:latin typeface="Calibri"/>
                <a:cs typeface="Calibri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55" dirty="0">
                <a:latin typeface="Lucida Sans Unicode"/>
                <a:cs typeface="Lucida Sans Unicode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55" dirty="0">
                <a:latin typeface="Lucida Sans Unicode"/>
                <a:cs typeface="Lucida Sans Unicode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1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-25" dirty="0">
                <a:latin typeface="Calibri"/>
                <a:cs typeface="Calibri"/>
              </a:rPr>
              <a:t>d</a:t>
            </a:r>
            <a:r>
              <a:rPr sz="1000" spc="-25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0" name="object 90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40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Multiple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Variables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(multivariate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multi-variables)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763859"/>
            <a:ext cx="1477645" cy="50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Previously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when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EC008C"/>
                </a:solidFill>
                <a:latin typeface="Calibri"/>
                <a:cs typeface="Calibri"/>
              </a:rPr>
              <a:t>d</a:t>
            </a:r>
            <a:r>
              <a:rPr sz="1000" i="1" spc="2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Georgia"/>
                <a:cs typeface="Georgia"/>
              </a:rPr>
              <a:t>repeat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until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convergence</a:t>
            </a:r>
            <a:r>
              <a:rPr sz="1000" spc="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latin typeface="Georgia"/>
                <a:cs typeface="Georgia"/>
              </a:rPr>
              <a:t>{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031339" y="1652590"/>
            <a:ext cx="3962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2105" algn="l"/>
              </a:tabLst>
            </a:pPr>
            <a:r>
              <a:rPr sz="700" spc="-50" dirty="0">
                <a:latin typeface="Georgia"/>
                <a:cs typeface="Georgia"/>
              </a:rPr>
              <a:t>0</a:t>
            </a:r>
            <a:r>
              <a:rPr sz="700" dirty="0">
                <a:latin typeface="Georgia"/>
                <a:cs typeface="Georgia"/>
              </a:rPr>
              <a:t>	</a:t>
            </a:r>
            <a:r>
              <a:rPr sz="700" spc="-50" dirty="0">
                <a:latin typeface="Georgia"/>
                <a:cs typeface="Georgia"/>
              </a:rPr>
              <a:t>0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665679" y="1510047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32076" y="1546592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814156" y="164469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659329" y="1682437"/>
            <a:ext cx="311150" cy="232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4"/>
              </a:lnSpc>
              <a:spcBef>
                <a:spcPts val="95"/>
              </a:spcBef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  <a:p>
            <a:pPr marL="133985">
              <a:lnSpc>
                <a:spcPts val="635"/>
              </a:lnSpc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971941" y="1595645"/>
            <a:ext cx="10572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4410" algn="l"/>
              </a:tabLst>
            </a:pPr>
            <a:r>
              <a:rPr sz="1000" i="1" dirty="0">
                <a:latin typeface="Calibri"/>
                <a:cs typeface="Calibri"/>
              </a:rPr>
              <a:t>θ</a:t>
            </a:r>
            <a:r>
              <a:rPr sz="1000" i="1" spc="44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θ</a:t>
            </a:r>
            <a:r>
              <a:rPr sz="1000" i="1" spc="409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50" dirty="0"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065551" y="1652590"/>
            <a:ext cx="320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145" algn="l"/>
              </a:tabLst>
            </a:pPr>
            <a:r>
              <a:rPr sz="700" i="1" spc="65" dirty="0">
                <a:latin typeface="Calibri"/>
                <a:cs typeface="Calibri"/>
              </a:rPr>
              <a:t>i</a:t>
            </a:r>
            <a:r>
              <a:rPr sz="700" i="1" dirty="0"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003511" y="1595645"/>
            <a:ext cx="438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latin typeface="Calibri"/>
                <a:cs typeface="Calibri"/>
              </a:rPr>
              <a:t>y</a:t>
            </a:r>
            <a:r>
              <a:rPr sz="1000" spc="-114" dirty="0">
                <a:latin typeface="Georgia"/>
                <a:cs typeface="Georgia"/>
              </a:rPr>
              <a:t>ˆ</a:t>
            </a:r>
            <a:r>
              <a:rPr sz="1000" spc="110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spc="-50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157869" y="2074077"/>
            <a:ext cx="3962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2105" algn="l"/>
              </a:tabLst>
            </a:pPr>
            <a:r>
              <a:rPr sz="700" spc="45" dirty="0">
                <a:latin typeface="Georgia"/>
                <a:cs typeface="Georgia"/>
              </a:rPr>
              <a:t>1</a:t>
            </a:r>
            <a:r>
              <a:rPr sz="700" dirty="0">
                <a:latin typeface="Georgia"/>
                <a:cs typeface="Georgia"/>
              </a:rPr>
              <a:t>	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792196" y="1931535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785859" y="2103925"/>
            <a:ext cx="101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958298" y="1980527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946836" y="2076000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907499" y="2204379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098471" y="2017133"/>
            <a:ext cx="10572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4410" algn="l"/>
              </a:tabLst>
            </a:pPr>
            <a:r>
              <a:rPr sz="1000" i="1" dirty="0">
                <a:latin typeface="Calibri"/>
                <a:cs typeface="Calibri"/>
              </a:rPr>
              <a:t>θ</a:t>
            </a:r>
            <a:r>
              <a:rPr sz="1000" i="1" spc="44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θ</a:t>
            </a:r>
            <a:r>
              <a:rPr sz="1000" i="1" spc="409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50" dirty="0">
                <a:latin typeface="Georgia"/>
                <a:cs typeface="Georgia"/>
              </a:rPr>
              <a:t>(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130042" y="2017133"/>
            <a:ext cx="601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latin typeface="Calibri"/>
                <a:cs typeface="Calibri"/>
              </a:rPr>
              <a:t>y</a:t>
            </a:r>
            <a:r>
              <a:rPr sz="1000" spc="-114" dirty="0">
                <a:latin typeface="Georgia"/>
                <a:cs typeface="Georgia"/>
              </a:rPr>
              <a:t>ˆ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80" dirty="0">
                <a:latin typeface="Calibri"/>
                <a:cs typeface="Calibri"/>
              </a:rPr>
              <a:t>x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705898" y="2002856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166668" y="2086371"/>
            <a:ext cx="6261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551815" algn="l"/>
              </a:tabLst>
            </a:pPr>
            <a:r>
              <a:rPr sz="1050" i="1" spc="97" baseline="7936" dirty="0">
                <a:latin typeface="Calibri"/>
                <a:cs typeface="Calibri"/>
              </a:rPr>
              <a:t>i</a:t>
            </a:r>
            <a:r>
              <a:rPr sz="1050" i="1" baseline="7936" dirty="0">
                <a:latin typeface="Calibri"/>
                <a:cs typeface="Calibri"/>
              </a:rPr>
              <a:t>	</a:t>
            </a:r>
            <a:r>
              <a:rPr sz="1050" i="1" spc="97" baseline="7936" dirty="0">
                <a:latin typeface="Calibri"/>
                <a:cs typeface="Calibri"/>
              </a:rPr>
              <a:t>i</a:t>
            </a:r>
            <a:r>
              <a:rPr sz="1050" i="1" baseline="7936" dirty="0"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098471" y="233596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20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3" name="object 93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spc="85" dirty="0"/>
              <a:t>41</a:t>
            </a:r>
            <a:r>
              <a:rPr spc="114" dirty="0"/>
              <a:t> </a:t>
            </a:r>
            <a:r>
              <a:rPr spc="95" dirty="0"/>
              <a:t>/</a:t>
            </a:r>
            <a:r>
              <a:rPr spc="120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Multiple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Variables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(multivariate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multi-variables)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728007"/>
            <a:ext cx="43916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Georgia"/>
                <a:cs typeface="Georgia"/>
              </a:rPr>
              <a:t>Generally</a:t>
            </a:r>
            <a:r>
              <a:rPr sz="1000" b="1" spc="4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(GD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algorithm)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any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given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d</a:t>
            </a:r>
            <a:r>
              <a:rPr sz="1000" i="1" spc="90" dirty="0">
                <a:latin typeface="Calibri"/>
                <a:cs typeface="Calibri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dimensional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vector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EC008C"/>
                </a:solidFill>
                <a:latin typeface="Calibri"/>
                <a:cs typeface="Calibri"/>
              </a:rPr>
              <a:t>d</a:t>
            </a:r>
            <a:r>
              <a:rPr sz="1000" i="1" spc="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C008C"/>
                </a:solidFill>
                <a:latin typeface="Lucida Sans Unicode"/>
                <a:cs typeface="Lucida Sans Unicode"/>
              </a:rPr>
              <a:t>≥</a:t>
            </a:r>
            <a:r>
              <a:rPr sz="1000" spc="-80" dirty="0">
                <a:solidFill>
                  <a:srgbClr val="EC008C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C008C"/>
                </a:solidFill>
                <a:latin typeface="Georgia"/>
                <a:cs typeface="Georgia"/>
              </a:rPr>
              <a:t>1</a:t>
            </a:r>
            <a:r>
              <a:rPr sz="1000" b="1" spc="-25" dirty="0">
                <a:solidFill>
                  <a:srgbClr val="EC008C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4" name="object 7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0" dirty="0">
                <a:solidFill>
                  <a:srgbClr val="FFFFFF"/>
                </a:solidFill>
                <a:latin typeface="Georgia"/>
                <a:cs typeface="Georgia"/>
              </a:rPr>
              <a:t>42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Linear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with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Multiple</a:t>
            </a:r>
            <a:r>
              <a:rPr sz="500" spc="13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Variables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(multivariate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9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multi-variables)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900" spc="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728007"/>
            <a:ext cx="43916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Georgia"/>
                <a:cs typeface="Georgia"/>
              </a:rPr>
              <a:t>Generally</a:t>
            </a:r>
            <a:r>
              <a:rPr sz="1000" b="1" spc="4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(GD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algorithm)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any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given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d</a:t>
            </a:r>
            <a:r>
              <a:rPr sz="1000" i="1" spc="90" dirty="0">
                <a:latin typeface="Calibri"/>
                <a:cs typeface="Calibri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dimensional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vector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EC008C"/>
                </a:solidFill>
                <a:latin typeface="Calibri"/>
                <a:cs typeface="Calibri"/>
              </a:rPr>
              <a:t>d</a:t>
            </a:r>
            <a:r>
              <a:rPr sz="1000" i="1" spc="5" dirty="0">
                <a:solidFill>
                  <a:srgbClr val="EC008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EC008C"/>
                </a:solidFill>
                <a:latin typeface="Lucida Sans Unicode"/>
                <a:cs typeface="Lucida Sans Unicode"/>
              </a:rPr>
              <a:t>≥</a:t>
            </a:r>
            <a:r>
              <a:rPr sz="1000" spc="-80" dirty="0">
                <a:solidFill>
                  <a:srgbClr val="EC008C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C008C"/>
                </a:solidFill>
                <a:latin typeface="Georgia"/>
                <a:cs typeface="Georgia"/>
              </a:rPr>
              <a:t>1</a:t>
            </a:r>
            <a:r>
              <a:rPr sz="1000" b="1" spc="-25" dirty="0">
                <a:solidFill>
                  <a:srgbClr val="EC008C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12883" y="1142357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582975" y="1138283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578859" y="126089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73937" y="1227955"/>
            <a:ext cx="304038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940"/>
              </a:lnSpc>
              <a:spcBef>
                <a:spcPts val="95"/>
              </a:spcBef>
              <a:tabLst>
                <a:tab pos="2540000" algn="l"/>
              </a:tabLst>
            </a:pPr>
            <a:r>
              <a:rPr sz="1000" dirty="0">
                <a:latin typeface="Georgia"/>
                <a:cs typeface="Georgia"/>
              </a:rPr>
              <a:t>repeat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until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0000FF"/>
                </a:solidFill>
                <a:latin typeface="Georgia"/>
                <a:cs typeface="Georgia"/>
              </a:rPr>
              <a:t>convergence</a:t>
            </a:r>
            <a:r>
              <a:rPr sz="1000" spc="5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70" dirty="0">
                <a:latin typeface="Georgia"/>
                <a:cs typeface="Georgia"/>
              </a:rPr>
              <a:t>{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θ</a:t>
            </a:r>
            <a:r>
              <a:rPr sz="1050" spc="-15" baseline="-11904" dirty="0">
                <a:latin typeface="Georgia"/>
                <a:cs typeface="Georgia"/>
              </a:rPr>
              <a:t>0</a:t>
            </a:r>
            <a:r>
              <a:rPr sz="1050" spc="172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:= </a:t>
            </a:r>
            <a:r>
              <a:rPr sz="1000" i="1" spc="-20" dirty="0">
                <a:latin typeface="Calibri"/>
                <a:cs typeface="Calibri"/>
              </a:rPr>
              <a:t>θ</a:t>
            </a:r>
            <a:r>
              <a:rPr sz="1050" spc="-30" baseline="-11904" dirty="0">
                <a:latin typeface="Georgia"/>
                <a:cs typeface="Georgia"/>
              </a:rPr>
              <a:t>0</a:t>
            </a:r>
            <a:r>
              <a:rPr sz="1050" spc="97" baseline="-11904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70" dirty="0">
                <a:latin typeface="Georgia"/>
                <a:cs typeface="Georgia"/>
              </a:rPr>
              <a:t>(</a:t>
            </a:r>
            <a:r>
              <a:rPr sz="1000" i="1" spc="-70" dirty="0">
                <a:latin typeface="Calibri"/>
                <a:cs typeface="Calibri"/>
              </a:rPr>
              <a:t>y</a:t>
            </a:r>
            <a:r>
              <a:rPr sz="1000" spc="-70" dirty="0">
                <a:latin typeface="Georgia"/>
                <a:cs typeface="Georgia"/>
              </a:rPr>
              <a:t>ˆ</a:t>
            </a:r>
            <a:r>
              <a:rPr sz="1050" i="1" spc="-104" baseline="-11904" dirty="0">
                <a:latin typeface="Calibri"/>
                <a:cs typeface="Calibri"/>
              </a:rPr>
              <a:t>i</a:t>
            </a:r>
            <a:r>
              <a:rPr sz="1050" i="1" spc="75" baseline="-11904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45" dirty="0">
                <a:latin typeface="Calibri"/>
                <a:cs typeface="Calibri"/>
              </a:rPr>
              <a:t>y</a:t>
            </a:r>
            <a:r>
              <a:rPr sz="1050" i="1" spc="67" baseline="-11904" dirty="0">
                <a:latin typeface="Calibri"/>
                <a:cs typeface="Calibri"/>
              </a:rPr>
              <a:t>i</a:t>
            </a:r>
            <a:r>
              <a:rPr sz="1000" spc="45" dirty="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  <a:p>
            <a:pPr marR="710565" algn="r">
              <a:lnSpc>
                <a:spcPts val="740"/>
              </a:lnSpc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  <a:p>
            <a:pPr marR="501015" algn="r">
              <a:lnSpc>
                <a:spcPts val="635"/>
              </a:lnSpc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905074" y="1706374"/>
            <a:ext cx="3962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2105" algn="l"/>
              </a:tabLst>
            </a:pPr>
            <a:r>
              <a:rPr sz="700" spc="45" dirty="0">
                <a:latin typeface="Georgia"/>
                <a:cs typeface="Georgia"/>
              </a:rPr>
              <a:t>1</a:t>
            </a:r>
            <a:r>
              <a:rPr sz="700" dirty="0">
                <a:latin typeface="Georgia"/>
                <a:cs typeface="Georgia"/>
              </a:rPr>
              <a:t>	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39413" y="1563844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714248" y="1622663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689515" y="1705391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533063" y="1736234"/>
            <a:ext cx="311150" cy="232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4"/>
              </a:lnSpc>
              <a:spcBef>
                <a:spcPts val="95"/>
              </a:spcBef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  <a:p>
            <a:pPr marL="133985">
              <a:lnSpc>
                <a:spcPts val="635"/>
              </a:lnSpc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845676" y="1649442"/>
            <a:ext cx="10572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4410" algn="l"/>
              </a:tabLst>
            </a:pPr>
            <a:r>
              <a:rPr sz="1000" i="1" dirty="0">
                <a:latin typeface="Calibri"/>
                <a:cs typeface="Calibri"/>
              </a:rPr>
              <a:t>θ</a:t>
            </a:r>
            <a:r>
              <a:rPr sz="1000" i="1" spc="445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θ</a:t>
            </a:r>
            <a:r>
              <a:rPr sz="1000" i="1" spc="409" dirty="0">
                <a:latin typeface="Calibri"/>
                <a:cs typeface="Calibri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50" dirty="0"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877246" y="1649442"/>
            <a:ext cx="601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latin typeface="Calibri"/>
                <a:cs typeface="Calibri"/>
              </a:rPr>
              <a:t>y</a:t>
            </a:r>
            <a:r>
              <a:rPr sz="1000" spc="-114" dirty="0">
                <a:latin typeface="Georgia"/>
                <a:cs typeface="Georgia"/>
              </a:rPr>
              <a:t>ˆ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80" dirty="0">
                <a:latin typeface="Calibri"/>
                <a:cs typeface="Calibri"/>
              </a:rPr>
              <a:t>x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453102" y="1635165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913885" y="1718680"/>
            <a:ext cx="6261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551815" algn="l"/>
              </a:tabLst>
            </a:pPr>
            <a:r>
              <a:rPr sz="1050" i="1" spc="97" baseline="7936" dirty="0">
                <a:latin typeface="Calibri"/>
                <a:cs typeface="Calibri"/>
              </a:rPr>
              <a:t>i</a:t>
            </a:r>
            <a:r>
              <a:rPr sz="1050" i="1" baseline="7936" dirty="0">
                <a:latin typeface="Calibri"/>
                <a:cs typeface="Calibri"/>
              </a:rPr>
              <a:t>	</a:t>
            </a:r>
            <a:r>
              <a:rPr sz="1050" i="1" spc="97" baseline="7936" dirty="0">
                <a:latin typeface="Calibri"/>
                <a:cs typeface="Calibri"/>
              </a:rPr>
              <a:t>i</a:t>
            </a:r>
            <a:r>
              <a:rPr sz="1050" i="1" baseline="7936" dirty="0"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539413" y="1985332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2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533063" y="2157722"/>
            <a:ext cx="101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3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705389" y="2022754"/>
            <a:ext cx="882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Calibri"/>
                <a:cs typeface="Calibri"/>
              </a:rPr>
              <a:t>n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691794" y="2119106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95" dirty="0">
                <a:latin typeface="Lucida Sans Unicode"/>
                <a:cs typeface="Lucida Sans Unicode"/>
              </a:rPr>
              <a:t>Σ</a:t>
            </a:r>
            <a:endParaRPr sz="1000" dirty="0">
              <a:latin typeface="Lucida Sans Unicode"/>
              <a:cs typeface="Lucida Sans Unicode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654704" y="2258176"/>
            <a:ext cx="189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95" dirty="0">
                <a:latin typeface="Calibri"/>
                <a:cs typeface="Calibri"/>
              </a:rPr>
              <a:t>i</a:t>
            </a:r>
            <a:r>
              <a:rPr sz="700" spc="95" dirty="0">
                <a:latin typeface="Georgia"/>
                <a:cs typeface="Georgia"/>
              </a:rPr>
              <a:t>=1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820276" y="2070930"/>
            <a:ext cx="1108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19810" algn="l"/>
              </a:tabLst>
            </a:pPr>
            <a:r>
              <a:rPr sz="1000" i="1" dirty="0">
                <a:latin typeface="Calibri"/>
                <a:cs typeface="Calibri"/>
              </a:rPr>
              <a:t>θ</a:t>
            </a:r>
            <a:r>
              <a:rPr sz="1050" baseline="-11904" dirty="0">
                <a:latin typeface="Georgia"/>
                <a:cs typeface="Georgia"/>
              </a:rPr>
              <a:t>2</a:t>
            </a:r>
            <a:r>
              <a:rPr sz="1050" spc="179" baseline="-1190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:=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θ</a:t>
            </a:r>
            <a:r>
              <a:rPr sz="1050" baseline="-11904" dirty="0">
                <a:latin typeface="Georgia"/>
                <a:cs typeface="Georgia"/>
              </a:rPr>
              <a:t>2</a:t>
            </a:r>
            <a:r>
              <a:rPr sz="1050" spc="127" baseline="-11904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20" dirty="0">
                <a:latin typeface="Calibri"/>
                <a:cs typeface="Calibri"/>
              </a:rPr>
              <a:t>α</a:t>
            </a:r>
            <a:r>
              <a:rPr sz="1000" i="1" dirty="0">
                <a:latin typeface="Calibri"/>
                <a:cs typeface="Calibri"/>
              </a:rPr>
              <a:t>	</a:t>
            </a:r>
            <a:r>
              <a:rPr sz="1000" spc="-50" dirty="0"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877246" y="2070930"/>
            <a:ext cx="601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14" dirty="0">
                <a:latin typeface="Calibri"/>
                <a:cs typeface="Calibri"/>
              </a:rPr>
              <a:t>y</a:t>
            </a:r>
            <a:r>
              <a:rPr sz="1000" spc="-114" dirty="0">
                <a:latin typeface="Georgia"/>
                <a:cs typeface="Georgia"/>
              </a:rPr>
              <a:t>ˆ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−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Calibri"/>
                <a:cs typeface="Calibri"/>
              </a:rPr>
              <a:t>y</a:t>
            </a:r>
            <a:r>
              <a:rPr sz="1000" i="1" spc="100" dirty="0"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)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365" dirty="0">
                <a:latin typeface="Lucida Sans Unicode"/>
                <a:cs typeface="Lucida Sans Unicode"/>
              </a:rPr>
              <a:t>·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i="1" spc="80" dirty="0">
                <a:latin typeface="Calibri"/>
                <a:cs typeface="Calibri"/>
              </a:rPr>
              <a:t>x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453102" y="2056653"/>
            <a:ext cx="76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913885" y="2140168"/>
            <a:ext cx="6261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551815" algn="l"/>
              </a:tabLst>
            </a:pPr>
            <a:r>
              <a:rPr sz="1050" i="1" spc="97" baseline="7936" dirty="0">
                <a:latin typeface="Calibri"/>
                <a:cs typeface="Calibri"/>
              </a:rPr>
              <a:t>i</a:t>
            </a:r>
            <a:r>
              <a:rPr sz="1050" i="1" baseline="7936" dirty="0">
                <a:latin typeface="Calibri"/>
                <a:cs typeface="Calibri"/>
              </a:rPr>
              <a:t>	</a:t>
            </a:r>
            <a:r>
              <a:rPr sz="1050" i="1" spc="97" baseline="7936" dirty="0">
                <a:latin typeface="Calibri"/>
                <a:cs typeface="Calibri"/>
              </a:rPr>
              <a:t>i</a:t>
            </a:r>
            <a:r>
              <a:rPr sz="1050" i="1" baseline="7936" dirty="0">
                <a:latin typeface="Calibri"/>
                <a:cs typeface="Calibri"/>
              </a:rPr>
              <a:t>	</a:t>
            </a:r>
            <a:r>
              <a:rPr sz="700" i="1" spc="65" dirty="0">
                <a:latin typeface="Calibri"/>
                <a:cs typeface="Calibri"/>
              </a:rPr>
              <a:t>i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866758" y="2389764"/>
            <a:ext cx="2647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i="1" spc="30" dirty="0">
                <a:latin typeface="Calibri"/>
                <a:cs typeface="Calibri"/>
              </a:rPr>
              <a:t> </a:t>
            </a:r>
            <a:r>
              <a:rPr sz="1000" spc="120" dirty="0">
                <a:latin typeface="Lucida Sans Unicode"/>
                <a:cs typeface="Lucida Sans Unicode"/>
              </a:rPr>
              <a:t>}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162359" y="1758789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(18)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8" name="object 98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0" dirty="0">
                <a:solidFill>
                  <a:srgbClr val="FFFFFF"/>
                </a:solidFill>
                <a:latin typeface="Georgia"/>
                <a:cs typeface="Georgia"/>
              </a:rPr>
              <a:t>42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3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Variants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Descent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Variants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GD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475365"/>
            <a:ext cx="480949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GD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algorithm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that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have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just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seen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called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Batch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Gradient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Descent.</a:t>
            </a:r>
            <a:r>
              <a:rPr sz="1000" spc="1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Most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common </a:t>
            </a:r>
            <a:r>
              <a:rPr sz="1000" spc="-20" dirty="0">
                <a:latin typeface="Georgia"/>
                <a:cs typeface="Georgia"/>
              </a:rPr>
              <a:t>used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GD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algorithms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are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breifly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explained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below: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4792" y="870264"/>
            <a:ext cx="101057" cy="101057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461086" y="858897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00354" y="816983"/>
            <a:ext cx="474599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Batch</a:t>
            </a:r>
            <a:r>
              <a:rPr sz="1000" spc="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Gradient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Descent</a:t>
            </a:r>
            <a:r>
              <a:rPr sz="1000" spc="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when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sum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up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over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all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examples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each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iteration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when </a:t>
            </a:r>
            <a:r>
              <a:rPr sz="1000" spc="-30" dirty="0">
                <a:latin typeface="Georgia"/>
                <a:cs typeface="Georgia"/>
              </a:rPr>
              <a:t>performing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updates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parameters.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09193" y="1233906"/>
            <a:ext cx="5142230" cy="1089025"/>
            <a:chOff x="309193" y="1233906"/>
            <a:chExt cx="5142230" cy="1089025"/>
          </a:xfrm>
        </p:grpSpPr>
        <p:sp>
          <p:nvSpPr>
            <p:cNvPr id="77" name="object 77"/>
            <p:cNvSpPr/>
            <p:nvPr/>
          </p:nvSpPr>
          <p:spPr>
            <a:xfrm>
              <a:off x="309193" y="1233906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5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4" y="1396428"/>
              <a:ext cx="5141665" cy="5060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309193" y="1440692"/>
              <a:ext cx="5142230" cy="882650"/>
            </a:xfrm>
            <a:custGeom>
              <a:avLst/>
              <a:gdLst/>
              <a:ahLst/>
              <a:cxnLst/>
              <a:rect l="l" t="t" r="r" b="b"/>
              <a:pathLst>
                <a:path w="5142230" h="882650">
                  <a:moveTo>
                    <a:pt x="5141666" y="0"/>
                  </a:moveTo>
                  <a:lnTo>
                    <a:pt x="0" y="0"/>
                  </a:lnTo>
                  <a:lnTo>
                    <a:pt x="0" y="831236"/>
                  </a:lnTo>
                  <a:lnTo>
                    <a:pt x="4008" y="850960"/>
                  </a:lnTo>
                  <a:lnTo>
                    <a:pt x="14922" y="867113"/>
                  </a:lnTo>
                  <a:lnTo>
                    <a:pt x="31075" y="878027"/>
                  </a:lnTo>
                  <a:lnTo>
                    <a:pt x="50800" y="882036"/>
                  </a:lnTo>
                  <a:lnTo>
                    <a:pt x="5090865" y="882036"/>
                  </a:lnTo>
                  <a:lnTo>
                    <a:pt x="5110590" y="878027"/>
                  </a:lnTo>
                  <a:lnTo>
                    <a:pt x="5126743" y="867113"/>
                  </a:lnTo>
                  <a:lnTo>
                    <a:pt x="5137657" y="850960"/>
                  </a:lnTo>
                  <a:lnTo>
                    <a:pt x="5141666" y="83123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336" y="1502374"/>
              <a:ext cx="80845" cy="8084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0336" y="1692163"/>
              <a:ext cx="80845" cy="8084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336" y="2021131"/>
              <a:ext cx="80845" cy="8084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336" y="2210920"/>
              <a:ext cx="80845" cy="80845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309193" y="2449258"/>
            <a:ext cx="5142230" cy="605790"/>
            <a:chOff x="309193" y="2449258"/>
            <a:chExt cx="5142230" cy="605790"/>
          </a:xfrm>
        </p:grpSpPr>
        <p:sp>
          <p:nvSpPr>
            <p:cNvPr id="85" name="object 85"/>
            <p:cNvSpPr/>
            <p:nvPr/>
          </p:nvSpPr>
          <p:spPr>
            <a:xfrm>
              <a:off x="309193" y="2449258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9194" y="2611780"/>
              <a:ext cx="5141665" cy="50609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09193" y="2656053"/>
              <a:ext cx="5142230" cy="398780"/>
            </a:xfrm>
            <a:custGeom>
              <a:avLst/>
              <a:gdLst/>
              <a:ahLst/>
              <a:cxnLst/>
              <a:rect l="l" t="t" r="r" b="b"/>
              <a:pathLst>
                <a:path w="5142230" h="398780">
                  <a:moveTo>
                    <a:pt x="5141666" y="0"/>
                  </a:moveTo>
                  <a:lnTo>
                    <a:pt x="0" y="0"/>
                  </a:lnTo>
                  <a:lnTo>
                    <a:pt x="0" y="347902"/>
                  </a:lnTo>
                  <a:lnTo>
                    <a:pt x="4008" y="367627"/>
                  </a:lnTo>
                  <a:lnTo>
                    <a:pt x="14922" y="383780"/>
                  </a:lnTo>
                  <a:lnTo>
                    <a:pt x="31075" y="394694"/>
                  </a:lnTo>
                  <a:lnTo>
                    <a:pt x="50800" y="398702"/>
                  </a:lnTo>
                  <a:lnTo>
                    <a:pt x="5090865" y="398702"/>
                  </a:lnTo>
                  <a:lnTo>
                    <a:pt x="5110590" y="394694"/>
                  </a:lnTo>
                  <a:lnTo>
                    <a:pt x="5126743" y="383780"/>
                  </a:lnTo>
                  <a:lnTo>
                    <a:pt x="5137657" y="367627"/>
                  </a:lnTo>
                  <a:lnTo>
                    <a:pt x="5141666" y="347902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0336" y="2724685"/>
              <a:ext cx="80845" cy="8084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0336" y="2914474"/>
              <a:ext cx="80845" cy="80845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296494" y="1140594"/>
            <a:ext cx="4989195" cy="18770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20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Advantages</a:t>
            </a:r>
            <a:endParaRPr sz="1000">
              <a:latin typeface="Georgia"/>
              <a:cs typeface="Georgia"/>
            </a:endParaRPr>
          </a:p>
          <a:p>
            <a:pPr marL="182245">
              <a:lnSpc>
                <a:spcPct val="100000"/>
              </a:lnSpc>
              <a:spcBef>
                <a:spcPts val="560"/>
              </a:spcBef>
            </a:pPr>
            <a:r>
              <a:rPr sz="750" spc="187" baseline="555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45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Fixed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learning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rate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during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training.</a:t>
            </a:r>
            <a:endParaRPr sz="900">
              <a:latin typeface="Georgia"/>
              <a:cs typeface="Georgia"/>
            </a:endParaRPr>
          </a:p>
          <a:p>
            <a:pPr marL="316230" marR="55880" indent="-133985">
              <a:lnSpc>
                <a:spcPct val="101499"/>
              </a:lnSpc>
              <a:spcBef>
                <a:spcPts val="395"/>
              </a:spcBef>
            </a:pPr>
            <a:r>
              <a:rPr sz="750" spc="89" baseline="55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337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has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straight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trajectory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towards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minimum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and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is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guaranteed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converge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global </a:t>
            </a:r>
            <a:r>
              <a:rPr sz="900" dirty="0">
                <a:latin typeface="Georgia"/>
                <a:cs typeface="Georgia"/>
              </a:rPr>
              <a:t>optimum</a:t>
            </a:r>
            <a:r>
              <a:rPr sz="900" spc="3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(for</a:t>
            </a:r>
            <a:r>
              <a:rPr sz="900" spc="3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convex</a:t>
            </a:r>
            <a:r>
              <a:rPr sz="900" spc="3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functions).</a:t>
            </a:r>
            <a:endParaRPr sz="900">
              <a:latin typeface="Georgia"/>
              <a:cs typeface="Georgia"/>
            </a:endParaRPr>
          </a:p>
          <a:p>
            <a:pPr marL="182245">
              <a:lnSpc>
                <a:spcPct val="100000"/>
              </a:lnSpc>
              <a:spcBef>
                <a:spcPts val="415"/>
              </a:spcBef>
            </a:pPr>
            <a:r>
              <a:rPr sz="750" spc="89" baseline="5555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337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has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unbiased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estimate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of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gradients.</a:t>
            </a:r>
            <a:endParaRPr sz="900">
              <a:latin typeface="Georgia"/>
              <a:cs typeface="Georgia"/>
            </a:endParaRPr>
          </a:p>
          <a:p>
            <a:pPr marL="182245">
              <a:lnSpc>
                <a:spcPct val="100000"/>
              </a:lnSpc>
              <a:spcBef>
                <a:spcPts val="415"/>
              </a:spcBef>
            </a:pPr>
            <a:r>
              <a:rPr sz="750" baseline="5555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337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can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benefit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from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vectorization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Disadvantages</a:t>
            </a:r>
            <a:endParaRPr sz="1000">
              <a:latin typeface="Georgia"/>
              <a:cs typeface="Georgia"/>
            </a:endParaRPr>
          </a:p>
          <a:p>
            <a:pPr marL="182245">
              <a:lnSpc>
                <a:spcPct val="100000"/>
              </a:lnSpc>
              <a:spcBef>
                <a:spcPts val="615"/>
              </a:spcBef>
            </a:pPr>
            <a:r>
              <a:rPr sz="750" spc="187" baseline="555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22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Slow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(especially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for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large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datasets),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as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goes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over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all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examples.</a:t>
            </a:r>
            <a:endParaRPr sz="900">
              <a:latin typeface="Georgia"/>
              <a:cs typeface="Georgia"/>
            </a:endParaRPr>
          </a:p>
          <a:p>
            <a:pPr marL="182245">
              <a:lnSpc>
                <a:spcPct val="100000"/>
              </a:lnSpc>
              <a:spcBef>
                <a:spcPts val="409"/>
              </a:spcBef>
            </a:pPr>
            <a:r>
              <a:rPr sz="750" spc="89" baseline="55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300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Each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step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of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learning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happens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after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going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over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all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examples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(think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of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outliers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in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dataset).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2" name="object 92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3977500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45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Variants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Descent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Variants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GD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4792" y="594445"/>
            <a:ext cx="101057" cy="101057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461086" y="583065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09193" y="1109916"/>
            <a:ext cx="5142230" cy="175260"/>
          </a:xfrm>
          <a:custGeom>
            <a:avLst/>
            <a:gdLst/>
            <a:ahLst/>
            <a:cxnLst/>
            <a:rect l="l" t="t" r="r" b="b"/>
            <a:pathLst>
              <a:path w="5142230" h="175259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169"/>
                </a:lnTo>
                <a:lnTo>
                  <a:pt x="5141666" y="175169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321894" y="541152"/>
            <a:ext cx="5107940" cy="732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marR="304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Stochastic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Gradient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Descent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(SGD)</a:t>
            </a:r>
            <a:r>
              <a:rPr sz="1000" dirty="0">
                <a:latin typeface="Georgia"/>
                <a:cs typeface="Georgia"/>
              </a:rPr>
              <a:t>: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Instead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going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through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all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examples,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Stochastic Gradient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Descent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(SGD)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performs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parameters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update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on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each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example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i="1" spc="275" dirty="0">
                <a:latin typeface="Calibri"/>
                <a:cs typeface="Calibri"/>
              </a:rPr>
              <a:t>&lt;</a:t>
            </a:r>
            <a:r>
              <a:rPr sz="1000" i="1" spc="20" dirty="0">
                <a:latin typeface="Calibri"/>
                <a:cs typeface="Calibri"/>
              </a:rPr>
              <a:t> </a:t>
            </a:r>
            <a:r>
              <a:rPr sz="1000" i="1" spc="105" dirty="0">
                <a:latin typeface="Calibri"/>
                <a:cs typeface="Calibri"/>
              </a:rPr>
              <a:t>x</a:t>
            </a:r>
            <a:r>
              <a:rPr sz="1050" i="1" spc="157" baseline="-11904" dirty="0">
                <a:latin typeface="Calibri"/>
                <a:cs typeface="Calibri"/>
              </a:rPr>
              <a:t>i</a:t>
            </a:r>
            <a:r>
              <a:rPr sz="1000" i="1" spc="105" dirty="0">
                <a:latin typeface="Calibri"/>
                <a:cs typeface="Calibri"/>
              </a:rPr>
              <a:t>,</a:t>
            </a:r>
            <a:r>
              <a:rPr sz="1000" i="1" spc="-60" dirty="0">
                <a:latin typeface="Calibri"/>
                <a:cs typeface="Calibri"/>
              </a:rPr>
              <a:t> </a:t>
            </a:r>
            <a:r>
              <a:rPr sz="1000" i="1" spc="75" dirty="0">
                <a:latin typeface="Calibri"/>
                <a:cs typeface="Calibri"/>
              </a:rPr>
              <a:t>y</a:t>
            </a:r>
            <a:r>
              <a:rPr sz="1050" i="1" spc="112" baseline="-11904" dirty="0">
                <a:latin typeface="Calibri"/>
                <a:cs typeface="Calibri"/>
              </a:rPr>
              <a:t>i</a:t>
            </a:r>
            <a:r>
              <a:rPr sz="1050" i="1" spc="202" baseline="-11904" dirty="0">
                <a:latin typeface="Calibri"/>
                <a:cs typeface="Calibri"/>
              </a:rPr>
              <a:t> </a:t>
            </a:r>
            <a:r>
              <a:rPr sz="1000" i="1" spc="110" dirty="0">
                <a:latin typeface="Calibri"/>
                <a:cs typeface="Calibri"/>
              </a:rPr>
              <a:t>&gt;</a:t>
            </a:r>
            <a:r>
              <a:rPr sz="1000" spc="110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290830">
              <a:lnSpc>
                <a:spcPts val="1190"/>
              </a:lnSpc>
            </a:pPr>
            <a:r>
              <a:rPr sz="1000" spc="-20" dirty="0">
                <a:latin typeface="Georgia"/>
                <a:cs typeface="Georgia"/>
              </a:rPr>
              <a:t>Therefore,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learning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happens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on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every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example.</a:t>
            </a:r>
            <a:endParaRPr sz="10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Advantages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09193" y="1272425"/>
            <a:ext cx="5142230" cy="765810"/>
            <a:chOff x="309193" y="1272425"/>
            <a:chExt cx="5142230" cy="765810"/>
          </a:xfrm>
        </p:grpSpPr>
        <p:pic>
          <p:nvPicPr>
            <p:cNvPr id="77" name="object 7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4" y="1272425"/>
              <a:ext cx="5141665" cy="5060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09193" y="1316698"/>
              <a:ext cx="5142230" cy="721360"/>
            </a:xfrm>
            <a:custGeom>
              <a:avLst/>
              <a:gdLst/>
              <a:ahLst/>
              <a:cxnLst/>
              <a:rect l="l" t="t" r="r" b="b"/>
              <a:pathLst>
                <a:path w="5142230" h="721360">
                  <a:moveTo>
                    <a:pt x="5141666" y="0"/>
                  </a:moveTo>
                  <a:lnTo>
                    <a:pt x="0" y="0"/>
                  </a:lnTo>
                  <a:lnTo>
                    <a:pt x="0" y="670546"/>
                  </a:lnTo>
                  <a:lnTo>
                    <a:pt x="4008" y="690271"/>
                  </a:lnTo>
                  <a:lnTo>
                    <a:pt x="14922" y="706424"/>
                  </a:lnTo>
                  <a:lnTo>
                    <a:pt x="31075" y="717338"/>
                  </a:lnTo>
                  <a:lnTo>
                    <a:pt x="50800" y="721347"/>
                  </a:lnTo>
                  <a:lnTo>
                    <a:pt x="5090865" y="721347"/>
                  </a:lnTo>
                  <a:lnTo>
                    <a:pt x="5110590" y="717338"/>
                  </a:lnTo>
                  <a:lnTo>
                    <a:pt x="5126743" y="706424"/>
                  </a:lnTo>
                  <a:lnTo>
                    <a:pt x="5137657" y="690271"/>
                  </a:lnTo>
                  <a:lnTo>
                    <a:pt x="5141666" y="67054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336" y="1385331"/>
              <a:ext cx="80845" cy="8084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0336" y="1575119"/>
              <a:ext cx="80845" cy="8084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336" y="1764908"/>
              <a:ext cx="80845" cy="80845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441134" y="1273013"/>
            <a:ext cx="499046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750" spc="187" baseline="555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07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is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easier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fit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into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memory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(single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training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sample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being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processed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at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time).</a:t>
            </a:r>
            <a:endParaRPr sz="9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414"/>
              </a:spcBef>
            </a:pPr>
            <a:r>
              <a:rPr sz="750" spc="89" baseline="55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345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computationally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fast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(For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larger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datasets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can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converge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faster).</a:t>
            </a:r>
            <a:endParaRPr sz="900">
              <a:latin typeface="Georgia"/>
              <a:cs typeface="Georgia"/>
            </a:endParaRPr>
          </a:p>
          <a:p>
            <a:pPr marL="171450" marR="30480" indent="-133985">
              <a:lnSpc>
                <a:spcPct val="101499"/>
              </a:lnSpc>
              <a:spcBef>
                <a:spcPts val="395"/>
              </a:spcBef>
            </a:pPr>
            <a:r>
              <a:rPr sz="750" spc="89" baseline="5555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322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Due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frequent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updates,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steps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taken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towards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minima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of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loss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/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cost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function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have</a:t>
            </a:r>
            <a:r>
              <a:rPr sz="900" spc="-10" dirty="0">
                <a:latin typeface="Georgia"/>
                <a:cs typeface="Georgia"/>
              </a:rPr>
              <a:t> oscillations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which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can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help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getting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out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of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local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minimums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of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loss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function.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309193" y="2164574"/>
            <a:ext cx="5142230" cy="848994"/>
            <a:chOff x="309193" y="2164574"/>
            <a:chExt cx="5142230" cy="848994"/>
          </a:xfrm>
        </p:grpSpPr>
        <p:sp>
          <p:nvSpPr>
            <p:cNvPr id="84" name="object 84"/>
            <p:cNvSpPr/>
            <p:nvPr/>
          </p:nvSpPr>
          <p:spPr>
            <a:xfrm>
              <a:off x="309193" y="2164574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9194" y="2327097"/>
              <a:ext cx="5141665" cy="50609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09193" y="2371364"/>
              <a:ext cx="5142230" cy="641985"/>
            </a:xfrm>
            <a:custGeom>
              <a:avLst/>
              <a:gdLst/>
              <a:ahLst/>
              <a:cxnLst/>
              <a:rect l="l" t="t" r="r" b="b"/>
              <a:pathLst>
                <a:path w="5142230" h="641985">
                  <a:moveTo>
                    <a:pt x="5141666" y="0"/>
                  </a:moveTo>
                  <a:lnTo>
                    <a:pt x="0" y="0"/>
                  </a:lnTo>
                  <a:lnTo>
                    <a:pt x="0" y="590834"/>
                  </a:lnTo>
                  <a:lnTo>
                    <a:pt x="4008" y="610559"/>
                  </a:lnTo>
                  <a:lnTo>
                    <a:pt x="14922" y="626712"/>
                  </a:lnTo>
                  <a:lnTo>
                    <a:pt x="31075" y="637626"/>
                  </a:lnTo>
                  <a:lnTo>
                    <a:pt x="50800" y="641634"/>
                  </a:lnTo>
                  <a:lnTo>
                    <a:pt x="5090865" y="641634"/>
                  </a:lnTo>
                  <a:lnTo>
                    <a:pt x="5110590" y="637626"/>
                  </a:lnTo>
                  <a:lnTo>
                    <a:pt x="5126743" y="626712"/>
                  </a:lnTo>
                  <a:lnTo>
                    <a:pt x="5137657" y="610559"/>
                  </a:lnTo>
                  <a:lnTo>
                    <a:pt x="5141666" y="59083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0336" y="2433043"/>
              <a:ext cx="80845" cy="8084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0336" y="2762011"/>
              <a:ext cx="80845" cy="80845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334594" y="2071262"/>
            <a:ext cx="5054600" cy="93281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20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Disadvantages</a:t>
            </a:r>
            <a:endParaRPr sz="1000">
              <a:latin typeface="Georgia"/>
              <a:cs typeface="Georgia"/>
            </a:endParaRPr>
          </a:p>
          <a:p>
            <a:pPr marL="278130" marR="43180" indent="-133985">
              <a:lnSpc>
                <a:spcPct val="101499"/>
              </a:lnSpc>
              <a:spcBef>
                <a:spcPts val="540"/>
              </a:spcBef>
            </a:pPr>
            <a:r>
              <a:rPr sz="750" spc="187" baseline="555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30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Due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frequent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updates,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steps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taken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towards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minima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are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very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noisy.</a:t>
            </a:r>
            <a:r>
              <a:rPr sz="900" spc="1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This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can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often </a:t>
            </a:r>
            <a:r>
              <a:rPr sz="900" dirty="0">
                <a:latin typeface="Georgia"/>
                <a:cs typeface="Georgia"/>
              </a:rPr>
              <a:t>lead</a:t>
            </a:r>
            <a:r>
              <a:rPr sz="900" spc="3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gradient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descent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into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sub-</a:t>
            </a:r>
            <a:r>
              <a:rPr sz="900" dirty="0">
                <a:latin typeface="Georgia"/>
                <a:cs typeface="Georgia"/>
              </a:rPr>
              <a:t>optimum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directions.</a:t>
            </a:r>
            <a:endParaRPr sz="900">
              <a:latin typeface="Georgia"/>
              <a:cs typeface="Georgia"/>
            </a:endParaRPr>
          </a:p>
          <a:p>
            <a:pPr marL="278130" marR="193675" indent="-133985">
              <a:lnSpc>
                <a:spcPct val="101499"/>
              </a:lnSpc>
              <a:spcBef>
                <a:spcPts val="400"/>
              </a:spcBef>
            </a:pPr>
            <a:r>
              <a:rPr sz="750" spc="89" baseline="55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322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loses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advantage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of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vectorized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operations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as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deals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with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only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single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example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at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50" dirty="0">
                <a:latin typeface="Georgia"/>
                <a:cs typeface="Georgia"/>
              </a:rPr>
              <a:t>a</a:t>
            </a:r>
            <a:r>
              <a:rPr sz="900" spc="-10" dirty="0">
                <a:latin typeface="Georgia"/>
                <a:cs typeface="Georgia"/>
              </a:rPr>
              <a:t> time.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95" name="object 95"/>
          <p:cNvSpPr txBox="1"/>
          <p:nvPr/>
        </p:nvSpPr>
        <p:spPr>
          <a:xfrm>
            <a:off x="3977500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/>
              <a:t>46</a:t>
            </a:r>
            <a:r>
              <a:rPr spc="165" dirty="0"/>
              <a:t> </a:t>
            </a:r>
            <a:r>
              <a:rPr spc="95" dirty="0"/>
              <a:t>/</a:t>
            </a:r>
            <a:r>
              <a:rPr spc="165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Variants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Descent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Variants</a:t>
            </a:r>
            <a:r>
              <a:rPr sz="900" spc="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Descent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4792" y="663025"/>
            <a:ext cx="101057" cy="101057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461086" y="651645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09193" y="1482153"/>
            <a:ext cx="5142230" cy="175260"/>
          </a:xfrm>
          <a:custGeom>
            <a:avLst/>
            <a:gdLst/>
            <a:ahLst/>
            <a:cxnLst/>
            <a:rect l="l" t="t" r="r" b="b"/>
            <a:pathLst>
              <a:path w="5142230" h="1752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169"/>
                </a:lnTo>
                <a:lnTo>
                  <a:pt x="5141666" y="175169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347294" y="609731"/>
            <a:ext cx="5066665" cy="1035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Mini-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Batch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Gradient</a:t>
            </a:r>
            <a:r>
              <a:rPr sz="1000" spc="3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Descent</a:t>
            </a:r>
            <a:r>
              <a:rPr sz="1000" spc="-20" dirty="0">
                <a:latin typeface="Georgia"/>
                <a:cs typeface="Georgia"/>
              </a:rPr>
              <a:t>:</a:t>
            </a:r>
            <a:r>
              <a:rPr sz="1000" spc="1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This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mixture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both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stochastic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batch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gradient </a:t>
            </a:r>
            <a:r>
              <a:rPr sz="1000" spc="-20" dirty="0">
                <a:latin typeface="Georgia"/>
                <a:cs typeface="Georgia"/>
              </a:rPr>
              <a:t>descent.</a:t>
            </a:r>
            <a:r>
              <a:rPr sz="1000" spc="10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training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set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divided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multiple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groups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called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batches.</a:t>
            </a:r>
            <a:r>
              <a:rPr sz="1000" spc="114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Each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batch </a:t>
            </a:r>
            <a:r>
              <a:rPr sz="1000" dirty="0">
                <a:latin typeface="Georgia"/>
                <a:cs typeface="Georgia"/>
              </a:rPr>
              <a:t>has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number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samples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it.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For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example,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assume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1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set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has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100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examples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which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divided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into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5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batches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with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each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batch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containing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20 </a:t>
            </a:r>
            <a:r>
              <a:rPr sz="1000" dirty="0">
                <a:latin typeface="Georgia"/>
                <a:cs typeface="Georgia"/>
              </a:rPr>
              <a:t>training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examples.</a:t>
            </a:r>
            <a:endParaRPr sz="1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Advantages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09193" y="1644662"/>
            <a:ext cx="5142230" cy="597535"/>
            <a:chOff x="309193" y="1644662"/>
            <a:chExt cx="5142230" cy="597535"/>
          </a:xfrm>
        </p:grpSpPr>
        <p:pic>
          <p:nvPicPr>
            <p:cNvPr id="77" name="object 7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4" y="1644662"/>
              <a:ext cx="5141665" cy="5060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09193" y="1688941"/>
              <a:ext cx="5142230" cy="553085"/>
            </a:xfrm>
            <a:custGeom>
              <a:avLst/>
              <a:gdLst/>
              <a:ahLst/>
              <a:cxnLst/>
              <a:rect l="l" t="t" r="r" b="b"/>
              <a:pathLst>
                <a:path w="5142230" h="553085">
                  <a:moveTo>
                    <a:pt x="5141666" y="0"/>
                  </a:moveTo>
                  <a:lnTo>
                    <a:pt x="0" y="0"/>
                  </a:lnTo>
                  <a:lnTo>
                    <a:pt x="0" y="502265"/>
                  </a:lnTo>
                  <a:lnTo>
                    <a:pt x="4008" y="521990"/>
                  </a:lnTo>
                  <a:lnTo>
                    <a:pt x="14922" y="538143"/>
                  </a:lnTo>
                  <a:lnTo>
                    <a:pt x="31075" y="549057"/>
                  </a:lnTo>
                  <a:lnTo>
                    <a:pt x="50800" y="553065"/>
                  </a:lnTo>
                  <a:lnTo>
                    <a:pt x="5090865" y="553065"/>
                  </a:lnTo>
                  <a:lnTo>
                    <a:pt x="5110590" y="549057"/>
                  </a:lnTo>
                  <a:lnTo>
                    <a:pt x="5126743" y="538143"/>
                  </a:lnTo>
                  <a:lnTo>
                    <a:pt x="5137657" y="521990"/>
                  </a:lnTo>
                  <a:lnTo>
                    <a:pt x="5141666" y="50226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336" y="1750621"/>
              <a:ext cx="80845" cy="8084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0336" y="1940410"/>
              <a:ext cx="80845" cy="8084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336" y="2130198"/>
              <a:ext cx="80845" cy="80845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309193" y="2368536"/>
            <a:ext cx="5142230" cy="541655"/>
            <a:chOff x="309193" y="2368536"/>
            <a:chExt cx="5142230" cy="541655"/>
          </a:xfrm>
        </p:grpSpPr>
        <p:sp>
          <p:nvSpPr>
            <p:cNvPr id="83" name="object 83"/>
            <p:cNvSpPr/>
            <p:nvPr/>
          </p:nvSpPr>
          <p:spPr>
            <a:xfrm>
              <a:off x="309193" y="2368536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9194" y="2531046"/>
              <a:ext cx="5141665" cy="50609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09193" y="2575335"/>
              <a:ext cx="5142230" cy="335280"/>
            </a:xfrm>
            <a:custGeom>
              <a:avLst/>
              <a:gdLst/>
              <a:ahLst/>
              <a:cxnLst/>
              <a:rect l="l" t="t" r="r" b="b"/>
              <a:pathLst>
                <a:path w="5142230" h="335280">
                  <a:moveTo>
                    <a:pt x="5141666" y="0"/>
                  </a:moveTo>
                  <a:lnTo>
                    <a:pt x="0" y="0"/>
                  </a:lnTo>
                  <a:lnTo>
                    <a:pt x="0" y="284006"/>
                  </a:lnTo>
                  <a:lnTo>
                    <a:pt x="4008" y="303730"/>
                  </a:lnTo>
                  <a:lnTo>
                    <a:pt x="14922" y="319883"/>
                  </a:lnTo>
                  <a:lnTo>
                    <a:pt x="31075" y="330798"/>
                  </a:lnTo>
                  <a:lnTo>
                    <a:pt x="50800" y="334806"/>
                  </a:lnTo>
                  <a:lnTo>
                    <a:pt x="5090865" y="334806"/>
                  </a:lnTo>
                  <a:lnTo>
                    <a:pt x="5110590" y="330798"/>
                  </a:lnTo>
                  <a:lnTo>
                    <a:pt x="5126743" y="319883"/>
                  </a:lnTo>
                  <a:lnTo>
                    <a:pt x="5137657" y="303730"/>
                  </a:lnTo>
                  <a:lnTo>
                    <a:pt x="5141666" y="28400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0336" y="2637005"/>
              <a:ext cx="80845" cy="80845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321894" y="1638290"/>
            <a:ext cx="5105400" cy="124079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515"/>
              </a:spcBef>
            </a:pPr>
            <a:r>
              <a:rPr sz="750" spc="187" baseline="555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59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Easily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fits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in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8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memory.</a:t>
            </a:r>
            <a:endParaRPr sz="900">
              <a:latin typeface="Georgia"/>
              <a:cs typeface="Georgia"/>
            </a:endParaRPr>
          </a:p>
          <a:p>
            <a:pPr marL="156845">
              <a:lnSpc>
                <a:spcPct val="100000"/>
              </a:lnSpc>
              <a:spcBef>
                <a:spcPts val="414"/>
              </a:spcBef>
            </a:pPr>
            <a:r>
              <a:rPr sz="750" spc="89" baseline="5555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359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It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is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computationally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efficient.</a:t>
            </a:r>
            <a:endParaRPr sz="900">
              <a:latin typeface="Georgia"/>
              <a:cs typeface="Georgia"/>
            </a:endParaRPr>
          </a:p>
          <a:p>
            <a:pPr marL="156845">
              <a:lnSpc>
                <a:spcPct val="100000"/>
              </a:lnSpc>
              <a:spcBef>
                <a:spcPts val="409"/>
              </a:spcBef>
            </a:pPr>
            <a:r>
              <a:rPr sz="750" spc="89" baseline="5555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315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Benefit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from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vectorization.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Disadvantages</a:t>
            </a:r>
            <a:endParaRPr sz="1000">
              <a:latin typeface="Georgia"/>
              <a:cs typeface="Georgia"/>
            </a:endParaRPr>
          </a:p>
          <a:p>
            <a:pPr marL="290830" marR="17780" indent="-133985">
              <a:lnSpc>
                <a:spcPct val="101499"/>
              </a:lnSpc>
              <a:spcBef>
                <a:spcPts val="545"/>
              </a:spcBef>
            </a:pPr>
            <a:r>
              <a:rPr sz="750" spc="187" baseline="555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315" baseline="5555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900" dirty="0">
                <a:latin typeface="Georgia"/>
                <a:cs typeface="Georgia"/>
              </a:rPr>
              <a:t>Due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noise,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learning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steps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have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more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oscillations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and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requires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adding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learning-</a:t>
            </a:r>
            <a:r>
              <a:rPr sz="900" spc="-10" dirty="0">
                <a:latin typeface="Georgia"/>
                <a:cs typeface="Georgia"/>
              </a:rPr>
              <a:t>decay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decrease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learning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rate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as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we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become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closer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to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the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minimum.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9" name="object 89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3977500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/>
              <a:t>47</a:t>
            </a:r>
            <a:r>
              <a:rPr spc="165" dirty="0"/>
              <a:t> </a:t>
            </a:r>
            <a:r>
              <a:rPr spc="95" dirty="0"/>
              <a:t>/</a:t>
            </a:r>
            <a:r>
              <a:rPr spc="165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5400AA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Variants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5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Gradient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Descent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Variants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Gradient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Descent:</a:t>
            </a:r>
            <a:r>
              <a:rPr sz="900" spc="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Visualization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5722" y="721594"/>
            <a:ext cx="1868804" cy="203168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88816" y="1002280"/>
            <a:ext cx="101057" cy="101057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3605110" y="990913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744379" y="948999"/>
            <a:ext cx="1689735" cy="1619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Batch</a:t>
            </a:r>
            <a:r>
              <a:rPr sz="1000" spc="5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Gradient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Descent,</a:t>
            </a:r>
            <a:r>
              <a:rPr sz="1000" spc="6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slow </a:t>
            </a:r>
            <a:r>
              <a:rPr sz="1000" dirty="0">
                <a:latin typeface="Georgia"/>
                <a:cs typeface="Georgia"/>
              </a:rPr>
              <a:t>but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unbiased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estimate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of </a:t>
            </a:r>
            <a:r>
              <a:rPr sz="1000" spc="-10" dirty="0">
                <a:latin typeface="Georgia"/>
                <a:cs typeface="Georgia"/>
              </a:rPr>
              <a:t>gradients.</a:t>
            </a:r>
            <a:endParaRPr sz="1000">
              <a:latin typeface="Georgia"/>
              <a:cs typeface="Georgia"/>
            </a:endParaRPr>
          </a:p>
          <a:p>
            <a:pPr marL="12700" marR="100965">
              <a:lnSpc>
                <a:spcPct val="100000"/>
              </a:lnSpc>
              <a:spcBef>
                <a:spcPts val="285"/>
              </a:spcBef>
            </a:pPr>
            <a:r>
              <a:rPr sz="1000" dirty="0">
                <a:latin typeface="Georgia"/>
                <a:cs typeface="Georgia"/>
              </a:rPr>
              <a:t>Stochastic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Gradient</a:t>
            </a:r>
            <a:r>
              <a:rPr sz="1000" spc="1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Descent </a:t>
            </a:r>
            <a:r>
              <a:rPr sz="1000" dirty="0">
                <a:latin typeface="Georgia"/>
                <a:cs typeface="Georgia"/>
              </a:rPr>
              <a:t>(SGD),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fast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but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frequent updates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causes</a:t>
            </a:r>
            <a:r>
              <a:rPr sz="1000" dirty="0">
                <a:latin typeface="Georgia"/>
                <a:cs typeface="Georgia"/>
              </a:rPr>
              <a:t> noisy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steps.</a:t>
            </a:r>
            <a:endParaRPr sz="10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  <a:spcBef>
                <a:spcPts val="285"/>
              </a:spcBef>
            </a:pPr>
            <a:r>
              <a:rPr sz="1000" spc="-10" dirty="0">
                <a:latin typeface="Georgia"/>
                <a:cs typeface="Georgia"/>
              </a:rPr>
              <a:t>Mini-</a:t>
            </a:r>
            <a:r>
              <a:rPr sz="1000" dirty="0">
                <a:latin typeface="Georgia"/>
                <a:cs typeface="Georgia"/>
              </a:rPr>
              <a:t>Batch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Gradient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Descent, </a:t>
            </a:r>
            <a:r>
              <a:rPr sz="1000" spc="-10" dirty="0">
                <a:latin typeface="Georgia"/>
                <a:cs typeface="Georgia"/>
              </a:rPr>
              <a:t>computationally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efficient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but </a:t>
            </a:r>
            <a:r>
              <a:rPr sz="1000" dirty="0">
                <a:latin typeface="Georgia"/>
                <a:cs typeface="Georgia"/>
              </a:rPr>
              <a:t>due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noise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learning steps</a:t>
            </a:r>
            <a:r>
              <a:rPr sz="100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have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more</a:t>
            </a:r>
            <a:r>
              <a:rPr sz="1000" spc="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oscillations.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88816" y="1495739"/>
            <a:ext cx="101057" cy="101057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605110" y="1484359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88816" y="1989184"/>
            <a:ext cx="101057" cy="101057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3605110" y="1977818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1" name="object 81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5400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977500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/>
              <a:t>48</a:t>
            </a:r>
            <a:r>
              <a:rPr spc="165" dirty="0"/>
              <a:t> </a:t>
            </a:r>
            <a:r>
              <a:rPr spc="95" dirty="0"/>
              <a:t>/</a:t>
            </a:r>
            <a:r>
              <a:rPr spc="165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492396"/>
            <a:ext cx="505333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Polynomial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regression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fits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nonlinear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relationship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between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independent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variable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3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 dependent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variable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25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2117" y="978026"/>
            <a:ext cx="2186940" cy="1533524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4791" y="1495955"/>
            <a:ext cx="101057" cy="101057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3101085" y="1484587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240354" y="1388450"/>
            <a:ext cx="2037080" cy="37592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225"/>
              </a:spcBef>
            </a:pP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0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1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0</a:t>
            </a:r>
            <a:r>
              <a:rPr sz="1000" spc="215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45" dirty="0">
                <a:latin typeface="Georgia"/>
                <a:cs typeface="Georgia"/>
              </a:rPr>
              <a:t>Constant</a:t>
            </a:r>
            <a:r>
              <a:rPr sz="700" spc="12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(Constant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line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(average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of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output</a:t>
            </a:r>
            <a:r>
              <a:rPr sz="700" spc="24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values),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not</a:t>
            </a:r>
            <a:r>
              <a:rPr sz="700" spc="24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a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good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fit.</a:t>
            </a:r>
            <a:r>
              <a:rPr sz="700" spc="37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Under-</a:t>
            </a:r>
            <a:r>
              <a:rPr sz="700" spc="-10" dirty="0">
                <a:latin typeface="Georgia"/>
                <a:cs typeface="Georgia"/>
              </a:rPr>
              <a:t>fitting)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pc="80" dirty="0"/>
              <a:t>Dr.</a:t>
            </a:r>
            <a:r>
              <a:rPr spc="210" dirty="0"/>
              <a:t> </a:t>
            </a:r>
            <a:r>
              <a:rPr spc="80" dirty="0"/>
              <a:t>Rizwan</a:t>
            </a:r>
            <a:r>
              <a:rPr spc="130" dirty="0"/>
              <a:t> </a:t>
            </a:r>
            <a:r>
              <a:rPr spc="95" dirty="0"/>
              <a:t>Ahmed</a:t>
            </a:r>
            <a:r>
              <a:rPr spc="135" dirty="0"/>
              <a:t> </a:t>
            </a:r>
            <a:r>
              <a:rPr spc="85" dirty="0"/>
              <a:t>Khan,</a:t>
            </a:r>
            <a:r>
              <a:rPr spc="130" dirty="0"/>
              <a:t> </a:t>
            </a:r>
            <a:r>
              <a:rPr spc="65" dirty="0"/>
              <a:t>https://sites.google.com/site/drkhanrizwan17/</a:t>
            </a:r>
          </a:p>
        </p:txBody>
      </p:sp>
      <p:sp>
        <p:nvSpPr>
          <p:cNvPr id="82" name="object 82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56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492396"/>
            <a:ext cx="505333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Polynomial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regression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fits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nonlinear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relationship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between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independent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variable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3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 dependent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variable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25" dirty="0">
                <a:latin typeface="Georgia"/>
                <a:cs typeface="Georgia"/>
              </a:rPr>
              <a:t>.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0961" y="978026"/>
            <a:ext cx="2180272" cy="1533524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4791" y="1495955"/>
            <a:ext cx="101057" cy="101057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3101085" y="1484587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84791" y="1837572"/>
            <a:ext cx="101057" cy="101057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101085" y="1826205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240354" y="1388450"/>
            <a:ext cx="2152015" cy="7175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119380">
              <a:lnSpc>
                <a:spcPct val="124600"/>
              </a:lnSpc>
              <a:spcBef>
                <a:spcPts val="225"/>
              </a:spcBef>
            </a:pP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0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1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0</a:t>
            </a:r>
            <a:r>
              <a:rPr sz="1000" spc="215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45" dirty="0">
                <a:latin typeface="Georgia"/>
                <a:cs typeface="Georgia"/>
              </a:rPr>
              <a:t>Constant</a:t>
            </a:r>
            <a:r>
              <a:rPr sz="700" spc="12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(Constant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line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(average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of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output</a:t>
            </a:r>
            <a:r>
              <a:rPr sz="700" spc="24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values),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not</a:t>
            </a:r>
            <a:r>
              <a:rPr sz="700" spc="24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a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good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fit.</a:t>
            </a:r>
            <a:r>
              <a:rPr sz="700" spc="37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Under-</a:t>
            </a:r>
            <a:r>
              <a:rPr sz="700" spc="-10" dirty="0">
                <a:latin typeface="Georgia"/>
                <a:cs typeface="Georgia"/>
              </a:rPr>
              <a:t>fitting)</a:t>
            </a:r>
            <a:endParaRPr sz="700">
              <a:latin typeface="Georgia"/>
              <a:cs typeface="Georgia"/>
            </a:endParaRPr>
          </a:p>
          <a:p>
            <a:pPr marL="12700" marR="5080">
              <a:lnSpc>
                <a:spcPct val="124600"/>
              </a:lnSpc>
              <a:spcBef>
                <a:spcPts val="60"/>
              </a:spcBef>
            </a:pP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6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6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1</a:t>
            </a:r>
            <a:r>
              <a:rPr sz="1000" spc="295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Straight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Line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(Linear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regression,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not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a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good</a:t>
            </a:r>
            <a:r>
              <a:rPr sz="700" spc="3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fit.</a:t>
            </a:r>
            <a:r>
              <a:rPr sz="700" spc="49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Under-</a:t>
            </a:r>
            <a:r>
              <a:rPr sz="700" spc="-10" dirty="0">
                <a:latin typeface="Georgia"/>
                <a:cs typeface="Georgia"/>
              </a:rPr>
              <a:t>fitting)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0" name="object 80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56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492396"/>
            <a:ext cx="505333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Georgia"/>
                <a:cs typeface="Georgia"/>
              </a:rPr>
              <a:t>Polynomial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regression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fits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nonlinear</a:t>
            </a:r>
            <a:r>
              <a:rPr sz="1000" spc="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relationship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between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independent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variable</a:t>
            </a:r>
            <a:r>
              <a:rPr sz="1000" spc="50" dirty="0">
                <a:latin typeface="Georgia"/>
                <a:cs typeface="Georgia"/>
              </a:rPr>
              <a:t> </a:t>
            </a:r>
            <a:r>
              <a:rPr sz="1000" i="1" spc="13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Georgia"/>
                <a:cs typeface="Georgia"/>
              </a:rPr>
              <a:t>and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 dependent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variable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i="1" spc="-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000" spc="-25" dirty="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0961" y="978026"/>
            <a:ext cx="2180272" cy="1533524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4791" y="1495955"/>
            <a:ext cx="101057" cy="101057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3101085" y="1484587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84791" y="1837572"/>
            <a:ext cx="101057" cy="101057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101085" y="1826205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240354" y="1388450"/>
            <a:ext cx="2152015" cy="7175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119380">
              <a:lnSpc>
                <a:spcPct val="124600"/>
              </a:lnSpc>
              <a:spcBef>
                <a:spcPts val="225"/>
              </a:spcBef>
            </a:pP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0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1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0</a:t>
            </a:r>
            <a:r>
              <a:rPr sz="1000" spc="215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45" dirty="0">
                <a:latin typeface="Georgia"/>
                <a:cs typeface="Georgia"/>
              </a:rPr>
              <a:t>Constant</a:t>
            </a:r>
            <a:r>
              <a:rPr sz="700" spc="12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(Constant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line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(average</a:t>
            </a:r>
            <a:r>
              <a:rPr sz="700" spc="12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of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output</a:t>
            </a:r>
            <a:r>
              <a:rPr sz="700" spc="24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values),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not</a:t>
            </a:r>
            <a:r>
              <a:rPr sz="700" spc="24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a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good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fit.</a:t>
            </a:r>
            <a:r>
              <a:rPr sz="700" spc="37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Under-</a:t>
            </a:r>
            <a:r>
              <a:rPr sz="700" spc="-10" dirty="0">
                <a:latin typeface="Georgia"/>
                <a:cs typeface="Georgia"/>
              </a:rPr>
              <a:t>fitting)</a:t>
            </a:r>
            <a:endParaRPr sz="700">
              <a:latin typeface="Georgia"/>
              <a:cs typeface="Georgia"/>
            </a:endParaRPr>
          </a:p>
          <a:p>
            <a:pPr marL="12700" marR="5080">
              <a:lnSpc>
                <a:spcPct val="124600"/>
              </a:lnSpc>
              <a:spcBef>
                <a:spcPts val="60"/>
              </a:spcBef>
            </a:pP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6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6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1</a:t>
            </a:r>
            <a:r>
              <a:rPr sz="1000" spc="295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Straight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Line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(Linear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regression,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not</a:t>
            </a:r>
            <a:r>
              <a:rPr sz="700" spc="17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a</a:t>
            </a:r>
            <a:r>
              <a:rPr sz="700" spc="50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good</a:t>
            </a:r>
            <a:r>
              <a:rPr sz="700" spc="335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fit.</a:t>
            </a:r>
            <a:r>
              <a:rPr sz="700" spc="490" dirty="0">
                <a:latin typeface="Georgia"/>
                <a:cs typeface="Georgia"/>
              </a:rPr>
              <a:t> </a:t>
            </a:r>
            <a:r>
              <a:rPr sz="700" dirty="0">
                <a:latin typeface="Georgia"/>
                <a:cs typeface="Georgia"/>
              </a:rPr>
              <a:t>Under-</a:t>
            </a:r>
            <a:r>
              <a:rPr sz="700" spc="-10" dirty="0">
                <a:latin typeface="Georgia"/>
                <a:cs typeface="Georgia"/>
              </a:rPr>
              <a:t>fitting)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09193" y="2626156"/>
            <a:ext cx="5142230" cy="403225"/>
            <a:chOff x="309193" y="2626156"/>
            <a:chExt cx="5142230" cy="403225"/>
          </a:xfrm>
        </p:grpSpPr>
        <p:sp>
          <p:nvSpPr>
            <p:cNvPr id="80" name="object 80"/>
            <p:cNvSpPr/>
            <p:nvPr/>
          </p:nvSpPr>
          <p:spPr>
            <a:xfrm>
              <a:off x="309193" y="2626156"/>
              <a:ext cx="5142230" cy="175260"/>
            </a:xfrm>
            <a:custGeom>
              <a:avLst/>
              <a:gdLst/>
              <a:ahLst/>
              <a:cxnLst/>
              <a:rect l="l" t="t" r="r" b="b"/>
              <a:pathLst>
                <a:path w="5142230" h="1752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169"/>
                  </a:lnTo>
                  <a:lnTo>
                    <a:pt x="5141666" y="17516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9194" y="2788665"/>
              <a:ext cx="5141665" cy="5060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309193" y="2832957"/>
              <a:ext cx="5142230" cy="196850"/>
            </a:xfrm>
            <a:custGeom>
              <a:avLst/>
              <a:gdLst/>
              <a:ahLst/>
              <a:cxnLst/>
              <a:rect l="l" t="t" r="r" b="b"/>
              <a:pathLst>
                <a:path w="5142230" h="196850">
                  <a:moveTo>
                    <a:pt x="5141666" y="0"/>
                  </a:moveTo>
                  <a:lnTo>
                    <a:pt x="0" y="0"/>
                  </a:lnTo>
                  <a:lnTo>
                    <a:pt x="0" y="145458"/>
                  </a:lnTo>
                  <a:lnTo>
                    <a:pt x="4008" y="165183"/>
                  </a:lnTo>
                  <a:lnTo>
                    <a:pt x="14922" y="181336"/>
                  </a:lnTo>
                  <a:lnTo>
                    <a:pt x="31075" y="192250"/>
                  </a:lnTo>
                  <a:lnTo>
                    <a:pt x="50800" y="196259"/>
                  </a:lnTo>
                  <a:lnTo>
                    <a:pt x="5090865" y="196259"/>
                  </a:lnTo>
                  <a:lnTo>
                    <a:pt x="5110590" y="192250"/>
                  </a:lnTo>
                  <a:lnTo>
                    <a:pt x="5126743" y="181336"/>
                  </a:lnTo>
                  <a:lnTo>
                    <a:pt x="5137657" y="165183"/>
                  </a:lnTo>
                  <a:lnTo>
                    <a:pt x="5141666" y="14545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347294" y="2562282"/>
            <a:ext cx="3011170" cy="429259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1000" spc="-30" dirty="0">
                <a:solidFill>
                  <a:srgbClr val="FFFFFF"/>
                </a:solidFill>
                <a:latin typeface="Georgia"/>
                <a:cs typeface="Georgia"/>
              </a:rPr>
              <a:t>Under-</a:t>
            </a:r>
            <a:r>
              <a:rPr sz="1000" spc="-10" dirty="0">
                <a:solidFill>
                  <a:srgbClr val="FFFFFF"/>
                </a:solidFill>
                <a:latin typeface="Georgia"/>
                <a:cs typeface="Georgia"/>
              </a:rPr>
              <a:t>fitting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000" spc="-10" dirty="0">
                <a:latin typeface="Georgia"/>
                <a:cs typeface="Georgia"/>
              </a:rPr>
              <a:t>Linear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regression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is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under-</a:t>
            </a:r>
            <a:r>
              <a:rPr sz="1000" spc="-10" dirty="0">
                <a:latin typeface="Georgia"/>
                <a:cs typeface="Georgia"/>
              </a:rPr>
              <a:t>fitting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data</a:t>
            </a:r>
            <a:r>
              <a:rPr sz="1000" spc="4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(high-</a:t>
            </a:r>
            <a:r>
              <a:rPr sz="1000" spc="-10" dirty="0">
                <a:latin typeface="Georgia"/>
                <a:cs typeface="Georgia"/>
              </a:rPr>
              <a:t>bias).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5" name="object 85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</a:rPr>
              <a:t>56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47294" y="764468"/>
            <a:ext cx="43300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eorgia"/>
                <a:cs typeface="Georgia"/>
              </a:rPr>
              <a:t>-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overcome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under-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fitting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need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increase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complexity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model.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4" name="object 7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57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21894" y="764468"/>
            <a:ext cx="479488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indent="-83185">
              <a:lnSpc>
                <a:spcPts val="1200"/>
              </a:lnSpc>
              <a:spcBef>
                <a:spcPts val="95"/>
              </a:spcBef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overcome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under-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fitting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need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increase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complexity</a:t>
            </a:r>
            <a:r>
              <a:rPr sz="1000" spc="3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model.</a:t>
            </a:r>
            <a:endParaRPr sz="1000">
              <a:latin typeface="Georgia"/>
              <a:cs typeface="Georgia"/>
            </a:endParaRPr>
          </a:p>
          <a:p>
            <a:pPr marL="38100" marR="30480" indent="83185">
              <a:lnSpc>
                <a:spcPts val="1200"/>
              </a:lnSpc>
              <a:spcBef>
                <a:spcPts val="40"/>
              </a:spcBef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generate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higher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order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equation,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can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add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powers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original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features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new </a:t>
            </a:r>
            <a:r>
              <a:rPr sz="1000" spc="-10" dirty="0">
                <a:latin typeface="Georgia"/>
                <a:cs typeface="Georgia"/>
              </a:rPr>
              <a:t>features.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linear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3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52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3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1000">
              <a:latin typeface="Calibri"/>
              <a:cs typeface="Calibri"/>
            </a:endParaRPr>
          </a:p>
          <a:p>
            <a:pPr marL="38100">
              <a:lnSpc>
                <a:spcPts val="1150"/>
              </a:lnSpc>
            </a:pPr>
            <a:r>
              <a:rPr sz="1000" dirty="0">
                <a:latin typeface="Georgia"/>
                <a:cs typeface="Georgia"/>
              </a:rPr>
              <a:t>can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transformed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157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27777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2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13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squared)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4" name="object 7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57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21894" y="461891"/>
            <a:ext cx="479488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indent="-83185">
              <a:lnSpc>
                <a:spcPts val="1200"/>
              </a:lnSpc>
              <a:spcBef>
                <a:spcPts val="95"/>
              </a:spcBef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overcome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under-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fitting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need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increase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complexity</a:t>
            </a:r>
            <a:r>
              <a:rPr sz="1000" spc="3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model.</a:t>
            </a:r>
            <a:endParaRPr sz="1000">
              <a:latin typeface="Georgia"/>
              <a:cs typeface="Georgia"/>
            </a:endParaRPr>
          </a:p>
          <a:p>
            <a:pPr marL="38100" marR="30480" indent="83185">
              <a:lnSpc>
                <a:spcPts val="1200"/>
              </a:lnSpc>
              <a:spcBef>
                <a:spcPts val="40"/>
              </a:spcBef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generate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higher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order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equation,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can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add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powers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original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features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new </a:t>
            </a:r>
            <a:r>
              <a:rPr sz="1000" spc="-10" dirty="0">
                <a:latin typeface="Georgia"/>
                <a:cs typeface="Georgia"/>
              </a:rPr>
              <a:t>features.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linear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3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52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3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1000">
              <a:latin typeface="Calibri"/>
              <a:cs typeface="Calibri"/>
            </a:endParaRPr>
          </a:p>
          <a:p>
            <a:pPr marL="38100">
              <a:lnSpc>
                <a:spcPts val="1150"/>
              </a:lnSpc>
            </a:pPr>
            <a:r>
              <a:rPr sz="1000" dirty="0">
                <a:latin typeface="Georgia"/>
                <a:cs typeface="Georgia"/>
              </a:rPr>
              <a:t>can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transformed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157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27777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2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13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squared)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8784" y="1256322"/>
            <a:ext cx="1874520" cy="131444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4791" y="1726955"/>
            <a:ext cx="101057" cy="101057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3101085" y="1715588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84791" y="1916744"/>
            <a:ext cx="101057" cy="101057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101085" y="1905377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240354" y="1635715"/>
            <a:ext cx="220345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7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2</a:t>
            </a:r>
            <a:r>
              <a:rPr sz="1000" spc="170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-10" dirty="0">
                <a:latin typeface="Georgia"/>
                <a:cs typeface="Georgia"/>
              </a:rPr>
              <a:t>Parabola</a:t>
            </a:r>
            <a:endParaRPr sz="7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3</a:t>
            </a:r>
            <a:r>
              <a:rPr sz="1000" spc="254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20" dirty="0">
                <a:latin typeface="Georgia"/>
                <a:cs typeface="Georgia"/>
              </a:rPr>
              <a:t>Cubic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(Polynomial</a:t>
            </a:r>
            <a:r>
              <a:rPr sz="700" spc="14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function,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fits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nicely)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0" name="object 80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57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21894" y="461891"/>
            <a:ext cx="479488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indent="-83185">
              <a:lnSpc>
                <a:spcPts val="1200"/>
              </a:lnSpc>
              <a:spcBef>
                <a:spcPts val="95"/>
              </a:spcBef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overcome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under-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fitting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need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increase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complexity</a:t>
            </a:r>
            <a:r>
              <a:rPr sz="1000" spc="3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model.</a:t>
            </a:r>
            <a:endParaRPr sz="1000">
              <a:latin typeface="Georgia"/>
              <a:cs typeface="Georgia"/>
            </a:endParaRPr>
          </a:p>
          <a:p>
            <a:pPr marL="38100" marR="30480" indent="83185">
              <a:lnSpc>
                <a:spcPts val="1200"/>
              </a:lnSpc>
              <a:spcBef>
                <a:spcPts val="40"/>
              </a:spcBef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generate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higher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order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equation,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can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add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powers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original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features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new </a:t>
            </a:r>
            <a:r>
              <a:rPr sz="1000" spc="-10" dirty="0">
                <a:latin typeface="Georgia"/>
                <a:cs typeface="Georgia"/>
              </a:rPr>
              <a:t>features.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linear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3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52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3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1000">
              <a:latin typeface="Calibri"/>
              <a:cs typeface="Calibri"/>
            </a:endParaRPr>
          </a:p>
          <a:p>
            <a:pPr marL="38100">
              <a:lnSpc>
                <a:spcPts val="1150"/>
              </a:lnSpc>
            </a:pPr>
            <a:r>
              <a:rPr sz="1000" dirty="0">
                <a:latin typeface="Georgia"/>
                <a:cs typeface="Georgia"/>
              </a:rPr>
              <a:t>can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transformed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157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27777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2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13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squared)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9533" y="1262037"/>
            <a:ext cx="1868805" cy="1314450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4791" y="1726955"/>
            <a:ext cx="101057" cy="101057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3101085" y="1715588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84791" y="1916744"/>
            <a:ext cx="101057" cy="101057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101085" y="1905377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4791" y="2106533"/>
            <a:ext cx="101057" cy="101057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3101085" y="2095165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14954" y="1635715"/>
            <a:ext cx="2266950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7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2</a:t>
            </a:r>
            <a:r>
              <a:rPr sz="1000" spc="170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-10" dirty="0">
                <a:latin typeface="Georgia"/>
                <a:cs typeface="Georgia"/>
              </a:rPr>
              <a:t>Parabola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3</a:t>
            </a:r>
            <a:r>
              <a:rPr sz="1000" spc="254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20" dirty="0">
                <a:latin typeface="Georgia"/>
                <a:cs typeface="Georgia"/>
              </a:rPr>
              <a:t>Cubic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(Polynomial</a:t>
            </a:r>
            <a:r>
              <a:rPr sz="700" spc="14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function,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fits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nicely)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4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9</a:t>
            </a:r>
            <a:r>
              <a:rPr sz="1000" spc="270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70" dirty="0">
                <a:latin typeface="Georgia"/>
                <a:cs typeface="Georgia"/>
              </a:rPr>
              <a:t>9</a:t>
            </a:r>
            <a:r>
              <a:rPr sz="750" i="1" spc="104" baseline="33333" dirty="0">
                <a:latin typeface="Georgia"/>
                <a:cs typeface="Georgia"/>
              </a:rPr>
              <a:t>th</a:t>
            </a:r>
            <a:r>
              <a:rPr sz="750" i="1" spc="390" baseline="33333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polynomial.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Over-</a:t>
            </a:r>
            <a:r>
              <a:rPr sz="700" spc="-10" dirty="0">
                <a:solidFill>
                  <a:srgbClr val="0000FF"/>
                </a:solidFill>
                <a:latin typeface="Georgia"/>
                <a:cs typeface="Georgia"/>
              </a:rPr>
              <a:t>fitting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2" name="object 82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57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21894" y="461891"/>
            <a:ext cx="479488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indent="-83185">
              <a:lnSpc>
                <a:spcPts val="1200"/>
              </a:lnSpc>
              <a:spcBef>
                <a:spcPts val="95"/>
              </a:spcBef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overcome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solidFill>
                  <a:srgbClr val="EC008C"/>
                </a:solidFill>
                <a:latin typeface="Georgia"/>
                <a:cs typeface="Georgia"/>
              </a:rPr>
              <a:t>under-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fitting</a:t>
            </a:r>
            <a:r>
              <a:rPr sz="1000" dirty="0">
                <a:latin typeface="Georgia"/>
                <a:cs typeface="Georgia"/>
              </a:rPr>
              <a:t>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we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need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EC008C"/>
                </a:solidFill>
                <a:latin typeface="Georgia"/>
                <a:cs typeface="Georgia"/>
              </a:rPr>
              <a:t>increase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the</a:t>
            </a:r>
            <a:r>
              <a:rPr sz="1000" spc="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-10" dirty="0">
                <a:solidFill>
                  <a:srgbClr val="EC008C"/>
                </a:solidFill>
                <a:latin typeface="Georgia"/>
                <a:cs typeface="Georgia"/>
              </a:rPr>
              <a:t>complexity</a:t>
            </a:r>
            <a:r>
              <a:rPr sz="1000" spc="3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model.</a:t>
            </a:r>
            <a:endParaRPr sz="1000" dirty="0">
              <a:latin typeface="Georgia"/>
              <a:cs typeface="Georgia"/>
            </a:endParaRPr>
          </a:p>
          <a:p>
            <a:pPr marL="38100" marR="30480" indent="83185">
              <a:lnSpc>
                <a:spcPts val="1200"/>
              </a:lnSpc>
              <a:spcBef>
                <a:spcPts val="40"/>
              </a:spcBef>
              <a:buChar char="-"/>
              <a:tabLst>
                <a:tab pos="121285" algn="l"/>
              </a:tabLst>
            </a:pPr>
            <a:r>
              <a:rPr sz="1000" dirty="0">
                <a:latin typeface="Georgia"/>
                <a:cs typeface="Georgia"/>
              </a:rPr>
              <a:t>To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generate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higher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order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equation,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can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add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powers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of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original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features</a:t>
            </a:r>
            <a:r>
              <a:rPr sz="1000" spc="3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as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new </a:t>
            </a:r>
            <a:r>
              <a:rPr sz="1000" spc="-10" dirty="0">
                <a:latin typeface="Georgia"/>
                <a:cs typeface="Georgia"/>
              </a:rPr>
              <a:t>features.</a:t>
            </a:r>
            <a:r>
              <a:rPr sz="1000" spc="1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The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linear</a:t>
            </a:r>
            <a:r>
              <a:rPr sz="1000" spc="4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model</a:t>
            </a:r>
            <a:r>
              <a:rPr sz="1000" spc="35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5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3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52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3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1000" dirty="0">
              <a:latin typeface="Calibri"/>
              <a:cs typeface="Calibri"/>
            </a:endParaRPr>
          </a:p>
          <a:p>
            <a:pPr marL="38100">
              <a:lnSpc>
                <a:spcPts val="1150"/>
              </a:lnSpc>
            </a:pPr>
            <a:r>
              <a:rPr sz="1000" dirty="0">
                <a:latin typeface="Georgia"/>
                <a:cs typeface="Georgia"/>
              </a:rPr>
              <a:t>can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be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transformed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to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i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157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27777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2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sz="1000" spc="13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squared)</a:t>
            </a:r>
            <a:endParaRPr sz="1000" dirty="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9533" y="1262037"/>
            <a:ext cx="1868805" cy="1314450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4791" y="1726955"/>
            <a:ext cx="101057" cy="101057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3101085" y="1715588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500">
              <a:latin typeface="Georgia"/>
              <a:cs typeface="Georgia"/>
            </a:endParaRPr>
          </a:p>
        </p:txBody>
      </p:sp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84791" y="1916744"/>
            <a:ext cx="101057" cy="101057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101085" y="1905377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500">
              <a:latin typeface="Georgia"/>
              <a:cs typeface="Georgia"/>
            </a:endParaRPr>
          </a:p>
        </p:txBody>
      </p:sp>
      <p:pic>
        <p:nvPicPr>
          <p:cNvPr id="78" name="object 7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4791" y="2106533"/>
            <a:ext cx="101057" cy="101057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3101085" y="2095165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1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14954" y="1635715"/>
            <a:ext cx="2266950" cy="5949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7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7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EC008C"/>
                </a:solidFill>
                <a:latin typeface="Georgia"/>
                <a:cs typeface="Georgia"/>
              </a:rPr>
              <a:t>2</a:t>
            </a:r>
            <a:r>
              <a:rPr sz="1000" spc="170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-10" dirty="0">
                <a:latin typeface="Georgia"/>
                <a:cs typeface="Georgia"/>
              </a:rPr>
              <a:t>Parabola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3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20" dirty="0">
                <a:solidFill>
                  <a:srgbClr val="EC008C"/>
                </a:solidFill>
                <a:latin typeface="Georgia"/>
                <a:cs typeface="Georgia"/>
              </a:rPr>
              <a:t>3</a:t>
            </a:r>
            <a:r>
              <a:rPr sz="1000" spc="254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20" dirty="0">
                <a:latin typeface="Georgia"/>
                <a:cs typeface="Georgia"/>
              </a:rPr>
              <a:t>Cubic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(Polynomial</a:t>
            </a:r>
            <a:r>
              <a:rPr sz="700" spc="140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function,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20" dirty="0">
                <a:latin typeface="Georgia"/>
                <a:cs typeface="Georgia"/>
              </a:rPr>
              <a:t>fits</a:t>
            </a:r>
            <a:r>
              <a:rPr sz="700" spc="145" dirty="0">
                <a:latin typeface="Georgia"/>
                <a:cs typeface="Georgia"/>
              </a:rPr>
              <a:t> </a:t>
            </a:r>
            <a:r>
              <a:rPr sz="700" spc="-10" dirty="0">
                <a:latin typeface="Georgia"/>
                <a:cs typeface="Georgia"/>
              </a:rPr>
              <a:t>nicely)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k</a:t>
            </a:r>
            <a:r>
              <a:rPr sz="1000" spc="140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EC008C"/>
                </a:solidFill>
                <a:latin typeface="Georgia"/>
                <a:cs typeface="Georgia"/>
              </a:rPr>
              <a:t>=</a:t>
            </a:r>
            <a:r>
              <a:rPr sz="1000" spc="145" dirty="0">
                <a:solidFill>
                  <a:srgbClr val="EC008C"/>
                </a:solidFill>
                <a:latin typeface="Georgia"/>
                <a:cs typeface="Georgia"/>
              </a:rPr>
              <a:t> </a:t>
            </a:r>
            <a:r>
              <a:rPr sz="1000" spc="10" dirty="0">
                <a:solidFill>
                  <a:srgbClr val="EC008C"/>
                </a:solidFill>
                <a:latin typeface="Georgia"/>
                <a:cs typeface="Georgia"/>
              </a:rPr>
              <a:t>9</a:t>
            </a:r>
            <a:r>
              <a:rPr sz="1000" spc="270" dirty="0">
                <a:solidFill>
                  <a:srgbClr val="EC008C"/>
                </a:solidFill>
                <a:latin typeface="Georgia"/>
                <a:cs typeface="Georgia"/>
              </a:rPr>
              <a:t>  </a:t>
            </a:r>
            <a:r>
              <a:rPr sz="700" spc="70" dirty="0">
                <a:latin typeface="Georgia"/>
                <a:cs typeface="Georgia"/>
              </a:rPr>
              <a:t>9</a:t>
            </a:r>
            <a:r>
              <a:rPr sz="750" i="1" spc="104" baseline="33333" dirty="0">
                <a:latin typeface="Georgia"/>
                <a:cs typeface="Georgia"/>
              </a:rPr>
              <a:t>th</a:t>
            </a:r>
            <a:r>
              <a:rPr sz="750" i="1" spc="390" baseline="33333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5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polynomial.</a:t>
            </a:r>
            <a:r>
              <a:rPr sz="700" spc="250" dirty="0">
                <a:latin typeface="Georgia"/>
                <a:cs typeface="Georgia"/>
              </a:rPr>
              <a:t> </a:t>
            </a:r>
            <a:r>
              <a:rPr sz="700" spc="10" dirty="0">
                <a:solidFill>
                  <a:srgbClr val="0000FF"/>
                </a:solidFill>
                <a:latin typeface="Georgia"/>
                <a:cs typeface="Georgia"/>
              </a:rPr>
              <a:t>Over-</a:t>
            </a:r>
            <a:r>
              <a:rPr sz="700" spc="-10" dirty="0">
                <a:solidFill>
                  <a:srgbClr val="0000FF"/>
                </a:solidFill>
                <a:latin typeface="Georgia"/>
                <a:cs typeface="Georgia"/>
              </a:rPr>
              <a:t>fitting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21894" y="2549796"/>
            <a:ext cx="357568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Georgia"/>
                <a:cs typeface="Georgia"/>
              </a:rPr>
              <a:t>General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form</a:t>
            </a:r>
            <a:r>
              <a:rPr sz="1000" b="1" spc="35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3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Polynomial</a:t>
            </a:r>
            <a:r>
              <a:rPr sz="1000" b="1" spc="3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Regression: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Georgia"/>
              <a:cs typeface="Georgia"/>
            </a:endParaRPr>
          </a:p>
          <a:p>
            <a:pPr marL="1570355">
              <a:lnSpc>
                <a:spcPct val="100000"/>
              </a:lnSpc>
            </a:pP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00" dirty="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sz="1000" spc="3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sz="1000" spc="4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-2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-30" baseline="-11904" dirty="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sz="1050" spc="165" baseline="-11904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spc="89" baseline="-11904" dirty="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sz="1000" i="1" spc="60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00" i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1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baseline="-11904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baseline="31746" dirty="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sz="1050" spc="165" baseline="31746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155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-365" dirty="0">
                <a:solidFill>
                  <a:srgbClr val="0000FF"/>
                </a:solidFill>
                <a:latin typeface="Lucida Sans Unicode"/>
                <a:cs typeface="Lucida Sans Unicode"/>
              </a:rPr>
              <a:t>·</a:t>
            </a:r>
            <a:r>
              <a:rPr sz="1000" spc="-90" dirty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sz="1000" spc="130" dirty="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sz="1000" spc="-2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θ</a:t>
            </a:r>
            <a:r>
              <a:rPr sz="1050" i="1" spc="82" baseline="-11904" dirty="0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sz="1000" i="1" spc="55" dirty="0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sz="1050" i="1" spc="82" baseline="31746" dirty="0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endParaRPr sz="1050" baseline="31746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162359" y="2853453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Georgia"/>
                <a:cs typeface="Georgia"/>
              </a:rPr>
              <a:t>(19)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4" name="object 8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</a:rPr>
              <a:t>57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Normal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Equation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method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Solving</a:t>
            </a:r>
            <a:r>
              <a:rPr sz="9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21894" y="758931"/>
            <a:ext cx="41529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sz="1000" b="1" dirty="0">
                <a:latin typeface="Georgia"/>
                <a:cs typeface="Georgia"/>
              </a:rPr>
              <a:t>Find</a:t>
            </a:r>
            <a:r>
              <a:rPr sz="1000" b="1" spc="50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coefficients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w</a:t>
            </a:r>
            <a:r>
              <a:rPr sz="1000" b="1" dirty="0">
                <a:latin typeface="Georgia"/>
                <a:cs typeface="Georgia"/>
              </a:rPr>
              <a:t>,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cubic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regression,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number</a:t>
            </a:r>
            <a:r>
              <a:rPr sz="1000" b="1" spc="5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of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samples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185" dirty="0">
                <a:latin typeface="Georgia"/>
                <a:cs typeface="Georgia"/>
              </a:rPr>
              <a:t>=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i="1" spc="30" dirty="0">
                <a:latin typeface="Calibri"/>
                <a:cs typeface="Calibri"/>
              </a:rPr>
              <a:t>n</a:t>
            </a:r>
            <a:endParaRPr sz="1000" dirty="0">
              <a:latin typeface="Calibri"/>
              <a:cs typeface="Calibri"/>
            </a:endParaRPr>
          </a:p>
          <a:p>
            <a:pPr marL="38100">
              <a:lnSpc>
                <a:spcPts val="1200"/>
              </a:lnSpc>
            </a:pP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Equation:</a:t>
            </a:r>
            <a:r>
              <a:rPr sz="1000" spc="22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FF0000"/>
                </a:solidFill>
                <a:latin typeface="Georgia"/>
                <a:cs typeface="Georgia"/>
              </a:rPr>
              <a:t>0</a:t>
            </a:r>
            <a:r>
              <a:rPr sz="1050" spc="202" baseline="-119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spc="135" baseline="-11904" dirty="0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r>
              <a:rPr sz="1000" i="1" spc="9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000" i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spc="-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FF0000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050" baseline="27777" dirty="0">
                <a:solidFill>
                  <a:srgbClr val="FF0000"/>
                </a:solidFill>
                <a:latin typeface="Georgia"/>
                <a:cs typeface="Georgia"/>
              </a:rPr>
              <a:t>2</a:t>
            </a:r>
            <a:r>
              <a:rPr sz="1050" spc="202" baseline="27777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FF0000"/>
                </a:solidFill>
                <a:latin typeface="Georgia"/>
                <a:cs typeface="Georgia"/>
              </a:rPr>
              <a:t>3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050" baseline="27777" dirty="0">
                <a:solidFill>
                  <a:srgbClr val="FF0000"/>
                </a:solidFill>
                <a:latin typeface="Georgia"/>
                <a:cs typeface="Georgia"/>
              </a:rPr>
              <a:t>3</a:t>
            </a:r>
            <a:r>
              <a:rPr sz="1050" spc="292" baseline="27777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Lucida Sans Unicode"/>
                <a:cs typeface="Lucida Sans Unicode"/>
              </a:rPr>
              <a:t>≈</a:t>
            </a:r>
            <a:r>
              <a:rPr sz="1000" spc="-1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000" i="1" spc="-5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4" name="object 7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0" dirty="0">
                <a:solidFill>
                  <a:srgbClr val="FFFFFF"/>
                </a:solidFill>
                <a:latin typeface="Georgia"/>
                <a:cs typeface="Georgia"/>
              </a:rPr>
              <a:t>58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Normal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Equation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method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Solving</a:t>
            </a:r>
            <a:r>
              <a:rPr sz="9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21894" y="758931"/>
            <a:ext cx="415290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sz="1000" b="1" dirty="0">
                <a:latin typeface="Georgia"/>
                <a:cs typeface="Georgia"/>
              </a:rPr>
              <a:t>Find</a:t>
            </a:r>
            <a:r>
              <a:rPr sz="1000" b="1" spc="50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coefficients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i="1" dirty="0">
                <a:latin typeface="Calibri"/>
                <a:cs typeface="Calibri"/>
              </a:rPr>
              <a:t>w</a:t>
            </a:r>
            <a:r>
              <a:rPr sz="1000" b="1" dirty="0">
                <a:latin typeface="Georgia"/>
                <a:cs typeface="Georgia"/>
              </a:rPr>
              <a:t>,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for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cubic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regression,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number</a:t>
            </a:r>
            <a:r>
              <a:rPr sz="1000" b="1" spc="50" dirty="0">
                <a:latin typeface="Georgia"/>
                <a:cs typeface="Georgia"/>
              </a:rPr>
              <a:t> </a:t>
            </a:r>
            <a:r>
              <a:rPr sz="1000" b="1" dirty="0">
                <a:latin typeface="Georgia"/>
                <a:cs typeface="Georgia"/>
              </a:rPr>
              <a:t>of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samples</a:t>
            </a:r>
            <a:r>
              <a:rPr sz="1000" b="1" spc="55" dirty="0">
                <a:latin typeface="Georgia"/>
                <a:cs typeface="Georgia"/>
              </a:rPr>
              <a:t> </a:t>
            </a:r>
            <a:r>
              <a:rPr sz="1000" b="1" spc="185" dirty="0">
                <a:latin typeface="Georgia"/>
                <a:cs typeface="Georgia"/>
              </a:rPr>
              <a:t>=</a:t>
            </a:r>
            <a:r>
              <a:rPr sz="1000" b="1" spc="60" dirty="0">
                <a:latin typeface="Georgia"/>
                <a:cs typeface="Georgia"/>
              </a:rPr>
              <a:t> </a:t>
            </a:r>
            <a:r>
              <a:rPr sz="1000" i="1" spc="30" dirty="0">
                <a:latin typeface="Calibri"/>
                <a:cs typeface="Calibri"/>
              </a:rPr>
              <a:t>n</a:t>
            </a:r>
            <a:endParaRPr sz="1000" dirty="0">
              <a:latin typeface="Calibri"/>
              <a:cs typeface="Calibri"/>
            </a:endParaRPr>
          </a:p>
          <a:p>
            <a:pPr marL="38100">
              <a:lnSpc>
                <a:spcPts val="1195"/>
              </a:lnSpc>
            </a:pPr>
            <a:r>
              <a:rPr sz="1000" spc="-10" dirty="0">
                <a:solidFill>
                  <a:srgbClr val="0000FF"/>
                </a:solidFill>
                <a:latin typeface="Georgia"/>
                <a:cs typeface="Georgia"/>
              </a:rPr>
              <a:t>Equation:</a:t>
            </a:r>
            <a:r>
              <a:rPr sz="1000" spc="229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FF0000"/>
                </a:solidFill>
                <a:latin typeface="Georgia"/>
                <a:cs typeface="Georgia"/>
              </a:rPr>
              <a:t>0</a:t>
            </a:r>
            <a:r>
              <a:rPr sz="1050" spc="202" baseline="-119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spc="135" baseline="-11904" dirty="0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r>
              <a:rPr sz="1000" i="1" spc="9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000" i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spc="-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FF0000"/>
                </a:solidFill>
                <a:latin typeface="Georgia"/>
                <a:cs typeface="Georgia"/>
              </a:rPr>
              <a:t>2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050" baseline="27777" dirty="0">
                <a:solidFill>
                  <a:srgbClr val="FF0000"/>
                </a:solidFill>
                <a:latin typeface="Georgia"/>
                <a:cs typeface="Georgia"/>
              </a:rPr>
              <a:t>2</a:t>
            </a:r>
            <a:r>
              <a:rPr sz="1050" spc="202" baseline="27777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spc="13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10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lang="el-GR" sz="1050" i="1" spc="82" baseline="-11904" dirty="0">
                <a:latin typeface="Calibri"/>
                <a:cs typeface="Calibri"/>
              </a:rPr>
              <a:t>ϴ </a:t>
            </a:r>
            <a:r>
              <a:rPr sz="1050" baseline="-11904" dirty="0">
                <a:solidFill>
                  <a:srgbClr val="FF0000"/>
                </a:solidFill>
                <a:latin typeface="Georgia"/>
                <a:cs typeface="Georgia"/>
              </a:rPr>
              <a:t>3</a:t>
            </a:r>
            <a:r>
              <a:rPr sz="10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050" baseline="27777" dirty="0">
                <a:solidFill>
                  <a:srgbClr val="FF0000"/>
                </a:solidFill>
                <a:latin typeface="Georgia"/>
                <a:cs typeface="Georgia"/>
              </a:rPr>
              <a:t>3</a:t>
            </a:r>
            <a:r>
              <a:rPr sz="1050" spc="292" baseline="27777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1000" dirty="0">
                <a:solidFill>
                  <a:srgbClr val="FF0000"/>
                </a:solidFill>
                <a:latin typeface="Lucida Sans Unicode"/>
                <a:cs typeface="Lucida Sans Unicode"/>
              </a:rPr>
              <a:t>≈</a:t>
            </a:r>
            <a:r>
              <a:rPr sz="1000" spc="-1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1000" i="1" spc="-5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endParaRPr sz="1000" dirty="0">
              <a:latin typeface="Calibri"/>
              <a:cs typeface="Calibri"/>
            </a:endParaRPr>
          </a:p>
          <a:p>
            <a:pPr marL="38100">
              <a:lnSpc>
                <a:spcPts val="1200"/>
              </a:lnSpc>
            </a:pPr>
            <a:r>
              <a:rPr sz="1000" dirty="0">
                <a:latin typeface="Georgia"/>
                <a:cs typeface="Georgia"/>
              </a:rPr>
              <a:t>Write</a:t>
            </a:r>
            <a:r>
              <a:rPr sz="1000" spc="20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this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in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dirty="0">
                <a:latin typeface="Georgia"/>
                <a:cs typeface="Georgia"/>
              </a:rPr>
              <a:t>matrix</a:t>
            </a:r>
            <a:r>
              <a:rPr sz="1000" spc="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format: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4" name="object 7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50" dirty="0">
                <a:solidFill>
                  <a:srgbClr val="FFFFFF"/>
                </a:solidFill>
                <a:latin typeface="Georgia"/>
                <a:cs typeface="Georgia"/>
              </a:rPr>
              <a:t>58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692632"/>
            <a:ext cx="2871673" cy="2162556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09110" y="784501"/>
            <a:ext cx="101057" cy="101057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4125404" y="758560"/>
            <a:ext cx="1062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7" name="object 7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692632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84501"/>
            <a:ext cx="101600" cy="240665"/>
            <a:chOff x="4109110" y="784501"/>
            <a:chExt cx="101600" cy="240665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84501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23680"/>
              <a:ext cx="101057" cy="101057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4100004" y="725662"/>
            <a:ext cx="1113790" cy="3041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9" name="object 79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692632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84501"/>
            <a:ext cx="101600" cy="379730"/>
            <a:chOff x="4109110" y="784501"/>
            <a:chExt cx="101600" cy="379730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84501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23680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62859"/>
              <a:ext cx="101057" cy="101057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4100004" y="725662"/>
            <a:ext cx="1113790" cy="44323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0" name="object 80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692632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84501"/>
            <a:ext cx="101600" cy="518795"/>
            <a:chOff x="4109110" y="784501"/>
            <a:chExt cx="101600" cy="518795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84501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23680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62859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202038"/>
              <a:ext cx="101057" cy="101057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4100004" y="725662"/>
            <a:ext cx="1113790" cy="5822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1" name="object 81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692632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84501"/>
            <a:ext cx="101600" cy="657860"/>
            <a:chOff x="4109110" y="784501"/>
            <a:chExt cx="101600" cy="657860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84501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23680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62859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202038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41218"/>
              <a:ext cx="101057" cy="101057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4100004" y="725662"/>
            <a:ext cx="1113790" cy="7213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2" name="object 82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692632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84501"/>
            <a:ext cx="101600" cy="797560"/>
            <a:chOff x="4109110" y="784501"/>
            <a:chExt cx="101600" cy="797560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84501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23680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62859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202038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4121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80397"/>
              <a:ext cx="101057" cy="101057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4100004" y="725662"/>
            <a:ext cx="1113790" cy="8610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3" name="object 83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3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936625"/>
            <a:chOff x="4109110" y="769324"/>
            <a:chExt cx="101600" cy="936625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4100004" y="710473"/>
            <a:ext cx="1113790" cy="10001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4" name="object 8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1075690"/>
            <a:chOff x="4109110" y="769324"/>
            <a:chExt cx="101600" cy="1075690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9110" y="1743567"/>
              <a:ext cx="101057" cy="10105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4100004" y="710473"/>
            <a:ext cx="1113790" cy="11391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8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5" name="object 85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1214755"/>
            <a:chOff x="4109110" y="769324"/>
            <a:chExt cx="101600" cy="1214755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9110" y="1743567"/>
              <a:ext cx="101057" cy="10105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9110" y="1882746"/>
              <a:ext cx="101057" cy="101057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4100004" y="710473"/>
            <a:ext cx="1113790" cy="127825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8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9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6" name="object 86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6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1353820"/>
            <a:chOff x="4109110" y="769324"/>
            <a:chExt cx="101600" cy="1353820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9110" y="1743567"/>
              <a:ext cx="101057" cy="10105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9110" y="1882746"/>
              <a:ext cx="101057" cy="10105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09110" y="2021925"/>
              <a:ext cx="101057" cy="101057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4078478" y="710473"/>
            <a:ext cx="1185545" cy="141732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8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9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04" baseline="11111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10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7" name="object 87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1492885"/>
            <a:chOff x="4109110" y="769324"/>
            <a:chExt cx="101600" cy="1492885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9110" y="1743567"/>
              <a:ext cx="101057" cy="10105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9110" y="1882746"/>
              <a:ext cx="101057" cy="10105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09110" y="2021925"/>
              <a:ext cx="101057" cy="10105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09110" y="2161104"/>
              <a:ext cx="101057" cy="101057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4078478" y="710473"/>
            <a:ext cx="1185545" cy="155638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8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9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04" baseline="11111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10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79" baseline="11111" dirty="0">
                <a:solidFill>
                  <a:srgbClr val="FFFFFF"/>
                </a:solidFill>
                <a:latin typeface="Georgia"/>
                <a:cs typeface="Georgia"/>
              </a:rPr>
              <a:t>11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70" dirty="0">
                <a:latin typeface="Georgia"/>
                <a:cs typeface="Georgia"/>
              </a:rPr>
              <a:t>11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8" name="object 88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8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1632585"/>
            <a:chOff x="4109110" y="769324"/>
            <a:chExt cx="101600" cy="1632585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9110" y="1743567"/>
              <a:ext cx="101057" cy="10105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9110" y="1882746"/>
              <a:ext cx="101057" cy="10105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09110" y="2021925"/>
              <a:ext cx="101057" cy="10105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09110" y="2161104"/>
              <a:ext cx="101057" cy="10105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09110" y="2300284"/>
              <a:ext cx="101057" cy="101057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4078478" y="710473"/>
            <a:ext cx="1185545" cy="169608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8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9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04" baseline="11111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10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79" baseline="11111" dirty="0">
                <a:solidFill>
                  <a:srgbClr val="FFFFFF"/>
                </a:solidFill>
                <a:latin typeface="Georgia"/>
                <a:cs typeface="Georgia"/>
              </a:rPr>
              <a:t>11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70" dirty="0">
                <a:latin typeface="Georgia"/>
                <a:cs typeface="Georgia"/>
              </a:rPr>
              <a:t>11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35" baseline="11111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12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89" name="object 89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19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1771650"/>
            <a:chOff x="4109110" y="769324"/>
            <a:chExt cx="101600" cy="1771650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9110" y="1743567"/>
              <a:ext cx="101057" cy="10105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9110" y="1882746"/>
              <a:ext cx="101057" cy="10105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09110" y="2021925"/>
              <a:ext cx="101057" cy="10105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09110" y="2161104"/>
              <a:ext cx="101057" cy="10105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09110" y="2300284"/>
              <a:ext cx="101057" cy="10105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09110" y="2439463"/>
              <a:ext cx="101057" cy="101057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4078478" y="710473"/>
            <a:ext cx="1185545" cy="18351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8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9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04" baseline="11111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10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79" baseline="11111" dirty="0">
                <a:solidFill>
                  <a:srgbClr val="FFFFFF"/>
                </a:solidFill>
                <a:latin typeface="Georgia"/>
                <a:cs typeface="Georgia"/>
              </a:rPr>
              <a:t>11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70" dirty="0">
                <a:latin typeface="Georgia"/>
                <a:cs typeface="Georgia"/>
              </a:rPr>
              <a:t>11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35" baseline="11111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12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35" baseline="11111" dirty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13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0" name="object 90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20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308231" y="3128823"/>
            <a:ext cx="300990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1910714"/>
            <a:chOff x="4109110" y="769324"/>
            <a:chExt cx="101600" cy="1910714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9110" y="1743567"/>
              <a:ext cx="101057" cy="10105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9110" y="1882746"/>
              <a:ext cx="101057" cy="10105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09110" y="2021925"/>
              <a:ext cx="101057" cy="10105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09110" y="2161104"/>
              <a:ext cx="101057" cy="10105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09110" y="2300284"/>
              <a:ext cx="101057" cy="10105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09110" y="2439463"/>
              <a:ext cx="101057" cy="10105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09110" y="2578630"/>
              <a:ext cx="101057" cy="101057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4078478" y="710473"/>
            <a:ext cx="1185545" cy="197421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8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9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04" baseline="11111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10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79" baseline="11111" dirty="0">
                <a:solidFill>
                  <a:srgbClr val="FFFFFF"/>
                </a:solidFill>
                <a:latin typeface="Georgia"/>
                <a:cs typeface="Georgia"/>
              </a:rPr>
              <a:t>11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70" dirty="0">
                <a:latin typeface="Georgia"/>
                <a:cs typeface="Georgia"/>
              </a:rPr>
              <a:t>11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35" baseline="11111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12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35" baseline="11111" dirty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13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14</a:t>
            </a:r>
            <a:endParaRPr sz="700">
              <a:latin typeface="Georgia"/>
              <a:cs typeface="Georgia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0" y="3151479"/>
            <a:ext cx="3456304" cy="88900"/>
          </a:xfrm>
          <a:custGeom>
            <a:avLst/>
            <a:gdLst/>
            <a:ahLst/>
            <a:cxnLst/>
            <a:rect l="l" t="t" r="r" b="b"/>
            <a:pathLst>
              <a:path w="3456304" h="88900">
                <a:moveTo>
                  <a:pt x="3456038" y="0"/>
                </a:moveTo>
                <a:lnTo>
                  <a:pt x="0" y="0"/>
                </a:lnTo>
                <a:lnTo>
                  <a:pt x="0" y="88518"/>
                </a:lnTo>
                <a:lnTo>
                  <a:pt x="3456038" y="88518"/>
                </a:lnTo>
                <a:lnTo>
                  <a:pt x="3456038" y="0"/>
                </a:lnTo>
                <a:close/>
              </a:path>
            </a:pathLst>
          </a:custGeom>
          <a:solidFill>
            <a:srgbClr val="F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3456025" y="3151479"/>
            <a:ext cx="1728470" cy="88900"/>
          </a:xfrm>
          <a:prstGeom prst="rect">
            <a:avLst/>
          </a:prstGeom>
          <a:solidFill>
            <a:srgbClr val="191959"/>
          </a:solidFill>
        </p:spPr>
        <p:txBody>
          <a:bodyPr vert="horz" wrap="square" lIns="0" tIns="0" rIns="0" bIns="0" rtlCol="0">
            <a:spAutoFit/>
          </a:bodyPr>
          <a:lstStyle/>
          <a:p>
            <a:pPr marL="534035">
              <a:lnSpc>
                <a:spcPts val="585"/>
              </a:lnSpc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21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184051" y="3151479"/>
            <a:ext cx="576580" cy="88900"/>
          </a:xfrm>
          <a:custGeom>
            <a:avLst/>
            <a:gdLst/>
            <a:ahLst/>
            <a:cxnLst/>
            <a:rect l="l" t="t" r="r" b="b"/>
            <a:pathLst>
              <a:path w="576579" h="88900">
                <a:moveTo>
                  <a:pt x="576033" y="0"/>
                </a:moveTo>
                <a:lnTo>
                  <a:pt x="0" y="0"/>
                </a:lnTo>
                <a:lnTo>
                  <a:pt x="0" y="88518"/>
                </a:lnTo>
                <a:lnTo>
                  <a:pt x="576033" y="88518"/>
                </a:lnTo>
                <a:lnTo>
                  <a:pt x="576033" y="0"/>
                </a:lnTo>
                <a:close/>
              </a:path>
            </a:pathLst>
          </a:custGeom>
          <a:solidFill>
            <a:srgbClr val="F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5308231" y="3136794"/>
            <a:ext cx="3009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60</a:t>
            </a:r>
            <a:r>
              <a:rPr sz="500" spc="1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95" dirty="0">
                <a:solidFill>
                  <a:srgbClr val="FFFFFF"/>
                </a:solidFill>
                <a:latin typeface="Georgia"/>
                <a:cs typeface="Georgia"/>
              </a:rPr>
              <a:t>/</a:t>
            </a:r>
            <a:r>
              <a:rPr sz="50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00" spc="20" dirty="0">
                <a:solidFill>
                  <a:srgbClr val="FFFFFF"/>
                </a:solidFill>
                <a:latin typeface="Georgia"/>
                <a:cs typeface="Georgia"/>
              </a:rPr>
              <a:t>65</a:t>
            </a:r>
            <a:endParaRPr sz="5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5209" y="753363"/>
            <a:ext cx="2871673" cy="2162556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4109110" y="769324"/>
            <a:ext cx="101600" cy="2049780"/>
            <a:chOff x="4109110" y="769324"/>
            <a:chExt cx="101600" cy="2049780"/>
          </a:xfrm>
        </p:grpSpPr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9110" y="769324"/>
              <a:ext cx="101057" cy="10105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9110" y="908503"/>
              <a:ext cx="101057" cy="10105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09110" y="1047683"/>
              <a:ext cx="101057" cy="10105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09110" y="1186849"/>
              <a:ext cx="101057" cy="1010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09110" y="1326028"/>
              <a:ext cx="101057" cy="10105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9110" y="1465208"/>
              <a:ext cx="101057" cy="10105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09110" y="1604387"/>
              <a:ext cx="101057" cy="10105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9110" y="1743567"/>
              <a:ext cx="101057" cy="10105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9110" y="1882746"/>
              <a:ext cx="101057" cy="10105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09110" y="2021925"/>
              <a:ext cx="101057" cy="10105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09110" y="2161104"/>
              <a:ext cx="101057" cy="10105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09110" y="2300284"/>
              <a:ext cx="101057" cy="10105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09110" y="2439463"/>
              <a:ext cx="101057" cy="10105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09110" y="2578630"/>
              <a:ext cx="101057" cy="101057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09110" y="2717809"/>
              <a:ext cx="101057" cy="101057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4078478" y="710473"/>
            <a:ext cx="1185545" cy="211328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355"/>
              </a:spcBef>
            </a:pPr>
            <a:r>
              <a:rPr sz="750" spc="187" baseline="11111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45" dirty="0">
                <a:latin typeface="Georgia"/>
                <a:cs typeface="Georgia"/>
              </a:rPr>
              <a:t>1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2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89" baseline="11111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3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9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4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12" baseline="11111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5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6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r>
              <a:rPr sz="750" spc="43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8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7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0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8</a:t>
            </a:r>
            <a:endParaRPr sz="7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750" spc="15" baseline="11111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r>
              <a:rPr sz="750" spc="450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195" dirty="0">
                <a:latin typeface="Georgia"/>
                <a:cs typeface="Georgia"/>
              </a:rPr>
              <a:t> </a:t>
            </a:r>
            <a:r>
              <a:rPr sz="700" spc="-50" dirty="0">
                <a:latin typeface="Georgia"/>
                <a:cs typeface="Georgia"/>
              </a:rPr>
              <a:t>9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9"/>
              </a:spcBef>
            </a:pPr>
            <a:r>
              <a:rPr sz="750" spc="104" baseline="11111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10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79" baseline="11111" dirty="0">
                <a:solidFill>
                  <a:srgbClr val="FFFFFF"/>
                </a:solidFill>
                <a:latin typeface="Georgia"/>
                <a:cs typeface="Georgia"/>
              </a:rPr>
              <a:t>11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70" dirty="0">
                <a:latin typeface="Georgia"/>
                <a:cs typeface="Georgia"/>
              </a:rPr>
              <a:t>11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35" baseline="11111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12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35" baseline="11111" dirty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25" dirty="0">
                <a:latin typeface="Georgia"/>
                <a:cs typeface="Georgia"/>
              </a:rPr>
              <a:t>13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27" baseline="11111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04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-25" dirty="0">
                <a:latin typeface="Georgia"/>
                <a:cs typeface="Georgia"/>
              </a:rPr>
              <a:t>14</a:t>
            </a:r>
            <a:endParaRPr sz="7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750" spc="142" baseline="11111" dirty="0">
                <a:solidFill>
                  <a:srgbClr val="FFFFFF"/>
                </a:solidFill>
                <a:latin typeface="Georgia"/>
                <a:cs typeface="Georgia"/>
              </a:rPr>
              <a:t>15</a:t>
            </a:r>
            <a:r>
              <a:rPr sz="750" spc="284" baseline="11111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700" spc="10" dirty="0">
                <a:latin typeface="Georgia"/>
                <a:cs typeface="Georgia"/>
              </a:rPr>
              <a:t>Polynomial</a:t>
            </a:r>
            <a:r>
              <a:rPr sz="700" spc="210" dirty="0">
                <a:latin typeface="Georgia"/>
                <a:cs typeface="Georgia"/>
              </a:rPr>
              <a:t> </a:t>
            </a:r>
            <a:r>
              <a:rPr sz="700" spc="10" dirty="0">
                <a:latin typeface="Georgia"/>
                <a:cs typeface="Georgia"/>
              </a:rPr>
              <a:t>Degree</a:t>
            </a:r>
            <a:r>
              <a:rPr sz="700" spc="200" dirty="0">
                <a:latin typeface="Georgia"/>
                <a:cs typeface="Georgia"/>
              </a:rPr>
              <a:t> </a:t>
            </a:r>
            <a:r>
              <a:rPr sz="700" spc="30" dirty="0">
                <a:latin typeface="Georgia"/>
                <a:cs typeface="Georgia"/>
              </a:rPr>
              <a:t>15</a:t>
            </a:r>
            <a:endParaRPr sz="700">
              <a:latin typeface="Georgia"/>
              <a:cs typeface="Georgia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92" name="object 92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456025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22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97" name="object 9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/>
              <a:t>60</a:t>
            </a:r>
            <a:r>
              <a:rPr spc="155" dirty="0"/>
              <a:t> </a:t>
            </a:r>
            <a:r>
              <a:rPr spc="95" dirty="0"/>
              <a:t>/</a:t>
            </a:r>
            <a:r>
              <a:rPr spc="155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Polynomial</a:t>
            </a:r>
            <a:r>
              <a:rPr sz="9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Regression</a:t>
            </a:r>
            <a:r>
              <a:rPr sz="9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Example:</a:t>
            </a:r>
            <a:r>
              <a:rPr sz="9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RMSE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2" name="object 7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2735" y="675652"/>
            <a:ext cx="3149193" cy="2359152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4" name="object 74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/>
              <a:t>61</a:t>
            </a:r>
            <a:r>
              <a:rPr spc="155" dirty="0"/>
              <a:t> </a:t>
            </a:r>
            <a:r>
              <a:rPr spc="95" dirty="0"/>
              <a:t>/</a:t>
            </a:r>
            <a:r>
              <a:rPr spc="155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5760085" cy="205740"/>
            <a:chOff x="0" y="0"/>
            <a:chExt cx="5760085" cy="20574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300" y="25256"/>
            <a:ext cx="55695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2305" algn="l"/>
                <a:tab pos="1405255" algn="l"/>
                <a:tab pos="2970530" algn="l"/>
                <a:tab pos="3864610" algn="l"/>
                <a:tab pos="4314825" algn="l"/>
                <a:tab pos="5344795" algn="l"/>
              </a:tabLst>
            </a:pPr>
            <a:r>
              <a:rPr sz="500" spc="60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55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Cost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7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Function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and</a:t>
            </a:r>
            <a:r>
              <a:rPr sz="500" spc="13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80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Gradient</a:t>
            </a:r>
            <a:r>
              <a:rPr sz="500" spc="12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Descent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12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LR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with</a:t>
            </a:r>
            <a:r>
              <a:rPr sz="500" spc="114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110" dirty="0">
                <a:solidFill>
                  <a:srgbClr val="8C8CAC"/>
                </a:solidFill>
                <a:latin typeface="Georgia"/>
                <a:cs typeface="Georgia"/>
                <a:hlinkClick r:id="rId5" action="ppaction://hlinksldjump"/>
              </a:rPr>
              <a:t>GD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8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500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500" spc="11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5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500" spc="65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0" y="205714"/>
            <a:ext cx="5760085" cy="99060"/>
          </a:xfrm>
          <a:prstGeom prst="rect">
            <a:avLst/>
          </a:prstGeom>
          <a:solidFill>
            <a:srgbClr val="FE0000"/>
          </a:solidFill>
        </p:spPr>
        <p:txBody>
          <a:bodyPr vert="horz" wrap="square" lIns="0" tIns="444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35"/>
              </a:spcBef>
            </a:pPr>
            <a:r>
              <a:rPr sz="500" spc="7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Polynomial</a:t>
            </a:r>
            <a:r>
              <a:rPr sz="500" spc="125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r>
              <a:rPr sz="500" spc="13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500" spc="80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Example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0" y="304469"/>
            <a:ext cx="5760085" cy="113030"/>
          </a:xfrm>
          <a:prstGeom prst="rect">
            <a:avLst/>
          </a:prstGeom>
          <a:solidFill>
            <a:srgbClr val="3333B2"/>
          </a:solidFill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835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Best</a:t>
            </a:r>
            <a:r>
              <a:rPr sz="900" spc="1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Fit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4114" y="776592"/>
            <a:ext cx="2588895" cy="1828799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0" y="3151479"/>
            <a:ext cx="5760085" cy="88900"/>
            <a:chOff x="0" y="3151479"/>
            <a:chExt cx="5760085" cy="88900"/>
          </a:xfrm>
        </p:grpSpPr>
        <p:sp>
          <p:nvSpPr>
            <p:cNvPr id="75" name="object 75"/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3456038" y="88518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1728012" y="88518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8"/>
                  </a:lnTo>
                  <a:lnTo>
                    <a:pt x="576033" y="88518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3977487" y="3128823"/>
            <a:ext cx="427355" cy="1162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500" spc="60" dirty="0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Regression</a:t>
            </a:r>
            <a:endParaRPr sz="500">
              <a:latin typeface="Georgia"/>
              <a:cs typeface="Georgia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/>
              <a:t>62</a:t>
            </a:r>
            <a:r>
              <a:rPr spc="155" dirty="0"/>
              <a:t> </a:t>
            </a:r>
            <a:r>
              <a:rPr spc="95" dirty="0"/>
              <a:t>/</a:t>
            </a:r>
            <a:r>
              <a:rPr spc="155" dirty="0"/>
              <a:t> </a:t>
            </a:r>
            <a:r>
              <a:rPr spc="30" dirty="0"/>
              <a:t>65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6858</Words>
  <Application>Microsoft Office PowerPoint</Application>
  <PresentationFormat>Custom</PresentationFormat>
  <Paragraphs>1146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Arial</vt:lpstr>
      <vt:lpstr>Calibri</vt:lpstr>
      <vt:lpstr>Cambria</vt:lpstr>
      <vt:lpstr>Georgia</vt:lpstr>
      <vt:lpstr>Lucida Console</vt:lpstr>
      <vt:lpstr>Lucida Sans Unicode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anwar khan</cp:lastModifiedBy>
  <cp:revision>82</cp:revision>
  <dcterms:created xsi:type="dcterms:W3CDTF">2024-11-13T03:08:46Z</dcterms:created>
  <dcterms:modified xsi:type="dcterms:W3CDTF">2025-10-29T06:05:25Z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2024-11-13T00:00:00Z</vt:filetime>
  </property>
  <property fmtid="{D5CDD505-2E9C-101B-9397-08002B2CF9AE}" pid="3" name="Producer">
    <vt:lpwstr>3-Heights™ PDF Merge Split Shell 6.12.1.11 (http://www.pdf-tools.com)</vt:lpwstr>
  </property>
</Properties>
</file>