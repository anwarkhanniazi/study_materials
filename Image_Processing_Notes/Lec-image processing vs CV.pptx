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39" autoAdjust="0"/>
  </p:normalViewPr>
  <p:slideViewPr>
    <p:cSldViewPr snapToGrid="0">
      <p:cViewPr varScale="1">
        <p:scale>
          <a:sx n="50" d="100"/>
          <a:sy n="50" d="100"/>
        </p:scale>
        <p:origin x="12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0F2E6-62A7-4EAD-9A0F-90D9740706C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5CB22-C4DD-44F1-AC10-763B41265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mitc.org/cvpr15/accepted_papers.php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nips.cc/Conferences/2014/Program/accepted-papers.php" TargetMode="External"/><Relationship Id="rId5" Type="http://schemas.openxmlformats.org/officeDocument/2006/relationships/hyperlink" Target="http://eccv2014.org/accepted-papers/" TargetMode="External"/><Relationship Id="rId4" Type="http://schemas.openxmlformats.org/officeDocument/2006/relationships/hyperlink" Target="http://www.cvpapers.com/iccv2013.htm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mage_processor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https://introtocv.github.io/materials.html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computer vision conferences and papers: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CVPR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IEEE Conference on Computer Vision and Pattern Recognition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ICCV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International Conference on Computer Vision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ECCV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European Conference on Computer Vision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NeurIPS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Neural Information Processing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DEE26-9A22-42BD-AC0E-BD919174AF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29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output can</a:t>
            </a:r>
            <a:r>
              <a:rPr lang="en-US" baseline="0" dirty="0"/>
              <a:t> be a vector of number, strings or anything that helps in understanding contents of the input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3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output can</a:t>
            </a:r>
            <a:r>
              <a:rPr lang="en-US" baseline="0" dirty="0"/>
              <a:t> be a vector of number, strings or anything that helps in understanding contents of the input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24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https://en.wikipedia.org/wiki/Image_processor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84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8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7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5CB22-C4DD-44F1-AC10-763B41265B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6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5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4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4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1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74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5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9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8681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53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2523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27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03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6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185D8-60CC-4D8A-8BDE-2707317DDFE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3A0EAE-20F4-409D-9013-7E4AA5CD3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6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2303" y="1697810"/>
            <a:ext cx="4345076" cy="588305"/>
          </a:xfrm>
          <a:prstGeom prst="rect">
            <a:avLst/>
          </a:prstGeom>
        </p:spPr>
        <p:txBody>
          <a:bodyPr vert="horz" wrap="square" lIns="0" tIns="33975" rIns="0" bIns="0" rtlCol="0" anchor="t">
            <a:spAutoFit/>
          </a:bodyPr>
          <a:lstStyle/>
          <a:p>
            <a:pPr marL="25168">
              <a:spcBef>
                <a:spcPts val="268"/>
              </a:spcBef>
            </a:pPr>
            <a:r>
              <a:rPr dirty="0"/>
              <a:t>CS-</a:t>
            </a:r>
            <a:r>
              <a:rPr spc="674" dirty="0"/>
              <a:t> </a:t>
            </a:r>
            <a:r>
              <a:rPr dirty="0"/>
              <a:t>Computer</a:t>
            </a:r>
            <a:r>
              <a:rPr spc="684" dirty="0"/>
              <a:t> </a:t>
            </a:r>
            <a:r>
              <a:rPr spc="-20" dirty="0"/>
              <a:t>Vision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1450" y="2753391"/>
            <a:ext cx="3025070" cy="1181137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algn="ctr">
              <a:spcBef>
                <a:spcPts val="178"/>
              </a:spcBef>
            </a:pPr>
            <a:r>
              <a:rPr lang="en-US" sz="2180" b="1" dirty="0">
                <a:solidFill>
                  <a:srgbClr val="333333"/>
                </a:solidFill>
                <a:latin typeface="Arial"/>
                <a:cs typeface="Arial"/>
              </a:rPr>
              <a:t>Anwar Khan</a:t>
            </a:r>
            <a:endParaRPr sz="2180" dirty="0">
              <a:latin typeface="Arial"/>
              <a:cs typeface="Arial"/>
            </a:endParaRPr>
          </a:p>
          <a:p>
            <a:pPr>
              <a:spcBef>
                <a:spcPts val="30"/>
              </a:spcBef>
            </a:pPr>
            <a:endParaRPr sz="2180" dirty="0">
              <a:latin typeface="Arial"/>
              <a:cs typeface="Arial"/>
            </a:endParaRPr>
          </a:p>
          <a:p>
            <a:pPr marL="25168" marR="10067" algn="ctr">
              <a:lnSpc>
                <a:spcPts val="1883"/>
              </a:lnSpc>
            </a:pPr>
            <a:r>
              <a:rPr sz="1585" dirty="0">
                <a:solidFill>
                  <a:srgbClr val="333333"/>
                </a:solidFill>
                <a:latin typeface="Arial MT"/>
                <a:cs typeface="Arial MT"/>
              </a:rPr>
              <a:t>Department</a:t>
            </a:r>
            <a:r>
              <a:rPr sz="1585" spc="5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585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1585" spc="5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585" spc="-20" dirty="0">
                <a:solidFill>
                  <a:srgbClr val="333333"/>
                </a:solidFill>
                <a:latin typeface="Arial MT"/>
                <a:cs typeface="Arial MT"/>
              </a:rPr>
              <a:t>Computer</a:t>
            </a:r>
            <a:r>
              <a:rPr sz="1585" spc="5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585" spc="-59" dirty="0">
                <a:solidFill>
                  <a:srgbClr val="333333"/>
                </a:solidFill>
                <a:latin typeface="Arial MT"/>
                <a:cs typeface="Arial MT"/>
              </a:rPr>
              <a:t>Science</a:t>
            </a:r>
            <a:r>
              <a:rPr sz="1585" spc="-20" dirty="0">
                <a:solidFill>
                  <a:srgbClr val="333333"/>
                </a:solidFill>
                <a:latin typeface="Arial MT"/>
                <a:cs typeface="Arial MT"/>
              </a:rPr>
              <a:t> University</a:t>
            </a:r>
            <a:r>
              <a:rPr sz="1585" spc="9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585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lang="en-US" sz="1585" dirty="0">
                <a:solidFill>
                  <a:srgbClr val="333333"/>
                </a:solidFill>
                <a:latin typeface="Arial MT"/>
                <a:cs typeface="Arial MT"/>
              </a:rPr>
              <a:t> Lahore</a:t>
            </a:r>
            <a:endParaRPr sz="1585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vs Image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54254" y="2572510"/>
            <a:ext cx="195532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97738" y="2845044"/>
            <a:ext cx="1938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Image Processing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62" y="2061157"/>
            <a:ext cx="3466041" cy="1937109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183780" y="3029711"/>
            <a:ext cx="844628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1"/>
          </p:cNvCxnSpPr>
          <p:nvPr/>
        </p:nvCxnSpPr>
        <p:spPr>
          <a:xfrm>
            <a:off x="7079958" y="3029711"/>
            <a:ext cx="717504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2061157"/>
            <a:ext cx="3453706" cy="193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5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8" y="1420096"/>
            <a:ext cx="8696960" cy="48827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53337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is about scene or image understanding.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2933791"/>
            <a:ext cx="5701982" cy="2334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114" y="3823797"/>
            <a:ext cx="1390669" cy="9717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52444" y="5313682"/>
            <a:ext cx="721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Input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030616" y="502570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8191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210" y="1958832"/>
            <a:ext cx="8596668" cy="3880773"/>
          </a:xfrm>
        </p:spPr>
        <p:txBody>
          <a:bodyPr/>
          <a:lstStyle/>
          <a:p>
            <a:r>
              <a:rPr lang="en-US" dirty="0"/>
              <a:t>Another Example: Face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5004" y="5470273"/>
            <a:ext cx="721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2385" y="5391977"/>
            <a:ext cx="2792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Output: Four coordinates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90" y="2484757"/>
            <a:ext cx="73533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Processing + Computer Vision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22" y="2068728"/>
            <a:ext cx="8514080" cy="23681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36980" y="4707374"/>
            <a:ext cx="80592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 ISP located inside camera usually converts raw signals from photodiodes </a:t>
            </a:r>
          </a:p>
          <a:p>
            <a:r>
              <a:rPr lang="en-US" dirty="0"/>
              <a:t>into a matrix that can be visualized as an image.</a:t>
            </a:r>
          </a:p>
        </p:txBody>
      </p:sp>
    </p:spTree>
    <p:extLst>
      <p:ext uri="{BB962C8B-B14F-4D97-AF65-F5344CB8AC3E}">
        <p14:creationId xmlns:p14="http://schemas.microsoft.com/office/powerpoint/2010/main" val="330981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+ Image Processing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432" y="1930400"/>
            <a:ext cx="3478835" cy="33327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72" y="1930399"/>
            <a:ext cx="3076838" cy="333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9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in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4829"/>
            <a:ext cx="8596668" cy="3880773"/>
          </a:xfrm>
        </p:spPr>
        <p:txBody>
          <a:bodyPr/>
          <a:lstStyle/>
          <a:p>
            <a:r>
              <a:rPr lang="en-US" dirty="0"/>
              <a:t>Computer vision algorithms can also use machine learning models to </a:t>
            </a:r>
            <a:r>
              <a:rPr lang="en-US" dirty="0">
                <a:solidFill>
                  <a:srgbClr val="FF0000"/>
                </a:solidFill>
              </a:rPr>
              <a:t>learn the arithmetic models for scene description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93" y="3381058"/>
            <a:ext cx="6912927" cy="155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0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or Image Processing?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164" y="1621281"/>
            <a:ext cx="4505008" cy="19169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120" y="3538212"/>
            <a:ext cx="6265862" cy="2478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7933" y="4880904"/>
            <a:ext cx="16033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Semantic </a:t>
            </a:r>
          </a:p>
          <a:p>
            <a:pPr lvl="0">
              <a:defRPr/>
            </a:pPr>
            <a:r>
              <a:rPr lang="en-US" dirty="0"/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271518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or Image Processing?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164" y="1621281"/>
            <a:ext cx="4505008" cy="19169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95308" y="5912355"/>
            <a:ext cx="26443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/>
              <a:t>Semantic Segmentation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632" y="3720714"/>
            <a:ext cx="3475661" cy="219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08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 vs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Graphics and Computer Vision represent two processes of reverse inference.</a:t>
            </a:r>
          </a:p>
          <a:p>
            <a:endParaRPr lang="en-US" dirty="0"/>
          </a:p>
          <a:p>
            <a:r>
              <a:rPr lang="en-US" dirty="0"/>
              <a:t>In CV, input is an image, output is its description, i.e., we get to know about the real world represented in that image.</a:t>
            </a:r>
          </a:p>
          <a:p>
            <a:endParaRPr lang="en-US" dirty="0"/>
          </a:p>
          <a:p>
            <a:r>
              <a:rPr lang="en-US" dirty="0"/>
              <a:t>In CG, this process of inference is reversed. Here we assume that the description of the real world is already known, we just want to create a 2D snapshot of that world.</a:t>
            </a:r>
          </a:p>
        </p:txBody>
      </p:sp>
    </p:spTree>
    <p:extLst>
      <p:ext uri="{BB962C8B-B14F-4D97-AF65-F5344CB8AC3E}">
        <p14:creationId xmlns:p14="http://schemas.microsoft.com/office/powerpoint/2010/main" val="253667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 vs Computer Vision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264" y="1518856"/>
            <a:ext cx="2316975" cy="23703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2861" y="2380887"/>
            <a:ext cx="25619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double decker bus is </a:t>
            </a:r>
          </a:p>
          <a:p>
            <a:r>
              <a:rPr lang="en-US" dirty="0"/>
              <a:t>floating on a 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5318" y="2112818"/>
            <a:ext cx="195532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25268" y="2191494"/>
            <a:ext cx="12698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Computer </a:t>
            </a:r>
          </a:p>
          <a:p>
            <a:r>
              <a:rPr lang="en-US" dirty="0"/>
              <a:t>Graphics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424844" y="2570019"/>
            <a:ext cx="844628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403614" y="2598004"/>
            <a:ext cx="717504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61" y="3646517"/>
            <a:ext cx="2479391" cy="210361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38802" y="4119047"/>
            <a:ext cx="195532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82286" y="4391581"/>
            <a:ext cx="1876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Computer Vision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468328" y="4576248"/>
            <a:ext cx="844628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447098" y="4604233"/>
            <a:ext cx="717504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94436" y="4281067"/>
            <a:ext cx="25219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dog is running across</a:t>
            </a:r>
          </a:p>
          <a:p>
            <a:r>
              <a:rPr lang="en-US" dirty="0"/>
              <a:t>the beach</a:t>
            </a:r>
          </a:p>
        </p:txBody>
      </p:sp>
    </p:spTree>
    <p:extLst>
      <p:ext uri="{BB962C8B-B14F-4D97-AF65-F5344CB8AC3E}">
        <p14:creationId xmlns:p14="http://schemas.microsoft.com/office/powerpoint/2010/main" val="34235592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1838</TotalTime>
  <Words>337</Words>
  <Application>Microsoft Office PowerPoint</Application>
  <PresentationFormat>Widescreen</PresentationFormat>
  <Paragraphs>57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Trebuchet MS</vt:lpstr>
      <vt:lpstr>Wingdings 3</vt:lpstr>
      <vt:lpstr>Facet</vt:lpstr>
      <vt:lpstr>CS- Computer Vision</vt:lpstr>
      <vt:lpstr>Computer Vision vs Image Processing</vt:lpstr>
      <vt:lpstr>Image Processing</vt:lpstr>
      <vt:lpstr>Computer Vision</vt:lpstr>
      <vt:lpstr>Computer Vision</vt:lpstr>
      <vt:lpstr>Image Processing + Computer Vision</vt:lpstr>
      <vt:lpstr>Computer Vision + Image Processing</vt:lpstr>
      <vt:lpstr>Machine Learning in Computer Vision</vt:lpstr>
      <vt:lpstr>Computer Vision or Image Processing?</vt:lpstr>
      <vt:lpstr>Computer Vision or Image Processing?</vt:lpstr>
      <vt:lpstr>Computer Graphics vs Computer Vision</vt:lpstr>
      <vt:lpstr>Computer Graphics vs Computer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</dc:title>
  <dc:creator>Sohaib</dc:creator>
  <cp:lastModifiedBy>anwar khan</cp:lastModifiedBy>
  <cp:revision>88</cp:revision>
  <dcterms:created xsi:type="dcterms:W3CDTF">2018-01-29T11:49:42Z</dcterms:created>
  <dcterms:modified xsi:type="dcterms:W3CDTF">2025-10-14T06:58:30Z</dcterms:modified>
</cp:coreProperties>
</file>