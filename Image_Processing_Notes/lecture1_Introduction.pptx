
<file path=[Content_Types].xml><?xml version="1.0" encoding="utf-8"?>
<Types xmlns="http://schemas.openxmlformats.org/package/2006/content-types">
  <Default Extension="png" ContentType="image/png"/>
  <Default Extension="emf" ContentType="image/x-emf"/>
  <Default Extension="jpeg" ContentType="image/jpeg"/>
  <Default Extension="rels" ContentType="application/vnd.openxmlformats-package.relationships+xml"/>
  <Default Extension="xml" ContentType="application/xml"/>
  <Default Extension="tiff" ContentType="image/tiff"/>
  <Default Extension="jpg" ContentType="image/jpg"/>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slides/slide63.xml" ContentType="application/vnd.openxmlformats-officedocument.presentationml.slide+xml"/>
  <Override PartName="/ppt/slides/slide64.xml" ContentType="application/vnd.openxmlformats-officedocument.presentationml.slide+xml"/>
  <Override PartName="/ppt/slides/slide65.xml" ContentType="application/vnd.openxmlformats-officedocument.presentationml.slide+xml"/>
  <Override PartName="/ppt/slides/slide66.xml" ContentType="application/vnd.openxmlformats-officedocument.presentationml.slide+xml"/>
  <Override PartName="/ppt/slides/slide67.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media/image81.jpg" ContentType="image/jpeg"/>
  <Override PartName="/ppt/media/image84.jpg" ContentType="image/jpeg"/>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3648" r:id="rId1"/>
  </p:sldMasterIdLst>
  <p:notesMasterIdLst>
    <p:notesMasterId r:id="rId69"/>
  </p:notesMasterIdLst>
  <p:sldIdLst>
    <p:sldId id="256" r:id="rId2"/>
    <p:sldId id="315" r:id="rId3"/>
    <p:sldId id="325" r:id="rId4"/>
    <p:sldId id="318" r:id="rId5"/>
    <p:sldId id="257" r:id="rId6"/>
    <p:sldId id="326" r:id="rId7"/>
    <p:sldId id="316" r:id="rId8"/>
    <p:sldId id="327" r:id="rId9"/>
    <p:sldId id="258" r:id="rId10"/>
    <p:sldId id="259" r:id="rId11"/>
    <p:sldId id="260" r:id="rId12"/>
    <p:sldId id="261" r:id="rId13"/>
    <p:sldId id="328" r:id="rId14"/>
    <p:sldId id="317" r:id="rId15"/>
    <p:sldId id="262" r:id="rId16"/>
    <p:sldId id="263" r:id="rId17"/>
    <p:sldId id="264" r:id="rId18"/>
    <p:sldId id="265" r:id="rId19"/>
    <p:sldId id="266" r:id="rId20"/>
    <p:sldId id="267" r:id="rId21"/>
    <p:sldId id="268" r:id="rId22"/>
    <p:sldId id="329" r:id="rId23"/>
    <p:sldId id="334" r:id="rId24"/>
    <p:sldId id="331" r:id="rId25"/>
    <p:sldId id="335" r:id="rId26"/>
    <p:sldId id="269" r:id="rId27"/>
    <p:sldId id="270" r:id="rId28"/>
    <p:sldId id="271" r:id="rId29"/>
    <p:sldId id="272" r:id="rId30"/>
    <p:sldId id="273" r:id="rId31"/>
    <p:sldId id="274" r:id="rId32"/>
    <p:sldId id="275" r:id="rId33"/>
    <p:sldId id="276" r:id="rId34"/>
    <p:sldId id="277" r:id="rId35"/>
    <p:sldId id="278" r:id="rId36"/>
    <p:sldId id="279" r:id="rId37"/>
    <p:sldId id="280" r:id="rId38"/>
    <p:sldId id="281" r:id="rId39"/>
    <p:sldId id="282" r:id="rId40"/>
    <p:sldId id="283" r:id="rId41"/>
    <p:sldId id="319" r:id="rId42"/>
    <p:sldId id="320" r:id="rId43"/>
    <p:sldId id="321" r:id="rId44"/>
    <p:sldId id="322" r:id="rId45"/>
    <p:sldId id="323" r:id="rId46"/>
    <p:sldId id="324" r:id="rId47"/>
    <p:sldId id="284" r:id="rId48"/>
    <p:sldId id="285" r:id="rId49"/>
    <p:sldId id="286" r:id="rId50"/>
    <p:sldId id="287" r:id="rId51"/>
    <p:sldId id="288" r:id="rId52"/>
    <p:sldId id="289" r:id="rId53"/>
    <p:sldId id="294" r:id="rId54"/>
    <p:sldId id="295" r:id="rId55"/>
    <p:sldId id="296" r:id="rId56"/>
    <p:sldId id="301" r:id="rId57"/>
    <p:sldId id="302" r:id="rId58"/>
    <p:sldId id="305" r:id="rId59"/>
    <p:sldId id="306" r:id="rId60"/>
    <p:sldId id="307" r:id="rId61"/>
    <p:sldId id="308" r:id="rId62"/>
    <p:sldId id="309" r:id="rId63"/>
    <p:sldId id="310" r:id="rId64"/>
    <p:sldId id="311" r:id="rId65"/>
    <p:sldId id="312" r:id="rId66"/>
    <p:sldId id="313" r:id="rId67"/>
    <p:sldId id="314" r:id="rId68"/>
  </p:sldIdLst>
  <p:sldSz cx="4610100" cy="3460750"/>
  <p:notesSz cx="4610100" cy="3460750"/>
  <p:defaultTextStyle>
    <a:defPPr>
      <a:defRPr kern="0"/>
    </a:defPPr>
  </p:defaultTextStyle>
  <p:extLst>
    <p:ext uri="{EFAFB233-063F-42B5-8137-9DF3F51BA10A}">
      <p15:sldGuideLst xmlns:p15="http://schemas.microsoft.com/office/powerpoint/2012/main">
        <p15:guide id="1" orient="horz" pos="2880">
          <p15:clr>
            <a:srgbClr val="A4A3A4"/>
          </p15:clr>
        </p15:guide>
        <p15:guide id="2" pos="216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2D5ABB26-0587-4C30-8999-92F81FD0307C}" styleName="No Style, No Grid">
    <a:wholeTbl>
      <a:tcTxStyle>
        <a:fontRef idx="minor">
          <a:scrgbClr r="0" g="0" b="0"/>
        </a:fontRef>
        <a:schemeClr val="tx1"/>
      </a:tcTxStyle>
      <a:tcStyle>
        <a:tcBdr>
          <a:left>
            <a:ln>
              <a:noFill/>
            </a:ln>
          </a:left>
          <a:right>
            <a:ln>
              <a:noFill/>
            </a:ln>
          </a:right>
          <a:top>
            <a:ln>
              <a:noFill/>
            </a:ln>
          </a:top>
          <a:bottom>
            <a:ln>
              <a:noFill/>
            </a:ln>
          </a:bottom>
          <a:insideH>
            <a:ln>
              <a:noFill/>
            </a:ln>
          </a:insideH>
          <a:insideV>
            <a:ln>
              <a:noFill/>
            </a:ln>
          </a:insideV>
        </a:tcBdr>
        <a:fill>
          <a:noFill/>
        </a:fill>
      </a:tcStyle>
    </a:wholeTbl>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p:cViewPr varScale="1">
        <p:scale>
          <a:sx n="121" d="100"/>
          <a:sy n="121" d="100"/>
        </p:scale>
        <p:origin x="1424" y="72"/>
      </p:cViewPr>
      <p:guideLst>
        <p:guide orient="horz" pos="2880"/>
        <p:guide pos="216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26" Type="http://schemas.openxmlformats.org/officeDocument/2006/relationships/slide" Target="slides/slide25.xml"/><Relationship Id="rId21" Type="http://schemas.openxmlformats.org/officeDocument/2006/relationships/slide" Target="slides/slide20.xml"/><Relationship Id="rId42" Type="http://schemas.openxmlformats.org/officeDocument/2006/relationships/slide" Target="slides/slide41.xml"/><Relationship Id="rId47" Type="http://schemas.openxmlformats.org/officeDocument/2006/relationships/slide" Target="slides/slide46.xml"/><Relationship Id="rId63" Type="http://schemas.openxmlformats.org/officeDocument/2006/relationships/slide" Target="slides/slide62.xml"/><Relationship Id="rId68" Type="http://schemas.openxmlformats.org/officeDocument/2006/relationships/slide" Target="slides/slide67.xml"/><Relationship Id="rId2" Type="http://schemas.openxmlformats.org/officeDocument/2006/relationships/slide" Target="slides/slide1.xml"/><Relationship Id="rId16" Type="http://schemas.openxmlformats.org/officeDocument/2006/relationships/slide" Target="slides/slide15.xml"/><Relationship Id="rId29" Type="http://schemas.openxmlformats.org/officeDocument/2006/relationships/slide" Target="slides/slide28.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slide" Target="slides/slide39.xml"/><Relationship Id="rId45" Type="http://schemas.openxmlformats.org/officeDocument/2006/relationships/slide" Target="slides/slide44.xml"/><Relationship Id="rId53" Type="http://schemas.openxmlformats.org/officeDocument/2006/relationships/slide" Target="slides/slide52.xml"/><Relationship Id="rId58" Type="http://schemas.openxmlformats.org/officeDocument/2006/relationships/slide" Target="slides/slide57.xml"/><Relationship Id="rId66" Type="http://schemas.openxmlformats.org/officeDocument/2006/relationships/slide" Target="slides/slide65.xml"/><Relationship Id="rId5" Type="http://schemas.openxmlformats.org/officeDocument/2006/relationships/slide" Target="slides/slide4.xml"/><Relationship Id="rId61" Type="http://schemas.openxmlformats.org/officeDocument/2006/relationships/slide" Target="slides/slide60.xml"/><Relationship Id="rId19" Type="http://schemas.openxmlformats.org/officeDocument/2006/relationships/slide" Target="slides/slide1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slide" Target="slides/slide42.xml"/><Relationship Id="rId48" Type="http://schemas.openxmlformats.org/officeDocument/2006/relationships/slide" Target="slides/slide47.xml"/><Relationship Id="rId56" Type="http://schemas.openxmlformats.org/officeDocument/2006/relationships/slide" Target="slides/slide55.xml"/><Relationship Id="rId64" Type="http://schemas.openxmlformats.org/officeDocument/2006/relationships/slide" Target="slides/slide63.xml"/><Relationship Id="rId69" Type="http://schemas.openxmlformats.org/officeDocument/2006/relationships/notesMaster" Target="notesMasters/notesMaster1.xml"/><Relationship Id="rId8" Type="http://schemas.openxmlformats.org/officeDocument/2006/relationships/slide" Target="slides/slide7.xml"/><Relationship Id="rId51" Type="http://schemas.openxmlformats.org/officeDocument/2006/relationships/slide" Target="slides/slide50.xml"/><Relationship Id="rId72" Type="http://schemas.openxmlformats.org/officeDocument/2006/relationships/theme" Target="theme/theme1.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slide" Target="slides/slide45.xml"/><Relationship Id="rId59" Type="http://schemas.openxmlformats.org/officeDocument/2006/relationships/slide" Target="slides/slide58.xml"/><Relationship Id="rId67" Type="http://schemas.openxmlformats.org/officeDocument/2006/relationships/slide" Target="slides/slide66.xml"/><Relationship Id="rId20" Type="http://schemas.openxmlformats.org/officeDocument/2006/relationships/slide" Target="slides/slide19.xml"/><Relationship Id="rId41" Type="http://schemas.openxmlformats.org/officeDocument/2006/relationships/slide" Target="slides/slide40.xml"/><Relationship Id="rId54" Type="http://schemas.openxmlformats.org/officeDocument/2006/relationships/slide" Target="slides/slide53.xml"/><Relationship Id="rId62" Type="http://schemas.openxmlformats.org/officeDocument/2006/relationships/slide" Target="slides/slide61.xml"/><Relationship Id="rId70" Type="http://schemas.openxmlformats.org/officeDocument/2006/relationships/presProps" Target="presProps.xml"/><Relationship Id="rId1" Type="http://schemas.openxmlformats.org/officeDocument/2006/relationships/slideMaster" Target="slideMasters/slideMaster1.xml"/><Relationship Id="rId6" Type="http://schemas.openxmlformats.org/officeDocument/2006/relationships/slide" Target="slides/slide5.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slide" Target="slides/slide48.xml"/><Relationship Id="rId57" Type="http://schemas.openxmlformats.org/officeDocument/2006/relationships/slide" Target="slides/slide56.xml"/><Relationship Id="rId10" Type="http://schemas.openxmlformats.org/officeDocument/2006/relationships/slide" Target="slides/slide9.xml"/><Relationship Id="rId31" Type="http://schemas.openxmlformats.org/officeDocument/2006/relationships/slide" Target="slides/slide30.xml"/><Relationship Id="rId44" Type="http://schemas.openxmlformats.org/officeDocument/2006/relationships/slide" Target="slides/slide43.xml"/><Relationship Id="rId52" Type="http://schemas.openxmlformats.org/officeDocument/2006/relationships/slide" Target="slides/slide51.xml"/><Relationship Id="rId60" Type="http://schemas.openxmlformats.org/officeDocument/2006/relationships/slide" Target="slides/slide59.xml"/><Relationship Id="rId65" Type="http://schemas.openxmlformats.org/officeDocument/2006/relationships/slide" Target="slides/slide64.xml"/><Relationship Id="rId73" Type="http://schemas.openxmlformats.org/officeDocument/2006/relationships/tableStyles" Target="tableStyles.xml"/><Relationship Id="rId4" Type="http://schemas.openxmlformats.org/officeDocument/2006/relationships/slide" Target="slides/slide3.xml"/><Relationship Id="rId9" Type="http://schemas.openxmlformats.org/officeDocument/2006/relationships/slide" Target="slides/slide8.xml"/><Relationship Id="rId13" Type="http://schemas.openxmlformats.org/officeDocument/2006/relationships/slide" Target="slides/slide12.xml"/><Relationship Id="rId18" Type="http://schemas.openxmlformats.org/officeDocument/2006/relationships/slide" Target="slides/slide17.xml"/><Relationship Id="rId39" Type="http://schemas.openxmlformats.org/officeDocument/2006/relationships/slide" Target="slides/slide38.xml"/><Relationship Id="rId34" Type="http://schemas.openxmlformats.org/officeDocument/2006/relationships/slide" Target="slides/slide33.xml"/><Relationship Id="rId50" Type="http://schemas.openxmlformats.org/officeDocument/2006/relationships/slide" Target="slides/slide49.xml"/><Relationship Id="rId55" Type="http://schemas.openxmlformats.org/officeDocument/2006/relationships/slide" Target="slides/slide54.xml"/><Relationship Id="rId7" Type="http://schemas.openxmlformats.org/officeDocument/2006/relationships/slide" Target="slides/slide6.xml"/><Relationship Id="rId71" Type="http://schemas.openxmlformats.org/officeDocument/2006/relationships/viewProps" Target="viewProp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1997075" cy="17303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2611438" y="0"/>
            <a:ext cx="1997075" cy="173038"/>
          </a:xfrm>
          <a:prstGeom prst="rect">
            <a:avLst/>
          </a:prstGeom>
        </p:spPr>
        <p:txBody>
          <a:bodyPr vert="horz" lIns="91440" tIns="45720" rIns="91440" bIns="45720" rtlCol="0"/>
          <a:lstStyle>
            <a:lvl1pPr algn="r">
              <a:defRPr sz="1200"/>
            </a:lvl1pPr>
          </a:lstStyle>
          <a:p>
            <a:fld id="{74F2E028-EDAE-4CE2-B4E6-C27C6D1BEC84}" type="datetimeFigureOut">
              <a:rPr lang="en-US" smtClean="0"/>
              <a:t>10/14/2025</a:t>
            </a:fld>
            <a:endParaRPr lang="en-US"/>
          </a:p>
        </p:txBody>
      </p:sp>
      <p:sp>
        <p:nvSpPr>
          <p:cNvPr id="4" name="Slide Image Placeholder 3"/>
          <p:cNvSpPr>
            <a:spLocks noGrp="1" noRot="1" noChangeAspect="1"/>
          </p:cNvSpPr>
          <p:nvPr>
            <p:ph type="sldImg" idx="2"/>
          </p:nvPr>
        </p:nvSpPr>
        <p:spPr>
          <a:xfrm>
            <a:off x="1527175" y="433388"/>
            <a:ext cx="1555750" cy="1166812"/>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460375" y="1665288"/>
            <a:ext cx="3689350" cy="1363662"/>
          </a:xfrm>
          <a:prstGeom prst="rect">
            <a:avLst/>
          </a:prstGeom>
        </p:spPr>
        <p:txBody>
          <a:bodyPr vert="horz" lIns="91440" tIns="45720" rIns="91440" bIns="45720" rtlCol="0"/>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3287713"/>
            <a:ext cx="1997075" cy="17303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2611438" y="3287713"/>
            <a:ext cx="1997075" cy="173037"/>
          </a:xfrm>
          <a:prstGeom prst="rect">
            <a:avLst/>
          </a:prstGeom>
        </p:spPr>
        <p:txBody>
          <a:bodyPr vert="horz" lIns="91440" tIns="45720" rIns="91440" bIns="45720" rtlCol="0" anchor="b"/>
          <a:lstStyle>
            <a:lvl1pPr algn="r">
              <a:defRPr sz="1200"/>
            </a:lvl1pPr>
          </a:lstStyle>
          <a:p>
            <a:fld id="{BB1DEE26-9A22-42BD-AC0E-BD919174AFB5}" type="slidenum">
              <a:rPr lang="en-US" smtClean="0"/>
              <a:t>‹#›</a:t>
            </a:fld>
            <a:endParaRPr lang="en-US"/>
          </a:p>
        </p:txBody>
      </p:sp>
    </p:spTree>
    <p:extLst>
      <p:ext uri="{BB962C8B-B14F-4D97-AF65-F5344CB8AC3E}">
        <p14:creationId xmlns:p14="http://schemas.microsoft.com/office/powerpoint/2010/main" val="3973283888"/>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3" Type="http://schemas.openxmlformats.org/officeDocument/2006/relationships/hyperlink" Target="http://www.pamitc.org/cvpr15/accepted_papers.php" TargetMode="External"/><Relationship Id="rId2" Type="http://schemas.openxmlformats.org/officeDocument/2006/relationships/slide" Target="../slides/slide1.xml"/><Relationship Id="rId1" Type="http://schemas.openxmlformats.org/officeDocument/2006/relationships/notesMaster" Target="../notesMasters/notesMaster1.xml"/><Relationship Id="rId6" Type="http://schemas.openxmlformats.org/officeDocument/2006/relationships/hyperlink" Target="http://nips.cc/Conferences/2014/Program/accepted-papers.php" TargetMode="External"/><Relationship Id="rId5" Type="http://schemas.openxmlformats.org/officeDocument/2006/relationships/hyperlink" Target="http://eccv2014.org/accepted-papers/" TargetMode="External"/><Relationship Id="rId4" Type="http://schemas.openxmlformats.org/officeDocument/2006/relationships/hyperlink" Target="http://www.cvpapers.com/iccv2013.html" TargetMode="Externa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200" b="0" i="0" kern="1200">
                <a:solidFill>
                  <a:schemeClr val="tx1"/>
                </a:solidFill>
                <a:effectLst/>
                <a:latin typeface="+mn-lt"/>
                <a:ea typeface="+mn-ea"/>
                <a:cs typeface="+mn-cs"/>
              </a:rPr>
              <a:t>https://introtocv.github.io/materials.html</a:t>
            </a:r>
          </a:p>
          <a:p>
            <a:r>
              <a:rPr lang="en-US" sz="1200" b="0" i="0" kern="1200" dirty="0">
                <a:solidFill>
                  <a:schemeClr val="tx1"/>
                </a:solidFill>
                <a:effectLst/>
                <a:latin typeface="+mn-lt"/>
                <a:ea typeface="+mn-ea"/>
                <a:cs typeface="+mn-cs"/>
              </a:rPr>
              <a:t>Top computer vision conferences and papers:</a:t>
            </a:r>
          </a:p>
          <a:p>
            <a:r>
              <a:rPr lang="en-US" sz="1200" b="0" i="0" u="none" strike="noStrike" kern="1200" dirty="0">
                <a:solidFill>
                  <a:schemeClr val="tx1"/>
                </a:solidFill>
                <a:effectLst/>
                <a:latin typeface="+mn-lt"/>
                <a:ea typeface="+mn-ea"/>
                <a:cs typeface="+mn-cs"/>
                <a:hlinkClick r:id="rId3"/>
              </a:rPr>
              <a:t>CVPR</a:t>
            </a:r>
            <a:r>
              <a:rPr lang="en-US" sz="1200" b="0" i="0" kern="1200" dirty="0">
                <a:solidFill>
                  <a:schemeClr val="tx1"/>
                </a:solidFill>
                <a:effectLst/>
                <a:latin typeface="+mn-lt"/>
                <a:ea typeface="+mn-ea"/>
                <a:cs typeface="+mn-cs"/>
              </a:rPr>
              <a:t>: IEEE Conference on Computer Vision and Pattern Recognition</a:t>
            </a:r>
          </a:p>
          <a:p>
            <a:r>
              <a:rPr lang="en-US" sz="1200" b="0" i="0" u="none" strike="noStrike" kern="1200" dirty="0">
                <a:solidFill>
                  <a:schemeClr val="tx1"/>
                </a:solidFill>
                <a:effectLst/>
                <a:latin typeface="+mn-lt"/>
                <a:ea typeface="+mn-ea"/>
                <a:cs typeface="+mn-cs"/>
                <a:hlinkClick r:id="rId4"/>
              </a:rPr>
              <a:t>ICCV</a:t>
            </a:r>
            <a:r>
              <a:rPr lang="en-US" sz="1200" b="0" i="0" kern="1200" dirty="0">
                <a:solidFill>
                  <a:schemeClr val="tx1"/>
                </a:solidFill>
                <a:effectLst/>
                <a:latin typeface="+mn-lt"/>
                <a:ea typeface="+mn-ea"/>
                <a:cs typeface="+mn-cs"/>
              </a:rPr>
              <a:t>: International Conference on Computer Vision</a:t>
            </a:r>
          </a:p>
          <a:p>
            <a:r>
              <a:rPr lang="en-US" sz="1200" b="0" i="0" u="none" strike="noStrike" kern="1200" dirty="0">
                <a:solidFill>
                  <a:schemeClr val="tx1"/>
                </a:solidFill>
                <a:effectLst/>
                <a:latin typeface="+mn-lt"/>
                <a:ea typeface="+mn-ea"/>
                <a:cs typeface="+mn-cs"/>
                <a:hlinkClick r:id="rId5"/>
              </a:rPr>
              <a:t>ECCV</a:t>
            </a:r>
            <a:r>
              <a:rPr lang="en-US" sz="1200" b="0" i="0" kern="1200" dirty="0">
                <a:solidFill>
                  <a:schemeClr val="tx1"/>
                </a:solidFill>
                <a:effectLst/>
                <a:latin typeface="+mn-lt"/>
                <a:ea typeface="+mn-ea"/>
                <a:cs typeface="+mn-cs"/>
              </a:rPr>
              <a:t>: European Conference on Computer Vision</a:t>
            </a:r>
          </a:p>
          <a:p>
            <a:r>
              <a:rPr lang="en-US" sz="1200" b="0" i="0" u="none" strike="noStrike" kern="1200" dirty="0" err="1">
                <a:solidFill>
                  <a:schemeClr val="tx1"/>
                </a:solidFill>
                <a:effectLst/>
                <a:latin typeface="+mn-lt"/>
                <a:ea typeface="+mn-ea"/>
                <a:cs typeface="+mn-cs"/>
                <a:hlinkClick r:id="rId6"/>
              </a:rPr>
              <a:t>NeurIPS</a:t>
            </a:r>
            <a:r>
              <a:rPr lang="en-US" sz="1200" b="0" i="0" kern="1200" dirty="0">
                <a:solidFill>
                  <a:schemeClr val="tx1"/>
                </a:solidFill>
                <a:effectLst/>
                <a:latin typeface="+mn-lt"/>
                <a:ea typeface="+mn-ea"/>
                <a:cs typeface="+mn-cs"/>
              </a:rPr>
              <a:t>: Neural Information Processing Systems</a:t>
            </a:r>
          </a:p>
          <a:p>
            <a:endParaRPr lang="en-US" dirty="0"/>
          </a:p>
        </p:txBody>
      </p:sp>
      <p:sp>
        <p:nvSpPr>
          <p:cNvPr id="4" name="Slide Number Placeholder 3"/>
          <p:cNvSpPr>
            <a:spLocks noGrp="1"/>
          </p:cNvSpPr>
          <p:nvPr>
            <p:ph type="sldNum" sz="quarter" idx="5"/>
          </p:nvPr>
        </p:nvSpPr>
        <p:spPr/>
        <p:txBody>
          <a:bodyPr/>
          <a:lstStyle/>
          <a:p>
            <a:fld id="{BB1DEE26-9A22-42BD-AC0E-BD919174AFB5}" type="slidenum">
              <a:rPr lang="en-US" smtClean="0"/>
              <a:t>1</a:t>
            </a:fld>
            <a:endParaRPr lang="en-US"/>
          </a:p>
        </p:txBody>
      </p:sp>
    </p:spTree>
    <p:extLst>
      <p:ext uri="{BB962C8B-B14F-4D97-AF65-F5344CB8AC3E}">
        <p14:creationId xmlns:p14="http://schemas.microsoft.com/office/powerpoint/2010/main" val="172850588"/>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Visual Data is Ubiquitous…</a:t>
            </a:r>
          </a:p>
          <a:p>
            <a:r>
              <a:rPr lang="en-US" dirty="0"/>
              <a:t>Biological brains, whether of humans or animals, are amazing in how they work. Many tasks that seem very hard for computers are actually very easy for brains. For example, recognizing a face in a crowd, understanding speech, or walking on uneven ground are things that humans and animals can do without thinking much. This is what we mean when we say that “for biological brains, this is a trivial process.”</a:t>
            </a:r>
          </a:p>
        </p:txBody>
      </p:sp>
      <p:sp>
        <p:nvSpPr>
          <p:cNvPr id="4" name="Slide Number Placeholder 3"/>
          <p:cNvSpPr>
            <a:spLocks noGrp="1"/>
          </p:cNvSpPr>
          <p:nvPr>
            <p:ph type="sldNum" sz="quarter" idx="5"/>
          </p:nvPr>
        </p:nvSpPr>
        <p:spPr/>
        <p:txBody>
          <a:bodyPr/>
          <a:lstStyle/>
          <a:p>
            <a:fld id="{BB1DEE26-9A22-42BD-AC0E-BD919174AFB5}" type="slidenum">
              <a:rPr lang="en-US" smtClean="0"/>
              <a:t>5</a:t>
            </a:fld>
            <a:endParaRPr lang="en-US"/>
          </a:p>
        </p:txBody>
      </p:sp>
    </p:spTree>
    <p:extLst>
      <p:ext uri="{BB962C8B-B14F-4D97-AF65-F5344CB8AC3E}">
        <p14:creationId xmlns:p14="http://schemas.microsoft.com/office/powerpoint/2010/main" val="2341978859"/>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clown pic</a:t>
            </a:r>
          </a:p>
        </p:txBody>
      </p:sp>
      <p:sp>
        <p:nvSpPr>
          <p:cNvPr id="4" name="Slide Number Placeholder 3"/>
          <p:cNvSpPr>
            <a:spLocks noGrp="1"/>
          </p:cNvSpPr>
          <p:nvPr>
            <p:ph type="sldNum" sz="quarter" idx="5"/>
          </p:nvPr>
        </p:nvSpPr>
        <p:spPr/>
        <p:txBody>
          <a:bodyPr/>
          <a:lstStyle/>
          <a:p>
            <a:fld id="{BB1DEE26-9A22-42BD-AC0E-BD919174AFB5}" type="slidenum">
              <a:rPr lang="en-US" smtClean="0"/>
              <a:t>10</a:t>
            </a:fld>
            <a:endParaRPr lang="en-US"/>
          </a:p>
        </p:txBody>
      </p:sp>
    </p:spTree>
    <p:extLst>
      <p:ext uri="{BB962C8B-B14F-4D97-AF65-F5344CB8AC3E}">
        <p14:creationId xmlns:p14="http://schemas.microsoft.com/office/powerpoint/2010/main" val="360496710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Human answer concise/sparse</a:t>
            </a:r>
          </a:p>
          <a:p>
            <a:r>
              <a:rPr lang="en-US" dirty="0"/>
              <a:t>Human cant tell vision as ways explain all components…</a:t>
            </a:r>
          </a:p>
          <a:p>
            <a:r>
              <a:rPr lang="en-US" dirty="0"/>
              <a:t>Human answer subjective.</a:t>
            </a:r>
          </a:p>
          <a:p>
            <a:r>
              <a:rPr lang="en-US" dirty="0"/>
              <a:t>Illusion in Human Minds</a:t>
            </a:r>
          </a:p>
          <a:p>
            <a:r>
              <a:rPr lang="en-US" dirty="0"/>
              <a:t>Illusions are experiences where our minds are tricked into seeing or believing something that is not real. Human brains are powerful, but they do not always interpret information perfectly. Sometimes, what we see, hear, or feel is different from reality. This is called an illusion.</a:t>
            </a:r>
          </a:p>
        </p:txBody>
      </p:sp>
      <p:sp>
        <p:nvSpPr>
          <p:cNvPr id="4" name="Slide Number Placeholder 3"/>
          <p:cNvSpPr>
            <a:spLocks noGrp="1"/>
          </p:cNvSpPr>
          <p:nvPr>
            <p:ph type="sldNum" sz="quarter" idx="5"/>
          </p:nvPr>
        </p:nvSpPr>
        <p:spPr/>
        <p:txBody>
          <a:bodyPr/>
          <a:lstStyle/>
          <a:p>
            <a:fld id="{BB1DEE26-9A22-42BD-AC0E-BD919174AFB5}" type="slidenum">
              <a:rPr lang="en-US" smtClean="0"/>
              <a:t>11</a:t>
            </a:fld>
            <a:endParaRPr lang="en-US"/>
          </a:p>
        </p:txBody>
      </p:sp>
    </p:spTree>
    <p:extLst>
      <p:ext uri="{BB962C8B-B14F-4D97-AF65-F5344CB8AC3E}">
        <p14:creationId xmlns:p14="http://schemas.microsoft.com/office/powerpoint/2010/main" val="2802376372"/>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Convey belt</a:t>
            </a:r>
          </a:p>
        </p:txBody>
      </p:sp>
      <p:sp>
        <p:nvSpPr>
          <p:cNvPr id="4" name="Slide Number Placeholder 3"/>
          <p:cNvSpPr>
            <a:spLocks noGrp="1"/>
          </p:cNvSpPr>
          <p:nvPr>
            <p:ph type="sldNum" sz="quarter" idx="5"/>
          </p:nvPr>
        </p:nvSpPr>
        <p:spPr/>
        <p:txBody>
          <a:bodyPr/>
          <a:lstStyle/>
          <a:p>
            <a:fld id="{BB1DEE26-9A22-42BD-AC0E-BD919174AFB5}" type="slidenum">
              <a:rPr lang="en-US" smtClean="0"/>
              <a:t>17</a:t>
            </a:fld>
            <a:endParaRPr lang="en-US"/>
          </a:p>
        </p:txBody>
      </p:sp>
    </p:spTree>
    <p:extLst>
      <p:ext uri="{BB962C8B-B14F-4D97-AF65-F5344CB8AC3E}">
        <p14:creationId xmlns:p14="http://schemas.microsoft.com/office/powerpoint/2010/main" val="3776385039"/>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obj" preserve="1">
  <p:cSld name="Title Slide">
    <p:spTree>
      <p:nvGrpSpPr>
        <p:cNvPr id="1" name=""/>
        <p:cNvGrpSpPr/>
        <p:nvPr/>
      </p:nvGrpSpPr>
      <p:grpSpPr>
        <a:xfrm>
          <a:off x="0" y="0"/>
          <a:ext cx="0" cy="0"/>
          <a:chOff x="0" y="0"/>
          <a:chExt cx="0" cy="0"/>
        </a:xfrm>
      </p:grpSpPr>
      <p:sp>
        <p:nvSpPr>
          <p:cNvPr id="2" name="Holder 2"/>
          <p:cNvSpPr>
            <a:spLocks noGrp="1"/>
          </p:cNvSpPr>
          <p:nvPr>
            <p:ph type="ctrTitle"/>
          </p:nvPr>
        </p:nvSpPr>
        <p:spPr>
          <a:xfrm>
            <a:off x="345757" y="1072832"/>
            <a:ext cx="3918585" cy="726757"/>
          </a:xfrm>
          <a:prstGeom prst="rect">
            <a:avLst/>
          </a:prstGeom>
        </p:spPr>
        <p:txBody>
          <a:bodyPr wrap="square" lIns="0" tIns="0" rIns="0" bIns="0">
            <a:spAutoFit/>
          </a:bodyPr>
          <a:lstStyle>
            <a:lvl1pPr>
              <a:defRPr sz="1400" b="1" i="0">
                <a:solidFill>
                  <a:srgbClr val="4B81AE"/>
                </a:solidFill>
                <a:latin typeface="Arial"/>
                <a:cs typeface="Arial"/>
              </a:defRPr>
            </a:lvl1pPr>
          </a:lstStyle>
          <a:p>
            <a:endParaRPr/>
          </a:p>
        </p:txBody>
      </p:sp>
      <p:sp>
        <p:nvSpPr>
          <p:cNvPr id="3" name="Holder 3"/>
          <p:cNvSpPr>
            <a:spLocks noGrp="1"/>
          </p:cNvSpPr>
          <p:nvPr>
            <p:ph type="subTitle" idx="4"/>
          </p:nvPr>
        </p:nvSpPr>
        <p:spPr>
          <a:xfrm>
            <a:off x="691515" y="1938020"/>
            <a:ext cx="3227070" cy="865187"/>
          </a:xfrm>
          <a:prstGeom prst="rect">
            <a:avLst/>
          </a:prstGeom>
        </p:spPr>
        <p:txBody>
          <a:bodyPr wrap="square" lIns="0" tIns="0" rIns="0" bIns="0">
            <a:spAutoFit/>
          </a:bodyPr>
          <a:lstStyle>
            <a:lvl1pPr>
              <a:defRPr/>
            </a:lvl1pPr>
          </a:lstStyle>
          <a:p>
            <a:endParaRPr/>
          </a:p>
        </p:txBody>
      </p:sp>
      <p:sp>
        <p:nvSpPr>
          <p:cNvPr id="4" name="Holder 4"/>
          <p:cNvSpPr>
            <a:spLocks noGrp="1"/>
          </p:cNvSpPr>
          <p:nvPr>
            <p:ph type="ftr" sz="quarter" idx="5"/>
          </p:nvPr>
        </p:nvSpPr>
        <p:spPr/>
        <p:txBody>
          <a:bodyPr lIns="0" tIns="0" rIns="0" bIns="0"/>
          <a:lstStyle>
            <a:lvl1pPr>
              <a:defRPr sz="500" b="0" i="0">
                <a:solidFill>
                  <a:srgbClr val="333333"/>
                </a:solidFill>
                <a:latin typeface="Verdana"/>
                <a:cs typeface="Verdana"/>
              </a:defRPr>
            </a:lvl1pPr>
          </a:lstStyle>
          <a:p>
            <a:pPr marL="12700">
              <a:lnSpc>
                <a:spcPct val="100000"/>
              </a:lnSpc>
              <a:spcBef>
                <a:spcPts val="90"/>
              </a:spcBef>
            </a:pPr>
            <a:r>
              <a:rPr dirty="0"/>
              <a:t>Nazar</a:t>
            </a:r>
            <a:r>
              <a:rPr spc="85" dirty="0"/>
              <a:t> </a:t>
            </a:r>
            <a:r>
              <a:rPr spc="-20" dirty="0"/>
              <a:t>Khan</a:t>
            </a:r>
          </a:p>
        </p:txBody>
      </p:sp>
      <p:sp>
        <p:nvSpPr>
          <p:cNvPr id="5" name="Holder 5"/>
          <p:cNvSpPr>
            <a:spLocks noGrp="1"/>
          </p:cNvSpPr>
          <p:nvPr>
            <p:ph type="dt" sz="half" idx="6"/>
          </p:nvPr>
        </p:nvSpPr>
        <p:spPr/>
        <p:txBody>
          <a:bodyPr lIns="0" tIns="0" rIns="0" bIns="0"/>
          <a:lstStyle>
            <a:lvl1pPr algn="l">
              <a:defRPr>
                <a:solidFill>
                  <a:schemeClr val="tx1">
                    <a:tint val="75000"/>
                  </a:schemeClr>
                </a:solidFill>
              </a:defRPr>
            </a:lvl1pPr>
          </a:lstStyle>
          <a:p>
            <a:fld id="{1D8BD707-D9CF-40AE-B4C6-C98DA3205C09}" type="datetimeFigureOut">
              <a:rPr lang="en-US"/>
              <a:t>10/14/2025</a:t>
            </a:fld>
            <a:endParaRPr lang="en-US"/>
          </a:p>
        </p:txBody>
      </p:sp>
      <p:sp>
        <p:nvSpPr>
          <p:cNvPr id="6" name="Holder 6"/>
          <p:cNvSpPr>
            <a:spLocks noGrp="1"/>
          </p:cNvSpPr>
          <p:nvPr>
            <p:ph type="sldNum" sz="quarter" idx="7"/>
          </p:nvPr>
        </p:nvSpPr>
        <p:spPr/>
        <p:txBody>
          <a:bodyPr lIns="0" tIns="0" rIns="0" bIns="0"/>
          <a:lstStyle>
            <a:lvl1pPr>
              <a:defRPr sz="600" b="0" i="1">
                <a:solidFill>
                  <a:srgbClr val="333333"/>
                </a:solidFill>
                <a:latin typeface="Verdana"/>
                <a:cs typeface="Verdana"/>
              </a:defRPr>
            </a:lvl1pPr>
          </a:lstStyle>
          <a:p>
            <a:pPr marL="38100">
              <a:lnSpc>
                <a:spcPct val="100000"/>
              </a:lnSpc>
              <a:spcBef>
                <a:spcPts val="60"/>
              </a:spcBef>
            </a:pPr>
            <a:fld id="{81D60167-4931-47E6-BA6A-407CBD079E47}" type="slidenum">
              <a:rPr spc="-45" dirty="0"/>
              <a:t>‹#›</a:t>
            </a:fld>
            <a:r>
              <a:rPr spc="-90" dirty="0"/>
              <a:t> </a:t>
            </a:r>
            <a:r>
              <a:rPr spc="70" dirty="0"/>
              <a:t>/</a:t>
            </a:r>
            <a:r>
              <a:rPr spc="-85" dirty="0"/>
              <a:t> </a:t>
            </a:r>
            <a:r>
              <a:rPr spc="-25" dirty="0"/>
              <a:t>59</a:t>
            </a: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Holder 2"/>
          <p:cNvSpPr>
            <a:spLocks noGrp="1"/>
          </p:cNvSpPr>
          <p:nvPr>
            <p:ph type="title"/>
          </p:nvPr>
        </p:nvSpPr>
        <p:spPr/>
        <p:txBody>
          <a:bodyPr lIns="0" tIns="0" rIns="0" bIns="0"/>
          <a:lstStyle>
            <a:lvl1pPr>
              <a:defRPr sz="1400" b="1" i="0">
                <a:solidFill>
                  <a:srgbClr val="4B81AE"/>
                </a:solidFill>
                <a:latin typeface="Arial"/>
                <a:cs typeface="Arial"/>
              </a:defRPr>
            </a:lvl1pPr>
          </a:lstStyle>
          <a:p>
            <a:endParaRPr/>
          </a:p>
        </p:txBody>
      </p:sp>
      <p:sp>
        <p:nvSpPr>
          <p:cNvPr id="3" name="Holder 3"/>
          <p:cNvSpPr>
            <a:spLocks noGrp="1"/>
          </p:cNvSpPr>
          <p:nvPr>
            <p:ph type="body" idx="1"/>
          </p:nvPr>
        </p:nvSpPr>
        <p:spPr/>
        <p:txBody>
          <a:bodyPr lIns="0" tIns="0" rIns="0" bIns="0"/>
          <a:lstStyle>
            <a:lvl1pPr>
              <a:defRPr/>
            </a:lvl1pPr>
          </a:lstStyle>
          <a:p>
            <a:endParaRPr/>
          </a:p>
        </p:txBody>
      </p:sp>
      <p:sp>
        <p:nvSpPr>
          <p:cNvPr id="4" name="Holder 4"/>
          <p:cNvSpPr>
            <a:spLocks noGrp="1"/>
          </p:cNvSpPr>
          <p:nvPr>
            <p:ph type="ftr" sz="quarter" idx="5"/>
          </p:nvPr>
        </p:nvSpPr>
        <p:spPr/>
        <p:txBody>
          <a:bodyPr lIns="0" tIns="0" rIns="0" bIns="0"/>
          <a:lstStyle>
            <a:lvl1pPr>
              <a:defRPr sz="500" b="0" i="0">
                <a:solidFill>
                  <a:srgbClr val="333333"/>
                </a:solidFill>
                <a:latin typeface="Verdana"/>
                <a:cs typeface="Verdana"/>
              </a:defRPr>
            </a:lvl1pPr>
          </a:lstStyle>
          <a:p>
            <a:pPr marL="12700">
              <a:lnSpc>
                <a:spcPct val="100000"/>
              </a:lnSpc>
              <a:spcBef>
                <a:spcPts val="90"/>
              </a:spcBef>
            </a:pPr>
            <a:r>
              <a:rPr dirty="0"/>
              <a:t>Nazar</a:t>
            </a:r>
            <a:r>
              <a:rPr spc="85" dirty="0"/>
              <a:t> </a:t>
            </a:r>
            <a:r>
              <a:rPr spc="-20" dirty="0"/>
              <a:t>Khan</a:t>
            </a:r>
          </a:p>
        </p:txBody>
      </p:sp>
      <p:sp>
        <p:nvSpPr>
          <p:cNvPr id="5" name="Holder 5"/>
          <p:cNvSpPr>
            <a:spLocks noGrp="1"/>
          </p:cNvSpPr>
          <p:nvPr>
            <p:ph type="dt" sz="half" idx="6"/>
          </p:nvPr>
        </p:nvSpPr>
        <p:spPr/>
        <p:txBody>
          <a:bodyPr lIns="0" tIns="0" rIns="0" bIns="0"/>
          <a:lstStyle>
            <a:lvl1pPr algn="l">
              <a:defRPr>
                <a:solidFill>
                  <a:schemeClr val="tx1">
                    <a:tint val="75000"/>
                  </a:schemeClr>
                </a:solidFill>
              </a:defRPr>
            </a:lvl1pPr>
          </a:lstStyle>
          <a:p>
            <a:fld id="{1D8BD707-D9CF-40AE-B4C6-C98DA3205C09}" type="datetimeFigureOut">
              <a:rPr lang="en-US"/>
              <a:t>10/14/2025</a:t>
            </a:fld>
            <a:endParaRPr lang="en-US"/>
          </a:p>
        </p:txBody>
      </p:sp>
      <p:sp>
        <p:nvSpPr>
          <p:cNvPr id="6" name="Holder 6"/>
          <p:cNvSpPr>
            <a:spLocks noGrp="1"/>
          </p:cNvSpPr>
          <p:nvPr>
            <p:ph type="sldNum" sz="quarter" idx="7"/>
          </p:nvPr>
        </p:nvSpPr>
        <p:spPr/>
        <p:txBody>
          <a:bodyPr lIns="0" tIns="0" rIns="0" bIns="0"/>
          <a:lstStyle>
            <a:lvl1pPr>
              <a:defRPr sz="600" b="0" i="1">
                <a:solidFill>
                  <a:srgbClr val="333333"/>
                </a:solidFill>
                <a:latin typeface="Verdana"/>
                <a:cs typeface="Verdana"/>
              </a:defRPr>
            </a:lvl1pPr>
          </a:lstStyle>
          <a:p>
            <a:pPr marL="38100">
              <a:lnSpc>
                <a:spcPct val="100000"/>
              </a:lnSpc>
              <a:spcBef>
                <a:spcPts val="60"/>
              </a:spcBef>
            </a:pPr>
            <a:fld id="{81D60167-4931-47E6-BA6A-407CBD079E47}" type="slidenum">
              <a:rPr spc="-45" dirty="0"/>
              <a:t>‹#›</a:t>
            </a:fld>
            <a:r>
              <a:rPr spc="-90" dirty="0"/>
              <a:t> </a:t>
            </a:r>
            <a:r>
              <a:rPr spc="70" dirty="0"/>
              <a:t>/</a:t>
            </a:r>
            <a:r>
              <a:rPr spc="-85" dirty="0"/>
              <a:t> </a:t>
            </a:r>
            <a:r>
              <a:rPr spc="-25" dirty="0"/>
              <a:t>59</a:t>
            </a: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obj" preserve="1">
  <p:cSld name="Two Content">
    <p:spTree>
      <p:nvGrpSpPr>
        <p:cNvPr id="1" name=""/>
        <p:cNvGrpSpPr/>
        <p:nvPr/>
      </p:nvGrpSpPr>
      <p:grpSpPr>
        <a:xfrm>
          <a:off x="0" y="0"/>
          <a:ext cx="0" cy="0"/>
          <a:chOff x="0" y="0"/>
          <a:chExt cx="0" cy="0"/>
        </a:xfrm>
      </p:grpSpPr>
      <p:sp>
        <p:nvSpPr>
          <p:cNvPr id="2" name="Holder 2"/>
          <p:cNvSpPr>
            <a:spLocks noGrp="1"/>
          </p:cNvSpPr>
          <p:nvPr>
            <p:ph type="title"/>
          </p:nvPr>
        </p:nvSpPr>
        <p:spPr/>
        <p:txBody>
          <a:bodyPr lIns="0" tIns="0" rIns="0" bIns="0"/>
          <a:lstStyle>
            <a:lvl1pPr>
              <a:defRPr sz="1400" b="1" i="0">
                <a:solidFill>
                  <a:srgbClr val="4B81AE"/>
                </a:solidFill>
                <a:latin typeface="Arial"/>
                <a:cs typeface="Arial"/>
              </a:defRPr>
            </a:lvl1pPr>
          </a:lstStyle>
          <a:p>
            <a:endParaRPr/>
          </a:p>
        </p:txBody>
      </p:sp>
      <p:sp>
        <p:nvSpPr>
          <p:cNvPr id="3" name="Holder 3"/>
          <p:cNvSpPr>
            <a:spLocks noGrp="1"/>
          </p:cNvSpPr>
          <p:nvPr>
            <p:ph sz="half" idx="2"/>
          </p:nvPr>
        </p:nvSpPr>
        <p:spPr>
          <a:xfrm>
            <a:off x="230505" y="795972"/>
            <a:ext cx="2005393" cy="2284095"/>
          </a:xfrm>
          <a:prstGeom prst="rect">
            <a:avLst/>
          </a:prstGeom>
        </p:spPr>
        <p:txBody>
          <a:bodyPr wrap="square" lIns="0" tIns="0" rIns="0" bIns="0">
            <a:spAutoFit/>
          </a:bodyPr>
          <a:lstStyle>
            <a:lvl1pPr>
              <a:defRPr/>
            </a:lvl1pPr>
          </a:lstStyle>
          <a:p>
            <a:endParaRPr/>
          </a:p>
        </p:txBody>
      </p:sp>
      <p:sp>
        <p:nvSpPr>
          <p:cNvPr id="4" name="Holder 4"/>
          <p:cNvSpPr>
            <a:spLocks noGrp="1"/>
          </p:cNvSpPr>
          <p:nvPr>
            <p:ph sz="half" idx="3"/>
          </p:nvPr>
        </p:nvSpPr>
        <p:spPr>
          <a:xfrm>
            <a:off x="2374201" y="795972"/>
            <a:ext cx="2005393" cy="2284095"/>
          </a:xfrm>
          <a:prstGeom prst="rect">
            <a:avLst/>
          </a:prstGeom>
        </p:spPr>
        <p:txBody>
          <a:bodyPr wrap="square" lIns="0" tIns="0" rIns="0" bIns="0">
            <a:spAutoFit/>
          </a:bodyPr>
          <a:lstStyle>
            <a:lvl1pPr>
              <a:defRPr/>
            </a:lvl1pPr>
          </a:lstStyle>
          <a:p>
            <a:endParaRPr/>
          </a:p>
        </p:txBody>
      </p:sp>
      <p:sp>
        <p:nvSpPr>
          <p:cNvPr id="5" name="Holder 5"/>
          <p:cNvSpPr>
            <a:spLocks noGrp="1"/>
          </p:cNvSpPr>
          <p:nvPr>
            <p:ph type="ftr" sz="quarter" idx="5"/>
          </p:nvPr>
        </p:nvSpPr>
        <p:spPr/>
        <p:txBody>
          <a:bodyPr lIns="0" tIns="0" rIns="0" bIns="0"/>
          <a:lstStyle>
            <a:lvl1pPr>
              <a:defRPr sz="500" b="0" i="0">
                <a:solidFill>
                  <a:srgbClr val="333333"/>
                </a:solidFill>
                <a:latin typeface="Verdana"/>
                <a:cs typeface="Verdana"/>
              </a:defRPr>
            </a:lvl1pPr>
          </a:lstStyle>
          <a:p>
            <a:pPr marL="12700">
              <a:lnSpc>
                <a:spcPct val="100000"/>
              </a:lnSpc>
              <a:spcBef>
                <a:spcPts val="90"/>
              </a:spcBef>
            </a:pPr>
            <a:r>
              <a:rPr dirty="0"/>
              <a:t>Nazar</a:t>
            </a:r>
            <a:r>
              <a:rPr spc="85" dirty="0"/>
              <a:t> </a:t>
            </a:r>
            <a:r>
              <a:rPr spc="-20" dirty="0"/>
              <a:t>Khan</a:t>
            </a:r>
          </a:p>
        </p:txBody>
      </p:sp>
      <p:sp>
        <p:nvSpPr>
          <p:cNvPr id="6" name="Holder 6"/>
          <p:cNvSpPr>
            <a:spLocks noGrp="1"/>
          </p:cNvSpPr>
          <p:nvPr>
            <p:ph type="dt" sz="half" idx="6"/>
          </p:nvPr>
        </p:nvSpPr>
        <p:spPr/>
        <p:txBody>
          <a:bodyPr lIns="0" tIns="0" rIns="0" bIns="0"/>
          <a:lstStyle>
            <a:lvl1pPr algn="l">
              <a:defRPr>
                <a:solidFill>
                  <a:schemeClr val="tx1">
                    <a:tint val="75000"/>
                  </a:schemeClr>
                </a:solidFill>
              </a:defRPr>
            </a:lvl1pPr>
          </a:lstStyle>
          <a:p>
            <a:fld id="{1D8BD707-D9CF-40AE-B4C6-C98DA3205C09}" type="datetimeFigureOut">
              <a:rPr lang="en-US"/>
              <a:t>10/14/2025</a:t>
            </a:fld>
            <a:endParaRPr lang="en-US"/>
          </a:p>
        </p:txBody>
      </p:sp>
      <p:sp>
        <p:nvSpPr>
          <p:cNvPr id="7" name="Holder 7"/>
          <p:cNvSpPr>
            <a:spLocks noGrp="1"/>
          </p:cNvSpPr>
          <p:nvPr>
            <p:ph type="sldNum" sz="quarter" idx="7"/>
          </p:nvPr>
        </p:nvSpPr>
        <p:spPr/>
        <p:txBody>
          <a:bodyPr lIns="0" tIns="0" rIns="0" bIns="0"/>
          <a:lstStyle>
            <a:lvl1pPr>
              <a:defRPr sz="600" b="0" i="1">
                <a:solidFill>
                  <a:srgbClr val="333333"/>
                </a:solidFill>
                <a:latin typeface="Verdana"/>
                <a:cs typeface="Verdana"/>
              </a:defRPr>
            </a:lvl1pPr>
          </a:lstStyle>
          <a:p>
            <a:pPr marL="38100">
              <a:lnSpc>
                <a:spcPct val="100000"/>
              </a:lnSpc>
              <a:spcBef>
                <a:spcPts val="60"/>
              </a:spcBef>
            </a:pPr>
            <a:fld id="{81D60167-4931-47E6-BA6A-407CBD079E47}" type="slidenum">
              <a:rPr spc="-45" dirty="0"/>
              <a:t>‹#›</a:t>
            </a:fld>
            <a:r>
              <a:rPr spc="-90" dirty="0"/>
              <a:t> </a:t>
            </a:r>
            <a:r>
              <a:rPr spc="70" dirty="0"/>
              <a:t>/</a:t>
            </a:r>
            <a:r>
              <a:rPr spc="-85" dirty="0"/>
              <a:t> </a:t>
            </a:r>
            <a:r>
              <a:rPr spc="-25" dirty="0"/>
              <a:t>59</a:t>
            </a: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obj" preserve="1">
  <p:cSld name="Title Only">
    <p:spTree>
      <p:nvGrpSpPr>
        <p:cNvPr id="1" name=""/>
        <p:cNvGrpSpPr/>
        <p:nvPr/>
      </p:nvGrpSpPr>
      <p:grpSpPr>
        <a:xfrm>
          <a:off x="0" y="0"/>
          <a:ext cx="0" cy="0"/>
          <a:chOff x="0" y="0"/>
          <a:chExt cx="0" cy="0"/>
        </a:xfrm>
      </p:grpSpPr>
      <p:sp>
        <p:nvSpPr>
          <p:cNvPr id="2" name="Holder 2"/>
          <p:cNvSpPr>
            <a:spLocks noGrp="1"/>
          </p:cNvSpPr>
          <p:nvPr>
            <p:ph type="title"/>
          </p:nvPr>
        </p:nvSpPr>
        <p:spPr/>
        <p:txBody>
          <a:bodyPr lIns="0" tIns="0" rIns="0" bIns="0"/>
          <a:lstStyle>
            <a:lvl1pPr>
              <a:defRPr sz="1400" b="1" i="0">
                <a:solidFill>
                  <a:srgbClr val="4B81AE"/>
                </a:solidFill>
                <a:latin typeface="Arial"/>
                <a:cs typeface="Arial"/>
              </a:defRPr>
            </a:lvl1pPr>
          </a:lstStyle>
          <a:p>
            <a:endParaRPr/>
          </a:p>
        </p:txBody>
      </p:sp>
      <p:sp>
        <p:nvSpPr>
          <p:cNvPr id="3" name="Holder 3"/>
          <p:cNvSpPr>
            <a:spLocks noGrp="1"/>
          </p:cNvSpPr>
          <p:nvPr>
            <p:ph type="ftr" sz="quarter" idx="5"/>
          </p:nvPr>
        </p:nvSpPr>
        <p:spPr/>
        <p:txBody>
          <a:bodyPr lIns="0" tIns="0" rIns="0" bIns="0"/>
          <a:lstStyle>
            <a:lvl1pPr>
              <a:defRPr sz="500" b="0" i="0">
                <a:solidFill>
                  <a:srgbClr val="333333"/>
                </a:solidFill>
                <a:latin typeface="Verdana"/>
                <a:cs typeface="Verdana"/>
              </a:defRPr>
            </a:lvl1pPr>
          </a:lstStyle>
          <a:p>
            <a:pPr marL="12700">
              <a:lnSpc>
                <a:spcPct val="100000"/>
              </a:lnSpc>
              <a:spcBef>
                <a:spcPts val="90"/>
              </a:spcBef>
            </a:pPr>
            <a:r>
              <a:rPr dirty="0"/>
              <a:t>Nazar</a:t>
            </a:r>
            <a:r>
              <a:rPr spc="85" dirty="0"/>
              <a:t> </a:t>
            </a:r>
            <a:r>
              <a:rPr spc="-20" dirty="0"/>
              <a:t>Khan</a:t>
            </a:r>
          </a:p>
        </p:txBody>
      </p:sp>
      <p:sp>
        <p:nvSpPr>
          <p:cNvPr id="4" name="Holder 4"/>
          <p:cNvSpPr>
            <a:spLocks noGrp="1"/>
          </p:cNvSpPr>
          <p:nvPr>
            <p:ph type="dt" sz="half" idx="6"/>
          </p:nvPr>
        </p:nvSpPr>
        <p:spPr/>
        <p:txBody>
          <a:bodyPr lIns="0" tIns="0" rIns="0" bIns="0"/>
          <a:lstStyle>
            <a:lvl1pPr algn="l">
              <a:defRPr>
                <a:solidFill>
                  <a:schemeClr val="tx1">
                    <a:tint val="75000"/>
                  </a:schemeClr>
                </a:solidFill>
              </a:defRPr>
            </a:lvl1pPr>
          </a:lstStyle>
          <a:p>
            <a:fld id="{1D8BD707-D9CF-40AE-B4C6-C98DA3205C09}" type="datetimeFigureOut">
              <a:rPr lang="en-US"/>
              <a:t>10/14/2025</a:t>
            </a:fld>
            <a:endParaRPr lang="en-US"/>
          </a:p>
        </p:txBody>
      </p:sp>
      <p:sp>
        <p:nvSpPr>
          <p:cNvPr id="5" name="Holder 5"/>
          <p:cNvSpPr>
            <a:spLocks noGrp="1"/>
          </p:cNvSpPr>
          <p:nvPr>
            <p:ph type="sldNum" sz="quarter" idx="7"/>
          </p:nvPr>
        </p:nvSpPr>
        <p:spPr/>
        <p:txBody>
          <a:bodyPr lIns="0" tIns="0" rIns="0" bIns="0"/>
          <a:lstStyle>
            <a:lvl1pPr>
              <a:defRPr sz="600" b="0" i="1">
                <a:solidFill>
                  <a:srgbClr val="333333"/>
                </a:solidFill>
                <a:latin typeface="Verdana"/>
                <a:cs typeface="Verdana"/>
              </a:defRPr>
            </a:lvl1pPr>
          </a:lstStyle>
          <a:p>
            <a:pPr marL="38100">
              <a:lnSpc>
                <a:spcPct val="100000"/>
              </a:lnSpc>
              <a:spcBef>
                <a:spcPts val="60"/>
              </a:spcBef>
            </a:pPr>
            <a:fld id="{81D60167-4931-47E6-BA6A-407CBD079E47}" type="slidenum">
              <a:rPr spc="-45" dirty="0"/>
              <a:t>‹#›</a:t>
            </a:fld>
            <a:r>
              <a:rPr spc="-90" dirty="0"/>
              <a:t> </a:t>
            </a:r>
            <a:r>
              <a:rPr spc="70" dirty="0"/>
              <a:t>/</a:t>
            </a:r>
            <a:r>
              <a:rPr spc="-85" dirty="0"/>
              <a:t> </a:t>
            </a:r>
            <a:r>
              <a:rPr spc="-25" dirty="0"/>
              <a:t>59</a:t>
            </a: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obj" preserve="1">
  <p:cSld name="Blank">
    <p:spTree>
      <p:nvGrpSpPr>
        <p:cNvPr id="1" name=""/>
        <p:cNvGrpSpPr/>
        <p:nvPr/>
      </p:nvGrpSpPr>
      <p:grpSpPr>
        <a:xfrm>
          <a:off x="0" y="0"/>
          <a:ext cx="0" cy="0"/>
          <a:chOff x="0" y="0"/>
          <a:chExt cx="0" cy="0"/>
        </a:xfrm>
      </p:grpSpPr>
      <p:sp>
        <p:nvSpPr>
          <p:cNvPr id="2" name="Holder 2"/>
          <p:cNvSpPr>
            <a:spLocks noGrp="1"/>
          </p:cNvSpPr>
          <p:nvPr>
            <p:ph type="ftr" sz="quarter" idx="5"/>
          </p:nvPr>
        </p:nvSpPr>
        <p:spPr/>
        <p:txBody>
          <a:bodyPr lIns="0" tIns="0" rIns="0" bIns="0"/>
          <a:lstStyle>
            <a:lvl1pPr>
              <a:defRPr sz="500" b="0" i="0">
                <a:solidFill>
                  <a:srgbClr val="333333"/>
                </a:solidFill>
                <a:latin typeface="Verdana"/>
                <a:cs typeface="Verdana"/>
              </a:defRPr>
            </a:lvl1pPr>
          </a:lstStyle>
          <a:p>
            <a:pPr marL="12700">
              <a:lnSpc>
                <a:spcPct val="100000"/>
              </a:lnSpc>
              <a:spcBef>
                <a:spcPts val="90"/>
              </a:spcBef>
            </a:pPr>
            <a:r>
              <a:rPr dirty="0"/>
              <a:t>Nazar</a:t>
            </a:r>
            <a:r>
              <a:rPr spc="85" dirty="0"/>
              <a:t> </a:t>
            </a:r>
            <a:r>
              <a:rPr spc="-20" dirty="0"/>
              <a:t>Khan</a:t>
            </a:r>
          </a:p>
        </p:txBody>
      </p:sp>
      <p:sp>
        <p:nvSpPr>
          <p:cNvPr id="3" name="Holder 3"/>
          <p:cNvSpPr>
            <a:spLocks noGrp="1"/>
          </p:cNvSpPr>
          <p:nvPr>
            <p:ph type="dt" sz="half" idx="6"/>
          </p:nvPr>
        </p:nvSpPr>
        <p:spPr/>
        <p:txBody>
          <a:bodyPr lIns="0" tIns="0" rIns="0" bIns="0"/>
          <a:lstStyle>
            <a:lvl1pPr algn="l">
              <a:defRPr>
                <a:solidFill>
                  <a:schemeClr val="tx1">
                    <a:tint val="75000"/>
                  </a:schemeClr>
                </a:solidFill>
              </a:defRPr>
            </a:lvl1pPr>
          </a:lstStyle>
          <a:p>
            <a:fld id="{1D8BD707-D9CF-40AE-B4C6-C98DA3205C09}" type="datetimeFigureOut">
              <a:rPr lang="en-US"/>
              <a:t>10/14/2025</a:t>
            </a:fld>
            <a:endParaRPr lang="en-US"/>
          </a:p>
        </p:txBody>
      </p:sp>
      <p:sp>
        <p:nvSpPr>
          <p:cNvPr id="4" name="Holder 4"/>
          <p:cNvSpPr>
            <a:spLocks noGrp="1"/>
          </p:cNvSpPr>
          <p:nvPr>
            <p:ph type="sldNum" sz="quarter" idx="7"/>
          </p:nvPr>
        </p:nvSpPr>
        <p:spPr/>
        <p:txBody>
          <a:bodyPr lIns="0" tIns="0" rIns="0" bIns="0"/>
          <a:lstStyle>
            <a:lvl1pPr>
              <a:defRPr sz="600" b="0" i="1">
                <a:solidFill>
                  <a:srgbClr val="333333"/>
                </a:solidFill>
                <a:latin typeface="Verdana"/>
                <a:cs typeface="Verdana"/>
              </a:defRPr>
            </a:lvl1pPr>
          </a:lstStyle>
          <a:p>
            <a:pPr marL="38100">
              <a:lnSpc>
                <a:spcPct val="100000"/>
              </a:lnSpc>
              <a:spcBef>
                <a:spcPts val="60"/>
              </a:spcBef>
            </a:pPr>
            <a:fld id="{81D60167-4931-47E6-BA6A-407CBD079E47}" type="slidenum">
              <a:rPr spc="-45" dirty="0"/>
              <a:t>‹#›</a:t>
            </a:fld>
            <a:r>
              <a:rPr spc="-90" dirty="0"/>
              <a:t> </a:t>
            </a:r>
            <a:r>
              <a:rPr spc="70" dirty="0"/>
              <a:t>/</a:t>
            </a:r>
            <a:r>
              <a:rPr spc="-85" dirty="0"/>
              <a:t> </a:t>
            </a:r>
            <a:r>
              <a:rPr spc="-25" dirty="0"/>
              <a:t>59</a:t>
            </a:r>
          </a:p>
        </p:txBody>
      </p:sp>
    </p:spTree>
  </p:cSld>
  <p:clrMapOvr>
    <a:masterClrMapping/>
  </p:clrMapOvr>
</p:sldLayout>
</file>

<file path=ppt/slideMasters/_rels/slideMaster1.xml.rels><?xml version="1.0" encoding="UTF-8" standalone="yes"?>
<Relationships xmlns="http://schemas.openxmlformats.org/package/2006/relationships"><Relationship Id="rId3" Type="http://schemas.openxmlformats.org/officeDocument/2006/relationships/slideLayout" Target="../slideLayouts/slideLayout3.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theme" Target="../theme/theme1.xml"/><Relationship Id="rId5" Type="http://schemas.openxmlformats.org/officeDocument/2006/relationships/slideLayout" Target="../slideLayouts/slideLayout5.xml"/><Relationship Id="rId4" Type="http://schemas.openxmlformats.org/officeDocument/2006/relationships/slideLayout" Target="../slideLayouts/slideLayout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 name="Holder 2"/>
          <p:cNvSpPr>
            <a:spLocks noGrp="1"/>
          </p:cNvSpPr>
          <p:nvPr>
            <p:ph type="title"/>
          </p:nvPr>
        </p:nvSpPr>
        <p:spPr>
          <a:xfrm>
            <a:off x="1208138" y="856765"/>
            <a:ext cx="2192654" cy="244475"/>
          </a:xfrm>
          <a:prstGeom prst="rect">
            <a:avLst/>
          </a:prstGeom>
        </p:spPr>
        <p:txBody>
          <a:bodyPr wrap="square" lIns="0" tIns="0" rIns="0" bIns="0">
            <a:spAutoFit/>
          </a:bodyPr>
          <a:lstStyle>
            <a:lvl1pPr>
              <a:defRPr sz="1400" b="1" i="0">
                <a:solidFill>
                  <a:srgbClr val="4B81AE"/>
                </a:solidFill>
                <a:latin typeface="Arial"/>
                <a:cs typeface="Arial"/>
              </a:defRPr>
            </a:lvl1pPr>
          </a:lstStyle>
          <a:p>
            <a:endParaRPr/>
          </a:p>
        </p:txBody>
      </p:sp>
      <p:sp>
        <p:nvSpPr>
          <p:cNvPr id="3" name="Holder 3"/>
          <p:cNvSpPr>
            <a:spLocks noGrp="1"/>
          </p:cNvSpPr>
          <p:nvPr>
            <p:ph type="body" idx="1"/>
          </p:nvPr>
        </p:nvSpPr>
        <p:spPr>
          <a:xfrm>
            <a:off x="230505" y="795972"/>
            <a:ext cx="4149090" cy="2284095"/>
          </a:xfrm>
          <a:prstGeom prst="rect">
            <a:avLst/>
          </a:prstGeom>
        </p:spPr>
        <p:txBody>
          <a:bodyPr wrap="square" lIns="0" tIns="0" rIns="0" bIns="0">
            <a:spAutoFit/>
          </a:bodyPr>
          <a:lstStyle>
            <a:lvl1pPr>
              <a:defRPr/>
            </a:lvl1pPr>
          </a:lstStyle>
          <a:p>
            <a:endParaRPr/>
          </a:p>
        </p:txBody>
      </p:sp>
      <p:sp>
        <p:nvSpPr>
          <p:cNvPr id="4" name="Holder 4"/>
          <p:cNvSpPr>
            <a:spLocks noGrp="1"/>
          </p:cNvSpPr>
          <p:nvPr>
            <p:ph type="ftr" sz="quarter" idx="5"/>
          </p:nvPr>
        </p:nvSpPr>
        <p:spPr>
          <a:xfrm>
            <a:off x="56134" y="3341044"/>
            <a:ext cx="425450" cy="111125"/>
          </a:xfrm>
          <a:prstGeom prst="rect">
            <a:avLst/>
          </a:prstGeom>
        </p:spPr>
        <p:txBody>
          <a:bodyPr wrap="square" lIns="0" tIns="0" rIns="0" bIns="0">
            <a:spAutoFit/>
          </a:bodyPr>
          <a:lstStyle>
            <a:lvl1pPr>
              <a:defRPr sz="500" b="0" i="0">
                <a:solidFill>
                  <a:srgbClr val="333333"/>
                </a:solidFill>
                <a:latin typeface="Verdana"/>
                <a:cs typeface="Verdana"/>
              </a:defRPr>
            </a:lvl1pPr>
          </a:lstStyle>
          <a:p>
            <a:pPr marL="12700">
              <a:lnSpc>
                <a:spcPct val="100000"/>
              </a:lnSpc>
              <a:spcBef>
                <a:spcPts val="90"/>
              </a:spcBef>
            </a:pPr>
            <a:r>
              <a:rPr dirty="0"/>
              <a:t>Nazar</a:t>
            </a:r>
            <a:r>
              <a:rPr spc="85" dirty="0"/>
              <a:t> </a:t>
            </a:r>
            <a:r>
              <a:rPr spc="-20" dirty="0"/>
              <a:t>Khan</a:t>
            </a:r>
          </a:p>
        </p:txBody>
      </p:sp>
      <p:sp>
        <p:nvSpPr>
          <p:cNvPr id="5" name="Holder 5"/>
          <p:cNvSpPr>
            <a:spLocks noGrp="1"/>
          </p:cNvSpPr>
          <p:nvPr>
            <p:ph type="dt" sz="half" idx="6"/>
          </p:nvPr>
        </p:nvSpPr>
        <p:spPr>
          <a:xfrm>
            <a:off x="230505" y="3218497"/>
            <a:ext cx="1060323" cy="173037"/>
          </a:xfrm>
          <a:prstGeom prst="rect">
            <a:avLst/>
          </a:prstGeom>
        </p:spPr>
        <p:txBody>
          <a:bodyPr wrap="square" lIns="0" tIns="0" rIns="0" bIns="0">
            <a:spAutoFit/>
          </a:bodyPr>
          <a:lstStyle>
            <a:lvl1pPr algn="l">
              <a:defRPr>
                <a:solidFill>
                  <a:schemeClr val="tx1">
                    <a:tint val="75000"/>
                  </a:schemeClr>
                </a:solidFill>
              </a:defRPr>
            </a:lvl1pPr>
          </a:lstStyle>
          <a:p>
            <a:fld id="{1D8BD707-D9CF-40AE-B4C6-C98DA3205C09}" type="datetimeFigureOut">
              <a:rPr lang="en-US"/>
              <a:t>10/14/2025</a:t>
            </a:fld>
            <a:endParaRPr lang="en-US"/>
          </a:p>
        </p:txBody>
      </p:sp>
      <p:sp>
        <p:nvSpPr>
          <p:cNvPr id="6" name="Holder 6"/>
          <p:cNvSpPr>
            <a:spLocks noGrp="1"/>
          </p:cNvSpPr>
          <p:nvPr>
            <p:ph type="sldNum" sz="quarter" idx="7"/>
          </p:nvPr>
        </p:nvSpPr>
        <p:spPr>
          <a:xfrm>
            <a:off x="2554764" y="3332022"/>
            <a:ext cx="303580" cy="122554"/>
          </a:xfrm>
          <a:prstGeom prst="rect">
            <a:avLst/>
          </a:prstGeom>
        </p:spPr>
        <p:txBody>
          <a:bodyPr wrap="square" lIns="0" tIns="0" rIns="0" bIns="0">
            <a:spAutoFit/>
          </a:bodyPr>
          <a:lstStyle>
            <a:lvl1pPr>
              <a:defRPr sz="600" b="0" i="1">
                <a:solidFill>
                  <a:srgbClr val="333333"/>
                </a:solidFill>
                <a:latin typeface="Verdana"/>
                <a:cs typeface="Verdana"/>
              </a:defRPr>
            </a:lvl1pPr>
          </a:lstStyle>
          <a:p>
            <a:pPr marL="38100">
              <a:lnSpc>
                <a:spcPct val="100000"/>
              </a:lnSpc>
              <a:spcBef>
                <a:spcPts val="60"/>
              </a:spcBef>
            </a:pPr>
            <a:fld id="{81D60167-4931-47E6-BA6A-407CBD079E47}" type="slidenum">
              <a:rPr spc="-45" dirty="0"/>
              <a:t>‹#›</a:t>
            </a:fld>
            <a:r>
              <a:rPr spc="-90" dirty="0"/>
              <a:t> </a:t>
            </a:r>
            <a:r>
              <a:rPr spc="70" dirty="0"/>
              <a:t>/</a:t>
            </a:r>
            <a:r>
              <a:rPr spc="-85" dirty="0"/>
              <a:t> </a:t>
            </a:r>
            <a:r>
              <a:rPr spc="-25" dirty="0"/>
              <a:t>59</a:t>
            </a:r>
          </a:p>
        </p:txBody>
      </p:sp>
    </p:spTree>
  </p:cSld>
  <p:clrMap bg1="lt1" tx1="dk1" bg2="lt2" tx2="dk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Lst>
  <p:txStyles>
    <p:titleStyle>
      <a:lvl1pPr>
        <a:defRPr>
          <a:latin typeface="+mj-lt"/>
          <a:ea typeface="+mj-ea"/>
          <a:cs typeface="+mj-cs"/>
        </a:defRPr>
      </a:lvl1pPr>
    </p:titleStyle>
    <p:bodyStyle>
      <a:lvl1pPr marL="0">
        <a:defRPr>
          <a:latin typeface="+mn-lt"/>
          <a:ea typeface="+mn-ea"/>
          <a:cs typeface="+mn-cs"/>
        </a:defRPr>
      </a:lvl1pPr>
      <a:lvl2pPr marL="457200">
        <a:defRPr>
          <a:latin typeface="+mn-lt"/>
          <a:ea typeface="+mn-ea"/>
          <a:cs typeface="+mn-cs"/>
        </a:defRPr>
      </a:lvl2pPr>
      <a:lvl3pPr marL="914400">
        <a:defRPr>
          <a:latin typeface="+mn-lt"/>
          <a:ea typeface="+mn-ea"/>
          <a:cs typeface="+mn-cs"/>
        </a:defRPr>
      </a:lvl3pPr>
      <a:lvl4pPr marL="1371600">
        <a:defRPr>
          <a:latin typeface="+mn-lt"/>
          <a:ea typeface="+mn-ea"/>
          <a:cs typeface="+mn-cs"/>
        </a:defRPr>
      </a:lvl4pPr>
      <a:lvl5pPr marL="1828800">
        <a:defRPr>
          <a:latin typeface="+mn-lt"/>
          <a:ea typeface="+mn-ea"/>
          <a:cs typeface="+mn-cs"/>
        </a:defRPr>
      </a:lvl5pPr>
      <a:lvl6pPr marL="2286000">
        <a:defRPr>
          <a:latin typeface="+mn-lt"/>
          <a:ea typeface="+mn-ea"/>
          <a:cs typeface="+mn-cs"/>
        </a:defRPr>
      </a:lvl6pPr>
      <a:lvl7pPr marL="2743200">
        <a:defRPr>
          <a:latin typeface="+mn-lt"/>
          <a:ea typeface="+mn-ea"/>
          <a:cs typeface="+mn-cs"/>
        </a:defRPr>
      </a:lvl7pPr>
      <a:lvl8pPr marL="3200400">
        <a:defRPr>
          <a:latin typeface="+mn-lt"/>
          <a:ea typeface="+mn-ea"/>
          <a:cs typeface="+mn-cs"/>
        </a:defRPr>
      </a:lvl8pPr>
      <a:lvl9pPr marL="3657600">
        <a:defRPr>
          <a:latin typeface="+mn-lt"/>
          <a:ea typeface="+mn-ea"/>
          <a:cs typeface="+mn-cs"/>
        </a:defRPr>
      </a:lvl9pPr>
    </p:bodyStyle>
    <p:otherStyle>
      <a:lvl1pPr marL="0">
        <a:defRPr>
          <a:latin typeface="+mn-lt"/>
          <a:ea typeface="+mn-ea"/>
          <a:cs typeface="+mn-cs"/>
        </a:defRPr>
      </a:lvl1pPr>
      <a:lvl2pPr marL="457200">
        <a:defRPr>
          <a:latin typeface="+mn-lt"/>
          <a:ea typeface="+mn-ea"/>
          <a:cs typeface="+mn-cs"/>
        </a:defRPr>
      </a:lvl2pPr>
      <a:lvl3pPr marL="914400">
        <a:defRPr>
          <a:latin typeface="+mn-lt"/>
          <a:ea typeface="+mn-ea"/>
          <a:cs typeface="+mn-cs"/>
        </a:defRPr>
      </a:lvl3pPr>
      <a:lvl4pPr marL="1371600">
        <a:defRPr>
          <a:latin typeface="+mn-lt"/>
          <a:ea typeface="+mn-ea"/>
          <a:cs typeface="+mn-cs"/>
        </a:defRPr>
      </a:lvl4pPr>
      <a:lvl5pPr marL="1828800">
        <a:defRPr>
          <a:latin typeface="+mn-lt"/>
          <a:ea typeface="+mn-ea"/>
          <a:cs typeface="+mn-cs"/>
        </a:defRPr>
      </a:lvl5pPr>
      <a:lvl6pPr marL="2286000">
        <a:defRPr>
          <a:latin typeface="+mn-lt"/>
          <a:ea typeface="+mn-ea"/>
          <a:cs typeface="+mn-cs"/>
        </a:defRPr>
      </a:lvl6pPr>
      <a:lvl7pPr marL="2743200">
        <a:defRPr>
          <a:latin typeface="+mn-lt"/>
          <a:ea typeface="+mn-ea"/>
          <a:cs typeface="+mn-cs"/>
        </a:defRPr>
      </a:lvl7pPr>
      <a:lvl8pPr marL="3200400">
        <a:defRPr>
          <a:latin typeface="+mn-lt"/>
          <a:ea typeface="+mn-ea"/>
          <a:cs typeface="+mn-cs"/>
        </a:defRPr>
      </a:lvl8pPr>
      <a:lvl9pPr marL="3657600">
        <a:defRPr>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2.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image" Target="../media/image1.jpg"/><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3" Type="http://schemas.openxmlformats.org/officeDocument/2006/relationships/slide" Target="slide5.xml"/><Relationship Id="rId2" Type="http://schemas.openxmlformats.org/officeDocument/2006/relationships/notesSlide" Target="../notesSlides/notesSlide2.xml"/><Relationship Id="rId1" Type="http://schemas.openxmlformats.org/officeDocument/2006/relationships/slideLayout" Target="../slideLayouts/slideLayout5.xml"/><Relationship Id="rId5" Type="http://schemas.openxmlformats.org/officeDocument/2006/relationships/slide" Target="slide1.xml"/><Relationship Id="rId4" Type="http://schemas.openxmlformats.org/officeDocument/2006/relationships/image" Target="../media/image2.png"/></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3" Type="http://schemas.openxmlformats.org/officeDocument/2006/relationships/image" Target="../media/image4.jpeg"/><Relationship Id="rId2" Type="http://schemas.openxmlformats.org/officeDocument/2006/relationships/image" Target="../media/image3.emf"/><Relationship Id="rId1" Type="http://schemas.openxmlformats.org/officeDocument/2006/relationships/slideLayout" Target="../slideLayouts/slideLayout2.xml"/><Relationship Id="rId4" Type="http://schemas.openxmlformats.org/officeDocument/2006/relationships/image" Target="../media/image5.jpeg"/></Relationships>
</file>

<file path=ppt/slides/_rels/slide8.xml.rels><?xml version="1.0" encoding="UTF-8" standalone="yes"?>
<Relationships xmlns="http://schemas.openxmlformats.org/package/2006/relationships"><Relationship Id="rId2" Type="http://schemas.openxmlformats.org/officeDocument/2006/relationships/image" Target="../media/image6.jpg"/><Relationship Id="rId1" Type="http://schemas.openxmlformats.org/officeDocument/2006/relationships/slideLayout" Target="../slideLayouts/slideLayout4.xml"/></Relationships>
</file>

<file path=ppt/slides/_rels/slide9.xml.rels><?xml version="1.0" encoding="UTF-8" standalone="yes"?>
<Relationships xmlns="http://schemas.openxmlformats.org/package/2006/relationships"><Relationship Id="rId3" Type="http://schemas.openxmlformats.org/officeDocument/2006/relationships/slide" Target="slide5.xml"/><Relationship Id="rId2" Type="http://schemas.openxmlformats.org/officeDocument/2006/relationships/image" Target="../media/image7.png"/><Relationship Id="rId1" Type="http://schemas.openxmlformats.org/officeDocument/2006/relationships/slideLayout" Target="../slideLayouts/slideLayout5.xml"/><Relationship Id="rId5" Type="http://schemas.openxmlformats.org/officeDocument/2006/relationships/slide" Target="slide1.xml"/><Relationship Id="rId4" Type="http://schemas.openxmlformats.org/officeDocument/2006/relationships/image" Target="../media/image8.png"/></Relationships>
</file>

<file path=ppt/slides/_rels/slide10.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notesSlide" Target="../notesSlides/notesSlide3.xml"/><Relationship Id="rId1" Type="http://schemas.openxmlformats.org/officeDocument/2006/relationships/slideLayout" Target="../slideLayouts/slideLayout5.xml"/><Relationship Id="rId6" Type="http://schemas.openxmlformats.org/officeDocument/2006/relationships/slide" Target="slide1.xml"/><Relationship Id="rId5" Type="http://schemas.openxmlformats.org/officeDocument/2006/relationships/image" Target="../media/image10.png"/><Relationship Id="rId4" Type="http://schemas.openxmlformats.org/officeDocument/2006/relationships/slide" Target="slide5.xml"/></Relationships>
</file>

<file path=ppt/slides/_rels/slide11.xml.rels><?xml version="1.0" encoding="UTF-8" standalone="yes"?>
<Relationships xmlns="http://schemas.openxmlformats.org/package/2006/relationships"><Relationship Id="rId8" Type="http://schemas.openxmlformats.org/officeDocument/2006/relationships/image" Target="../media/image15.jpg"/><Relationship Id="rId3" Type="http://schemas.openxmlformats.org/officeDocument/2006/relationships/image" Target="../media/image11.png"/><Relationship Id="rId7" Type="http://schemas.openxmlformats.org/officeDocument/2006/relationships/image" Target="../media/image14.png"/><Relationship Id="rId2" Type="http://schemas.openxmlformats.org/officeDocument/2006/relationships/notesSlide" Target="../notesSlides/notesSlide4.xml"/><Relationship Id="rId1" Type="http://schemas.openxmlformats.org/officeDocument/2006/relationships/slideLayout" Target="../slideLayouts/slideLayout5.xml"/><Relationship Id="rId6" Type="http://schemas.openxmlformats.org/officeDocument/2006/relationships/image" Target="../media/image13.png"/><Relationship Id="rId5" Type="http://schemas.openxmlformats.org/officeDocument/2006/relationships/image" Target="../media/image12.jpg"/><Relationship Id="rId4" Type="http://schemas.openxmlformats.org/officeDocument/2006/relationships/slide" Target="slide5.xml"/><Relationship Id="rId9" Type="http://schemas.openxmlformats.org/officeDocument/2006/relationships/slide" Target="slide1.xml"/></Relationships>
</file>

<file path=ppt/slides/_rels/slide12.xml.rels><?xml version="1.0" encoding="UTF-8" standalone="yes"?>
<Relationships xmlns="http://schemas.openxmlformats.org/package/2006/relationships"><Relationship Id="rId3" Type="http://schemas.openxmlformats.org/officeDocument/2006/relationships/slide" Target="slide1.xml"/><Relationship Id="rId2" Type="http://schemas.openxmlformats.org/officeDocument/2006/relationships/image" Target="../media/image16.png"/><Relationship Id="rId1" Type="http://schemas.openxmlformats.org/officeDocument/2006/relationships/slideLayout" Target="../slideLayouts/slideLayout5.xml"/></Relationships>
</file>

<file path=ppt/slides/_rels/slide13.xml.rels><?xml version="1.0" encoding="UTF-8" standalone="yes"?>
<Relationships xmlns="http://schemas.openxmlformats.org/package/2006/relationships"><Relationship Id="rId3" Type="http://schemas.openxmlformats.org/officeDocument/2006/relationships/image" Target="../media/image18.png"/><Relationship Id="rId2" Type="http://schemas.openxmlformats.org/officeDocument/2006/relationships/image" Target="../media/image17.png"/><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3" Type="http://schemas.openxmlformats.org/officeDocument/2006/relationships/image" Target="../media/image20.jpeg"/><Relationship Id="rId7" Type="http://schemas.openxmlformats.org/officeDocument/2006/relationships/image" Target="../media/image24.jpeg"/><Relationship Id="rId2" Type="http://schemas.openxmlformats.org/officeDocument/2006/relationships/image" Target="../media/image19.jpeg"/><Relationship Id="rId1" Type="http://schemas.openxmlformats.org/officeDocument/2006/relationships/slideLayout" Target="../slideLayouts/slideLayout2.xml"/><Relationship Id="rId6" Type="http://schemas.openxmlformats.org/officeDocument/2006/relationships/image" Target="../media/image23.jpeg"/><Relationship Id="rId5" Type="http://schemas.openxmlformats.org/officeDocument/2006/relationships/image" Target="../media/image22.jpeg"/><Relationship Id="rId4" Type="http://schemas.openxmlformats.org/officeDocument/2006/relationships/image" Target="../media/image21.jpeg"/></Relationships>
</file>

<file path=ppt/slides/_rels/slide15.xml.rels><?xml version="1.0" encoding="UTF-8" standalone="yes"?>
<Relationships xmlns="http://schemas.openxmlformats.org/package/2006/relationships"><Relationship Id="rId3" Type="http://schemas.openxmlformats.org/officeDocument/2006/relationships/slide" Target="slide5.xml"/><Relationship Id="rId2" Type="http://schemas.openxmlformats.org/officeDocument/2006/relationships/image" Target="../media/image25.png"/><Relationship Id="rId1" Type="http://schemas.openxmlformats.org/officeDocument/2006/relationships/slideLayout" Target="../slideLayouts/slideLayout5.xml"/><Relationship Id="rId4" Type="http://schemas.openxmlformats.org/officeDocument/2006/relationships/slide" Target="slide1.xml"/></Relationships>
</file>

<file path=ppt/slides/_rels/slide16.xml.rels><?xml version="1.0" encoding="UTF-8" standalone="yes"?>
<Relationships xmlns="http://schemas.openxmlformats.org/package/2006/relationships"><Relationship Id="rId3" Type="http://schemas.openxmlformats.org/officeDocument/2006/relationships/slide" Target="slide5.xml"/><Relationship Id="rId2" Type="http://schemas.openxmlformats.org/officeDocument/2006/relationships/image" Target="../media/image26.png"/><Relationship Id="rId1" Type="http://schemas.openxmlformats.org/officeDocument/2006/relationships/slideLayout" Target="../slideLayouts/slideLayout5.xml"/><Relationship Id="rId5" Type="http://schemas.openxmlformats.org/officeDocument/2006/relationships/slide" Target="slide1.xml"/><Relationship Id="rId4" Type="http://schemas.openxmlformats.org/officeDocument/2006/relationships/image" Target="../media/image27.png"/></Relationships>
</file>

<file path=ppt/slides/_rels/slide17.xml.rels><?xml version="1.0" encoding="UTF-8" standalone="yes"?>
<Relationships xmlns="http://schemas.openxmlformats.org/package/2006/relationships"><Relationship Id="rId8" Type="http://schemas.openxmlformats.org/officeDocument/2006/relationships/slide" Target="slide1.xml"/><Relationship Id="rId3" Type="http://schemas.openxmlformats.org/officeDocument/2006/relationships/image" Target="../media/image28.png"/><Relationship Id="rId7" Type="http://schemas.openxmlformats.org/officeDocument/2006/relationships/image" Target="../media/image31.jpg"/><Relationship Id="rId2" Type="http://schemas.openxmlformats.org/officeDocument/2006/relationships/notesSlide" Target="../notesSlides/notesSlide5.xml"/><Relationship Id="rId1" Type="http://schemas.openxmlformats.org/officeDocument/2006/relationships/slideLayout" Target="../slideLayouts/slideLayout5.xml"/><Relationship Id="rId6" Type="http://schemas.openxmlformats.org/officeDocument/2006/relationships/image" Target="../media/image30.jpg"/><Relationship Id="rId5" Type="http://schemas.openxmlformats.org/officeDocument/2006/relationships/image" Target="../media/image29.jpg"/><Relationship Id="rId4" Type="http://schemas.openxmlformats.org/officeDocument/2006/relationships/slide" Target="slide5.xml"/></Relationships>
</file>

<file path=ppt/slides/_rels/slide18.xml.rels><?xml version="1.0" encoding="UTF-8" standalone="yes"?>
<Relationships xmlns="http://schemas.openxmlformats.org/package/2006/relationships"><Relationship Id="rId3" Type="http://schemas.openxmlformats.org/officeDocument/2006/relationships/image" Target="../media/image32.png"/><Relationship Id="rId2" Type="http://schemas.openxmlformats.org/officeDocument/2006/relationships/slide" Target="slide5.xml"/><Relationship Id="rId1" Type="http://schemas.openxmlformats.org/officeDocument/2006/relationships/slideLayout" Target="../slideLayouts/slideLayout5.xml"/><Relationship Id="rId5" Type="http://schemas.openxmlformats.org/officeDocument/2006/relationships/slide" Target="slide1.xml"/><Relationship Id="rId4" Type="http://schemas.openxmlformats.org/officeDocument/2006/relationships/image" Target="../media/image33.jpg"/></Relationships>
</file>

<file path=ppt/slides/_rels/slide19.xml.rels><?xml version="1.0" encoding="UTF-8" standalone="yes"?>
<Relationships xmlns="http://schemas.openxmlformats.org/package/2006/relationships"><Relationship Id="rId3" Type="http://schemas.openxmlformats.org/officeDocument/2006/relationships/image" Target="../media/image34.png"/><Relationship Id="rId2" Type="http://schemas.openxmlformats.org/officeDocument/2006/relationships/slide" Target="slide5.xml"/><Relationship Id="rId1" Type="http://schemas.openxmlformats.org/officeDocument/2006/relationships/slideLayout" Target="../slideLayouts/slideLayout5.xml"/><Relationship Id="rId5" Type="http://schemas.openxmlformats.org/officeDocument/2006/relationships/slide" Target="slide1.xml"/><Relationship Id="rId4" Type="http://schemas.openxmlformats.org/officeDocument/2006/relationships/image" Target="../media/image35.jpg"/></Relationships>
</file>

<file path=ppt/slides/_rels/slide20.xml.rels><?xml version="1.0" encoding="UTF-8" standalone="yes"?>
<Relationships xmlns="http://schemas.openxmlformats.org/package/2006/relationships"><Relationship Id="rId3" Type="http://schemas.openxmlformats.org/officeDocument/2006/relationships/image" Target="../media/image36.png"/><Relationship Id="rId2" Type="http://schemas.openxmlformats.org/officeDocument/2006/relationships/slide" Target="slide5.xml"/><Relationship Id="rId1" Type="http://schemas.openxmlformats.org/officeDocument/2006/relationships/slideLayout" Target="../slideLayouts/slideLayout5.xml"/><Relationship Id="rId5" Type="http://schemas.openxmlformats.org/officeDocument/2006/relationships/slide" Target="slide1.xml"/><Relationship Id="rId4" Type="http://schemas.openxmlformats.org/officeDocument/2006/relationships/image" Target="../media/image37.jpg"/></Relationships>
</file>

<file path=ppt/slides/_rels/slide21.xml.rels><?xml version="1.0" encoding="UTF-8" standalone="yes"?>
<Relationships xmlns="http://schemas.openxmlformats.org/package/2006/relationships"><Relationship Id="rId3" Type="http://schemas.openxmlformats.org/officeDocument/2006/relationships/slide" Target="slide47.xml"/><Relationship Id="rId7" Type="http://schemas.openxmlformats.org/officeDocument/2006/relationships/slide" Target="slide1.xml"/><Relationship Id="rId2" Type="http://schemas.openxmlformats.org/officeDocument/2006/relationships/slide" Target="slide5.xml"/><Relationship Id="rId1" Type="http://schemas.openxmlformats.org/officeDocument/2006/relationships/slideLayout" Target="../slideLayouts/slideLayout5.xml"/><Relationship Id="rId6" Type="http://schemas.openxmlformats.org/officeDocument/2006/relationships/image" Target="../media/image39.jpg"/><Relationship Id="rId5" Type="http://schemas.openxmlformats.org/officeDocument/2006/relationships/image" Target="../media/image38.png"/><Relationship Id="rId4" Type="http://schemas.openxmlformats.org/officeDocument/2006/relationships/slide" Target="slide55.xml"/></Relationships>
</file>

<file path=ppt/slides/_rels/slide22.xml.rels><?xml version="1.0" encoding="UTF-8" standalone="yes"?>
<Relationships xmlns="http://schemas.openxmlformats.org/package/2006/relationships"><Relationship Id="rId3" Type="http://schemas.openxmlformats.org/officeDocument/2006/relationships/image" Target="../media/image41.jpg"/><Relationship Id="rId2" Type="http://schemas.openxmlformats.org/officeDocument/2006/relationships/image" Target="../media/image40.jpg"/><Relationship Id="rId1" Type="http://schemas.openxmlformats.org/officeDocument/2006/relationships/slideLayout" Target="../slideLayouts/slideLayout4.xml"/><Relationship Id="rId5" Type="http://schemas.openxmlformats.org/officeDocument/2006/relationships/image" Target="../media/image43.jpg"/><Relationship Id="rId4" Type="http://schemas.openxmlformats.org/officeDocument/2006/relationships/image" Target="../media/image42.jpg"/></Relationships>
</file>

<file path=ppt/slides/_rels/slide23.xml.rels><?xml version="1.0" encoding="UTF-8" standalone="yes"?>
<Relationships xmlns="http://schemas.openxmlformats.org/package/2006/relationships"><Relationship Id="rId3" Type="http://schemas.openxmlformats.org/officeDocument/2006/relationships/image" Target="../media/image45.jpg"/><Relationship Id="rId2" Type="http://schemas.openxmlformats.org/officeDocument/2006/relationships/image" Target="../media/image44.jpg"/><Relationship Id="rId1" Type="http://schemas.openxmlformats.org/officeDocument/2006/relationships/slideLayout" Target="../slideLayouts/slideLayout4.xml"/><Relationship Id="rId4" Type="http://schemas.openxmlformats.org/officeDocument/2006/relationships/image" Target="../media/image46.jpg"/></Relationships>
</file>

<file path=ppt/slides/_rels/slide24.xml.rels><?xml version="1.0" encoding="UTF-8" standalone="yes"?>
<Relationships xmlns="http://schemas.openxmlformats.org/package/2006/relationships"><Relationship Id="rId2" Type="http://schemas.openxmlformats.org/officeDocument/2006/relationships/image" Target="../media/image47.jpg"/><Relationship Id="rId1" Type="http://schemas.openxmlformats.org/officeDocument/2006/relationships/slideLayout" Target="../slideLayouts/slideLayout4.xml"/></Relationships>
</file>

<file path=ppt/slides/_rels/slide25.xml.rels><?xml version="1.0" encoding="UTF-8" standalone="yes"?>
<Relationships xmlns="http://schemas.openxmlformats.org/package/2006/relationships"><Relationship Id="rId2" Type="http://schemas.openxmlformats.org/officeDocument/2006/relationships/image" Target="../media/image48.jpg"/><Relationship Id="rId1" Type="http://schemas.openxmlformats.org/officeDocument/2006/relationships/slideLayout" Target="../slideLayouts/slideLayout4.xml"/></Relationships>
</file>

<file path=ppt/slides/_rels/slide26.xml.rels><?xml version="1.0" encoding="UTF-8" standalone="yes"?>
<Relationships xmlns="http://schemas.openxmlformats.org/package/2006/relationships"><Relationship Id="rId3" Type="http://schemas.openxmlformats.org/officeDocument/2006/relationships/slide" Target="slide47.xml"/><Relationship Id="rId7" Type="http://schemas.openxmlformats.org/officeDocument/2006/relationships/slide" Target="slide1.xml"/><Relationship Id="rId2" Type="http://schemas.openxmlformats.org/officeDocument/2006/relationships/slide" Target="slide5.xml"/><Relationship Id="rId1" Type="http://schemas.openxmlformats.org/officeDocument/2006/relationships/slideLayout" Target="../slideLayouts/slideLayout5.xml"/><Relationship Id="rId6" Type="http://schemas.openxmlformats.org/officeDocument/2006/relationships/image" Target="../media/image50.jpg"/><Relationship Id="rId5" Type="http://schemas.openxmlformats.org/officeDocument/2006/relationships/image" Target="../media/image49.png"/><Relationship Id="rId4" Type="http://schemas.openxmlformats.org/officeDocument/2006/relationships/slide" Target="slide55.xml"/></Relationships>
</file>

<file path=ppt/slides/_rels/slide27.xml.rels><?xml version="1.0" encoding="UTF-8" standalone="yes"?>
<Relationships xmlns="http://schemas.openxmlformats.org/package/2006/relationships"><Relationship Id="rId3" Type="http://schemas.openxmlformats.org/officeDocument/2006/relationships/slide" Target="slide47.xml"/><Relationship Id="rId7" Type="http://schemas.openxmlformats.org/officeDocument/2006/relationships/slide" Target="slide1.xml"/><Relationship Id="rId2" Type="http://schemas.openxmlformats.org/officeDocument/2006/relationships/slide" Target="slide5.xml"/><Relationship Id="rId1" Type="http://schemas.openxmlformats.org/officeDocument/2006/relationships/slideLayout" Target="../slideLayouts/slideLayout5.xml"/><Relationship Id="rId6" Type="http://schemas.openxmlformats.org/officeDocument/2006/relationships/image" Target="../media/image52.jpg"/><Relationship Id="rId5" Type="http://schemas.openxmlformats.org/officeDocument/2006/relationships/image" Target="../media/image51.png"/><Relationship Id="rId4" Type="http://schemas.openxmlformats.org/officeDocument/2006/relationships/slide" Target="slide55.xml"/></Relationships>
</file>

<file path=ppt/slides/_rels/slide28.xml.rels><?xml version="1.0" encoding="UTF-8" standalone="yes"?>
<Relationships xmlns="http://schemas.openxmlformats.org/package/2006/relationships"><Relationship Id="rId3" Type="http://schemas.openxmlformats.org/officeDocument/2006/relationships/slide" Target="slide55.xml"/><Relationship Id="rId7" Type="http://schemas.openxmlformats.org/officeDocument/2006/relationships/slide" Target="slide1.xml"/><Relationship Id="rId2" Type="http://schemas.openxmlformats.org/officeDocument/2006/relationships/slide" Target="slide47.xml"/><Relationship Id="rId1" Type="http://schemas.openxmlformats.org/officeDocument/2006/relationships/slideLayout" Target="../slideLayouts/slideLayout5.xml"/><Relationship Id="rId6" Type="http://schemas.openxmlformats.org/officeDocument/2006/relationships/image" Target="../media/image54.jpg"/><Relationship Id="rId5" Type="http://schemas.openxmlformats.org/officeDocument/2006/relationships/slide" Target="slide5.xml"/><Relationship Id="rId4" Type="http://schemas.openxmlformats.org/officeDocument/2006/relationships/image" Target="../media/image53.png"/></Relationships>
</file>

<file path=ppt/slides/_rels/slide29.xml.rels><?xml version="1.0" encoding="UTF-8" standalone="yes"?>
<Relationships xmlns="http://schemas.openxmlformats.org/package/2006/relationships"><Relationship Id="rId3" Type="http://schemas.openxmlformats.org/officeDocument/2006/relationships/slide" Target="slide47.xml"/><Relationship Id="rId7" Type="http://schemas.openxmlformats.org/officeDocument/2006/relationships/slide" Target="slide1.xml"/><Relationship Id="rId2" Type="http://schemas.openxmlformats.org/officeDocument/2006/relationships/slide" Target="slide5.xml"/><Relationship Id="rId1" Type="http://schemas.openxmlformats.org/officeDocument/2006/relationships/slideLayout" Target="../slideLayouts/slideLayout5.xml"/><Relationship Id="rId6" Type="http://schemas.openxmlformats.org/officeDocument/2006/relationships/image" Target="../media/image56.jpg"/><Relationship Id="rId5" Type="http://schemas.openxmlformats.org/officeDocument/2006/relationships/image" Target="../media/image55.png"/><Relationship Id="rId4" Type="http://schemas.openxmlformats.org/officeDocument/2006/relationships/slide" Target="slide55.xml"/></Relationships>
</file>

<file path=ppt/slides/_rels/slide30.xml.rels><?xml version="1.0" encoding="UTF-8" standalone="yes"?>
<Relationships xmlns="http://schemas.openxmlformats.org/package/2006/relationships"><Relationship Id="rId3" Type="http://schemas.openxmlformats.org/officeDocument/2006/relationships/slide" Target="slide47.xml"/><Relationship Id="rId7" Type="http://schemas.openxmlformats.org/officeDocument/2006/relationships/slide" Target="slide1.xml"/><Relationship Id="rId2" Type="http://schemas.openxmlformats.org/officeDocument/2006/relationships/slide" Target="slide5.xml"/><Relationship Id="rId1" Type="http://schemas.openxmlformats.org/officeDocument/2006/relationships/slideLayout" Target="../slideLayouts/slideLayout5.xml"/><Relationship Id="rId6" Type="http://schemas.openxmlformats.org/officeDocument/2006/relationships/image" Target="../media/image58.jpg"/><Relationship Id="rId5" Type="http://schemas.openxmlformats.org/officeDocument/2006/relationships/image" Target="../media/image57.png"/><Relationship Id="rId4" Type="http://schemas.openxmlformats.org/officeDocument/2006/relationships/slide" Target="slide55.xml"/></Relationships>
</file>

<file path=ppt/slides/_rels/slide31.xml.rels><?xml version="1.0" encoding="UTF-8" standalone="yes"?>
<Relationships xmlns="http://schemas.openxmlformats.org/package/2006/relationships"><Relationship Id="rId3" Type="http://schemas.openxmlformats.org/officeDocument/2006/relationships/slide" Target="slide55.xml"/><Relationship Id="rId7" Type="http://schemas.openxmlformats.org/officeDocument/2006/relationships/slide" Target="slide1.xml"/><Relationship Id="rId2" Type="http://schemas.openxmlformats.org/officeDocument/2006/relationships/slide" Target="slide47.xml"/><Relationship Id="rId1" Type="http://schemas.openxmlformats.org/officeDocument/2006/relationships/slideLayout" Target="../slideLayouts/slideLayout5.xml"/><Relationship Id="rId6" Type="http://schemas.openxmlformats.org/officeDocument/2006/relationships/image" Target="../media/image60.jpg"/><Relationship Id="rId5" Type="http://schemas.openxmlformats.org/officeDocument/2006/relationships/slide" Target="slide5.xml"/><Relationship Id="rId4" Type="http://schemas.openxmlformats.org/officeDocument/2006/relationships/image" Target="../media/image59.png"/></Relationships>
</file>

<file path=ppt/slides/_rels/slide32.xml.rels><?xml version="1.0" encoding="UTF-8" standalone="yes"?>
<Relationships xmlns="http://schemas.openxmlformats.org/package/2006/relationships"><Relationship Id="rId3" Type="http://schemas.openxmlformats.org/officeDocument/2006/relationships/slide" Target="slide55.xml"/><Relationship Id="rId7" Type="http://schemas.openxmlformats.org/officeDocument/2006/relationships/slide" Target="slide1.xml"/><Relationship Id="rId2" Type="http://schemas.openxmlformats.org/officeDocument/2006/relationships/slide" Target="slide47.xml"/><Relationship Id="rId1" Type="http://schemas.openxmlformats.org/officeDocument/2006/relationships/slideLayout" Target="../slideLayouts/slideLayout5.xml"/><Relationship Id="rId6" Type="http://schemas.openxmlformats.org/officeDocument/2006/relationships/image" Target="../media/image62.jpg"/><Relationship Id="rId5" Type="http://schemas.openxmlformats.org/officeDocument/2006/relationships/slide" Target="slide5.xml"/><Relationship Id="rId4" Type="http://schemas.openxmlformats.org/officeDocument/2006/relationships/image" Target="../media/image61.png"/></Relationships>
</file>

<file path=ppt/slides/_rels/slide33.xml.rels><?xml version="1.0" encoding="UTF-8" standalone="yes"?>
<Relationships xmlns="http://schemas.openxmlformats.org/package/2006/relationships"><Relationship Id="rId3" Type="http://schemas.openxmlformats.org/officeDocument/2006/relationships/slide" Target="slide55.xml"/><Relationship Id="rId7" Type="http://schemas.openxmlformats.org/officeDocument/2006/relationships/slide" Target="slide1.xml"/><Relationship Id="rId2" Type="http://schemas.openxmlformats.org/officeDocument/2006/relationships/slide" Target="slide47.xml"/><Relationship Id="rId1" Type="http://schemas.openxmlformats.org/officeDocument/2006/relationships/slideLayout" Target="../slideLayouts/slideLayout5.xml"/><Relationship Id="rId6" Type="http://schemas.openxmlformats.org/officeDocument/2006/relationships/image" Target="../media/image64.jpg"/><Relationship Id="rId5" Type="http://schemas.openxmlformats.org/officeDocument/2006/relationships/slide" Target="slide5.xml"/><Relationship Id="rId4" Type="http://schemas.openxmlformats.org/officeDocument/2006/relationships/image" Target="../media/image63.png"/></Relationships>
</file>

<file path=ppt/slides/_rels/slide34.xml.rels><?xml version="1.0" encoding="UTF-8" standalone="yes"?>
<Relationships xmlns="http://schemas.openxmlformats.org/package/2006/relationships"><Relationship Id="rId8" Type="http://schemas.openxmlformats.org/officeDocument/2006/relationships/image" Target="../media/image68.jpg"/><Relationship Id="rId3" Type="http://schemas.openxmlformats.org/officeDocument/2006/relationships/slide" Target="slide55.xml"/><Relationship Id="rId7" Type="http://schemas.openxmlformats.org/officeDocument/2006/relationships/image" Target="../media/image67.jpg"/><Relationship Id="rId2" Type="http://schemas.openxmlformats.org/officeDocument/2006/relationships/slide" Target="slide47.xml"/><Relationship Id="rId1" Type="http://schemas.openxmlformats.org/officeDocument/2006/relationships/slideLayout" Target="../slideLayouts/slideLayout5.xml"/><Relationship Id="rId6" Type="http://schemas.openxmlformats.org/officeDocument/2006/relationships/image" Target="../media/image66.jpg"/><Relationship Id="rId5" Type="http://schemas.openxmlformats.org/officeDocument/2006/relationships/slide" Target="slide5.xml"/><Relationship Id="rId4" Type="http://schemas.openxmlformats.org/officeDocument/2006/relationships/image" Target="../media/image65.png"/><Relationship Id="rId9" Type="http://schemas.openxmlformats.org/officeDocument/2006/relationships/slide" Target="slide1.xml"/></Relationships>
</file>

<file path=ppt/slides/_rels/slide35.xml.rels><?xml version="1.0" encoding="UTF-8" standalone="yes"?>
<Relationships xmlns="http://schemas.openxmlformats.org/package/2006/relationships"><Relationship Id="rId3" Type="http://schemas.openxmlformats.org/officeDocument/2006/relationships/slide" Target="slide55.xml"/><Relationship Id="rId7" Type="http://schemas.openxmlformats.org/officeDocument/2006/relationships/slide" Target="slide1.xml"/><Relationship Id="rId2" Type="http://schemas.openxmlformats.org/officeDocument/2006/relationships/slide" Target="slide47.xml"/><Relationship Id="rId1" Type="http://schemas.openxmlformats.org/officeDocument/2006/relationships/slideLayout" Target="../slideLayouts/slideLayout5.xml"/><Relationship Id="rId6" Type="http://schemas.openxmlformats.org/officeDocument/2006/relationships/image" Target="../media/image70.jpg"/><Relationship Id="rId5" Type="http://schemas.openxmlformats.org/officeDocument/2006/relationships/slide" Target="slide5.xml"/><Relationship Id="rId4" Type="http://schemas.openxmlformats.org/officeDocument/2006/relationships/image" Target="../media/image69.png"/></Relationships>
</file>

<file path=ppt/slides/_rels/slide36.xml.rels><?xml version="1.0" encoding="UTF-8" standalone="yes"?>
<Relationships xmlns="http://schemas.openxmlformats.org/package/2006/relationships"><Relationship Id="rId3" Type="http://schemas.openxmlformats.org/officeDocument/2006/relationships/slide" Target="slide55.xml"/><Relationship Id="rId7" Type="http://schemas.openxmlformats.org/officeDocument/2006/relationships/slide" Target="slide1.xml"/><Relationship Id="rId2" Type="http://schemas.openxmlformats.org/officeDocument/2006/relationships/slide" Target="slide47.xml"/><Relationship Id="rId1" Type="http://schemas.openxmlformats.org/officeDocument/2006/relationships/slideLayout" Target="../slideLayouts/slideLayout5.xml"/><Relationship Id="rId6" Type="http://schemas.openxmlformats.org/officeDocument/2006/relationships/image" Target="../media/image72.jpg"/><Relationship Id="rId5" Type="http://schemas.openxmlformats.org/officeDocument/2006/relationships/slide" Target="slide5.xml"/><Relationship Id="rId4" Type="http://schemas.openxmlformats.org/officeDocument/2006/relationships/image" Target="../media/image71.png"/></Relationships>
</file>

<file path=ppt/slides/_rels/slide37.xml.rels><?xml version="1.0" encoding="UTF-8" standalone="yes"?>
<Relationships xmlns="http://schemas.openxmlformats.org/package/2006/relationships"><Relationship Id="rId3" Type="http://schemas.openxmlformats.org/officeDocument/2006/relationships/slide" Target="slide55.xml"/><Relationship Id="rId7" Type="http://schemas.openxmlformats.org/officeDocument/2006/relationships/slide" Target="slide1.xml"/><Relationship Id="rId2" Type="http://schemas.openxmlformats.org/officeDocument/2006/relationships/slide" Target="slide47.xml"/><Relationship Id="rId1" Type="http://schemas.openxmlformats.org/officeDocument/2006/relationships/slideLayout" Target="../slideLayouts/slideLayout5.xml"/><Relationship Id="rId6" Type="http://schemas.openxmlformats.org/officeDocument/2006/relationships/image" Target="../media/image74.jpg"/><Relationship Id="rId5" Type="http://schemas.openxmlformats.org/officeDocument/2006/relationships/slide" Target="slide5.xml"/><Relationship Id="rId4" Type="http://schemas.openxmlformats.org/officeDocument/2006/relationships/image" Target="../media/image73.png"/></Relationships>
</file>

<file path=ppt/slides/_rels/slide38.xml.rels><?xml version="1.0" encoding="UTF-8" standalone="yes"?>
<Relationships xmlns="http://schemas.openxmlformats.org/package/2006/relationships"><Relationship Id="rId3" Type="http://schemas.openxmlformats.org/officeDocument/2006/relationships/slide" Target="slide55.xml"/><Relationship Id="rId7" Type="http://schemas.openxmlformats.org/officeDocument/2006/relationships/slide" Target="slide1.xml"/><Relationship Id="rId2" Type="http://schemas.openxmlformats.org/officeDocument/2006/relationships/slide" Target="slide47.xml"/><Relationship Id="rId1" Type="http://schemas.openxmlformats.org/officeDocument/2006/relationships/slideLayout" Target="../slideLayouts/slideLayout5.xml"/><Relationship Id="rId6" Type="http://schemas.openxmlformats.org/officeDocument/2006/relationships/image" Target="../media/image76.jpg"/><Relationship Id="rId5" Type="http://schemas.openxmlformats.org/officeDocument/2006/relationships/slide" Target="slide5.xml"/><Relationship Id="rId4" Type="http://schemas.openxmlformats.org/officeDocument/2006/relationships/image" Target="../media/image75.png"/></Relationships>
</file>

<file path=ppt/slides/_rels/slide39.xml.rels><?xml version="1.0" encoding="UTF-8" standalone="yes"?>
<Relationships xmlns="http://schemas.openxmlformats.org/package/2006/relationships"><Relationship Id="rId3" Type="http://schemas.openxmlformats.org/officeDocument/2006/relationships/slide" Target="slide47.xml"/><Relationship Id="rId7" Type="http://schemas.openxmlformats.org/officeDocument/2006/relationships/slide" Target="slide1.xml"/><Relationship Id="rId2" Type="http://schemas.openxmlformats.org/officeDocument/2006/relationships/slide" Target="slide5.xml"/><Relationship Id="rId1" Type="http://schemas.openxmlformats.org/officeDocument/2006/relationships/slideLayout" Target="../slideLayouts/slideLayout5.xml"/><Relationship Id="rId6" Type="http://schemas.openxmlformats.org/officeDocument/2006/relationships/image" Target="../media/image78.jpg"/><Relationship Id="rId5" Type="http://schemas.openxmlformats.org/officeDocument/2006/relationships/image" Target="../media/image77.png"/><Relationship Id="rId4" Type="http://schemas.openxmlformats.org/officeDocument/2006/relationships/slide" Target="slide55.xml"/></Relationships>
</file>

<file path=ppt/slides/_rels/slide40.xml.rels><?xml version="1.0" encoding="UTF-8" standalone="yes"?>
<Relationships xmlns="http://schemas.openxmlformats.org/package/2006/relationships"><Relationship Id="rId3" Type="http://schemas.openxmlformats.org/officeDocument/2006/relationships/slide" Target="slide55.xml"/><Relationship Id="rId7" Type="http://schemas.openxmlformats.org/officeDocument/2006/relationships/slide" Target="slide1.xml"/><Relationship Id="rId2" Type="http://schemas.openxmlformats.org/officeDocument/2006/relationships/slide" Target="slide47.xml"/><Relationship Id="rId1" Type="http://schemas.openxmlformats.org/officeDocument/2006/relationships/slideLayout" Target="../slideLayouts/slideLayout5.xml"/><Relationship Id="rId6" Type="http://schemas.openxmlformats.org/officeDocument/2006/relationships/image" Target="../media/image80.jpg"/><Relationship Id="rId5" Type="http://schemas.openxmlformats.org/officeDocument/2006/relationships/slide" Target="slide5.xml"/><Relationship Id="rId4" Type="http://schemas.openxmlformats.org/officeDocument/2006/relationships/image" Target="../media/image79.png"/></Relationships>
</file>

<file path=ppt/slides/_rels/slide41.xml.rels><?xml version="1.0" encoding="UTF-8" standalone="yes"?>
<Relationships xmlns="http://schemas.openxmlformats.org/package/2006/relationships"><Relationship Id="rId2" Type="http://schemas.openxmlformats.org/officeDocument/2006/relationships/image" Target="../media/image81.jpg"/><Relationship Id="rId1" Type="http://schemas.openxmlformats.org/officeDocument/2006/relationships/slideLayout" Target="../slideLayouts/slideLayout2.xml"/></Relationships>
</file>

<file path=ppt/slides/_rels/slide42.xml.rels><?xml version="1.0" encoding="UTF-8" standalone="yes"?>
<Relationships xmlns="http://schemas.openxmlformats.org/package/2006/relationships"><Relationship Id="rId3" Type="http://schemas.openxmlformats.org/officeDocument/2006/relationships/image" Target="../media/image83.png"/><Relationship Id="rId2" Type="http://schemas.openxmlformats.org/officeDocument/2006/relationships/image" Target="../media/image82.png"/><Relationship Id="rId1" Type="http://schemas.openxmlformats.org/officeDocument/2006/relationships/slideLayout" Target="../slideLayouts/slideLayout2.xml"/></Relationships>
</file>

<file path=ppt/slides/_rels/slide43.xml.rels><?xml version="1.0" encoding="UTF-8" standalone="yes"?>
<Relationships xmlns="http://schemas.openxmlformats.org/package/2006/relationships"><Relationship Id="rId2" Type="http://schemas.openxmlformats.org/officeDocument/2006/relationships/image" Target="../media/image84.jpg"/><Relationship Id="rId1" Type="http://schemas.openxmlformats.org/officeDocument/2006/relationships/slideLayout" Target="../slideLayouts/slideLayout2.xml"/></Relationships>
</file>

<file path=ppt/slides/_rels/slide44.xml.rels><?xml version="1.0" encoding="UTF-8" standalone="yes"?>
<Relationships xmlns="http://schemas.openxmlformats.org/package/2006/relationships"><Relationship Id="rId3" Type="http://schemas.openxmlformats.org/officeDocument/2006/relationships/image" Target="../media/image86.emf"/><Relationship Id="rId2" Type="http://schemas.openxmlformats.org/officeDocument/2006/relationships/image" Target="../media/image85.emf"/><Relationship Id="rId1" Type="http://schemas.openxmlformats.org/officeDocument/2006/relationships/slideLayout" Target="../slideLayouts/slideLayout2.xml"/><Relationship Id="rId5" Type="http://schemas.openxmlformats.org/officeDocument/2006/relationships/image" Target="../media/image88.emf"/><Relationship Id="rId4" Type="http://schemas.openxmlformats.org/officeDocument/2006/relationships/image" Target="../media/image87.emf"/></Relationships>
</file>

<file path=ppt/slides/_rels/slide45.xml.rels><?xml version="1.0" encoding="UTF-8" standalone="yes"?>
<Relationships xmlns="http://schemas.openxmlformats.org/package/2006/relationships"><Relationship Id="rId3" Type="http://schemas.openxmlformats.org/officeDocument/2006/relationships/image" Target="../media/image90.tiff"/><Relationship Id="rId7" Type="http://schemas.openxmlformats.org/officeDocument/2006/relationships/image" Target="../media/image94.tiff"/><Relationship Id="rId2" Type="http://schemas.openxmlformats.org/officeDocument/2006/relationships/image" Target="../media/image89.tiff"/><Relationship Id="rId1" Type="http://schemas.openxmlformats.org/officeDocument/2006/relationships/slideLayout" Target="../slideLayouts/slideLayout2.xml"/><Relationship Id="rId6" Type="http://schemas.openxmlformats.org/officeDocument/2006/relationships/image" Target="../media/image93.tiff"/><Relationship Id="rId5" Type="http://schemas.openxmlformats.org/officeDocument/2006/relationships/image" Target="../media/image92.tiff"/><Relationship Id="rId4" Type="http://schemas.openxmlformats.org/officeDocument/2006/relationships/image" Target="../media/image91.tiff"/></Relationships>
</file>

<file path=ppt/slides/_rels/slide46.xml.rels><?xml version="1.0" encoding="UTF-8" standalone="yes"?>
<Relationships xmlns="http://schemas.openxmlformats.org/package/2006/relationships"><Relationship Id="rId3" Type="http://schemas.openxmlformats.org/officeDocument/2006/relationships/image" Target="../media/image96.png"/><Relationship Id="rId2" Type="http://schemas.openxmlformats.org/officeDocument/2006/relationships/image" Target="../media/image95.png"/><Relationship Id="rId1" Type="http://schemas.openxmlformats.org/officeDocument/2006/relationships/slideLayout" Target="../slideLayouts/slideLayout2.xml"/></Relationships>
</file>

<file path=ppt/slides/_rels/slide47.xml.rels><?xml version="1.0" encoding="UTF-8" standalone="yes"?>
<Relationships xmlns="http://schemas.openxmlformats.org/package/2006/relationships"><Relationship Id="rId3" Type="http://schemas.openxmlformats.org/officeDocument/2006/relationships/slide" Target="slide47.xml"/><Relationship Id="rId2" Type="http://schemas.openxmlformats.org/officeDocument/2006/relationships/slide" Target="slide5.xml"/><Relationship Id="rId1" Type="http://schemas.openxmlformats.org/officeDocument/2006/relationships/slideLayout" Target="../slideLayouts/slideLayout5.xml"/><Relationship Id="rId6" Type="http://schemas.openxmlformats.org/officeDocument/2006/relationships/slide" Target="slide1.xml"/><Relationship Id="rId5" Type="http://schemas.openxmlformats.org/officeDocument/2006/relationships/image" Target="../media/image97.png"/><Relationship Id="rId4" Type="http://schemas.openxmlformats.org/officeDocument/2006/relationships/slide" Target="slide55.xml"/></Relationships>
</file>

<file path=ppt/slides/_rels/slide48.xml.rels><?xml version="1.0" encoding="UTF-8" standalone="yes"?>
<Relationships xmlns="http://schemas.openxmlformats.org/package/2006/relationships"><Relationship Id="rId8" Type="http://schemas.openxmlformats.org/officeDocument/2006/relationships/image" Target="../media/image101.jpg"/><Relationship Id="rId3" Type="http://schemas.openxmlformats.org/officeDocument/2006/relationships/image" Target="../media/image98.png"/><Relationship Id="rId7" Type="http://schemas.openxmlformats.org/officeDocument/2006/relationships/image" Target="../media/image100.jpg"/><Relationship Id="rId2" Type="http://schemas.openxmlformats.org/officeDocument/2006/relationships/slide" Target="slide55.xml"/><Relationship Id="rId1" Type="http://schemas.openxmlformats.org/officeDocument/2006/relationships/slideLayout" Target="../slideLayouts/slideLayout5.xml"/><Relationship Id="rId6" Type="http://schemas.openxmlformats.org/officeDocument/2006/relationships/image" Target="../media/image99.jpg"/><Relationship Id="rId5" Type="http://schemas.openxmlformats.org/officeDocument/2006/relationships/slide" Target="slide47.xml"/><Relationship Id="rId4" Type="http://schemas.openxmlformats.org/officeDocument/2006/relationships/slide" Target="slide5.xml"/><Relationship Id="rId9" Type="http://schemas.openxmlformats.org/officeDocument/2006/relationships/slide" Target="slide1.xml"/></Relationships>
</file>

<file path=ppt/slides/_rels/slide49.xml.rels><?xml version="1.0" encoding="UTF-8" standalone="yes"?>
<Relationships xmlns="http://schemas.openxmlformats.org/package/2006/relationships"><Relationship Id="rId3" Type="http://schemas.openxmlformats.org/officeDocument/2006/relationships/slide" Target="slide47.xml"/><Relationship Id="rId2" Type="http://schemas.openxmlformats.org/officeDocument/2006/relationships/slide" Target="slide5.xml"/><Relationship Id="rId1" Type="http://schemas.openxmlformats.org/officeDocument/2006/relationships/slideLayout" Target="../slideLayouts/slideLayout5.xml"/><Relationship Id="rId6" Type="http://schemas.openxmlformats.org/officeDocument/2006/relationships/slide" Target="slide1.xml"/><Relationship Id="rId5" Type="http://schemas.openxmlformats.org/officeDocument/2006/relationships/image" Target="../media/image102.png"/><Relationship Id="rId4" Type="http://schemas.openxmlformats.org/officeDocument/2006/relationships/slide" Target="slide55.xml"/></Relationships>
</file>

<file path=ppt/slides/_rels/slide50.xml.rels><?xml version="1.0" encoding="UTF-8" standalone="yes"?>
<Relationships xmlns="http://schemas.openxmlformats.org/package/2006/relationships"><Relationship Id="rId3" Type="http://schemas.openxmlformats.org/officeDocument/2006/relationships/slide" Target="slide55.xml"/><Relationship Id="rId2" Type="http://schemas.openxmlformats.org/officeDocument/2006/relationships/slide" Target="slide47.xml"/><Relationship Id="rId1" Type="http://schemas.openxmlformats.org/officeDocument/2006/relationships/slideLayout" Target="../slideLayouts/slideLayout5.xml"/><Relationship Id="rId6" Type="http://schemas.openxmlformats.org/officeDocument/2006/relationships/slide" Target="slide1.xml"/><Relationship Id="rId5" Type="http://schemas.openxmlformats.org/officeDocument/2006/relationships/slide" Target="slide5.xml"/><Relationship Id="rId4" Type="http://schemas.openxmlformats.org/officeDocument/2006/relationships/image" Target="../media/image103.png"/></Relationships>
</file>

<file path=ppt/slides/_rels/slide51.xml.rels><?xml version="1.0" encoding="UTF-8" standalone="yes"?>
<Relationships xmlns="http://schemas.openxmlformats.org/package/2006/relationships"><Relationship Id="rId3" Type="http://schemas.openxmlformats.org/officeDocument/2006/relationships/slide" Target="slide47.xml"/><Relationship Id="rId2" Type="http://schemas.openxmlformats.org/officeDocument/2006/relationships/slide" Target="slide5.xml"/><Relationship Id="rId1" Type="http://schemas.openxmlformats.org/officeDocument/2006/relationships/slideLayout" Target="../slideLayouts/slideLayout2.xml"/><Relationship Id="rId6" Type="http://schemas.openxmlformats.org/officeDocument/2006/relationships/slide" Target="slide1.xml"/><Relationship Id="rId5" Type="http://schemas.openxmlformats.org/officeDocument/2006/relationships/image" Target="../media/image104.png"/><Relationship Id="rId4" Type="http://schemas.openxmlformats.org/officeDocument/2006/relationships/slide" Target="slide55.xml"/></Relationships>
</file>

<file path=ppt/slides/_rels/slide52.xml.rels><?xml version="1.0" encoding="UTF-8" standalone="yes"?>
<Relationships xmlns="http://schemas.openxmlformats.org/package/2006/relationships"><Relationship Id="rId3" Type="http://schemas.openxmlformats.org/officeDocument/2006/relationships/image" Target="../media/image105.png"/><Relationship Id="rId2" Type="http://schemas.openxmlformats.org/officeDocument/2006/relationships/slide" Target="slide55.xml"/><Relationship Id="rId1" Type="http://schemas.openxmlformats.org/officeDocument/2006/relationships/slideLayout" Target="../slideLayouts/slideLayout5.xml"/><Relationship Id="rId6" Type="http://schemas.openxmlformats.org/officeDocument/2006/relationships/slide" Target="slide1.xml"/><Relationship Id="rId5" Type="http://schemas.openxmlformats.org/officeDocument/2006/relationships/slide" Target="slide47.xml"/><Relationship Id="rId4" Type="http://schemas.openxmlformats.org/officeDocument/2006/relationships/slide" Target="slide5.xml"/></Relationships>
</file>

<file path=ppt/slides/_rels/slide53.xml.rels><?xml version="1.0" encoding="UTF-8" standalone="yes"?>
<Relationships xmlns="http://schemas.openxmlformats.org/package/2006/relationships"><Relationship Id="rId3" Type="http://schemas.openxmlformats.org/officeDocument/2006/relationships/slide" Target="slide47.xml"/><Relationship Id="rId7" Type="http://schemas.openxmlformats.org/officeDocument/2006/relationships/slide" Target="slide1.xml"/><Relationship Id="rId2" Type="http://schemas.openxmlformats.org/officeDocument/2006/relationships/slide" Target="slide5.xml"/><Relationship Id="rId1" Type="http://schemas.openxmlformats.org/officeDocument/2006/relationships/slideLayout" Target="../slideLayouts/slideLayout5.xml"/><Relationship Id="rId6" Type="http://schemas.openxmlformats.org/officeDocument/2006/relationships/image" Target="../media/image107.png"/><Relationship Id="rId5" Type="http://schemas.openxmlformats.org/officeDocument/2006/relationships/image" Target="../media/image106.png"/><Relationship Id="rId4" Type="http://schemas.openxmlformats.org/officeDocument/2006/relationships/slide" Target="slide55.xml"/></Relationships>
</file>

<file path=ppt/slides/_rels/slide54.xml.rels><?xml version="1.0" encoding="UTF-8" standalone="yes"?>
<Relationships xmlns="http://schemas.openxmlformats.org/package/2006/relationships"><Relationship Id="rId3" Type="http://schemas.openxmlformats.org/officeDocument/2006/relationships/slide" Target="slide47.xml"/><Relationship Id="rId2" Type="http://schemas.openxmlformats.org/officeDocument/2006/relationships/slide" Target="slide5.xml"/><Relationship Id="rId1" Type="http://schemas.openxmlformats.org/officeDocument/2006/relationships/slideLayout" Target="../slideLayouts/slideLayout5.xml"/><Relationship Id="rId6" Type="http://schemas.openxmlformats.org/officeDocument/2006/relationships/slide" Target="slide1.xml"/><Relationship Id="rId5" Type="http://schemas.openxmlformats.org/officeDocument/2006/relationships/image" Target="../media/image108.png"/><Relationship Id="rId4" Type="http://schemas.openxmlformats.org/officeDocument/2006/relationships/slide" Target="slide55.xml"/></Relationships>
</file>

<file path=ppt/slides/_rels/slide55.xml.rels><?xml version="1.0" encoding="UTF-8" standalone="yes"?>
<Relationships xmlns="http://schemas.openxmlformats.org/package/2006/relationships"><Relationship Id="rId3" Type="http://schemas.openxmlformats.org/officeDocument/2006/relationships/slide" Target="slide27.xml"/><Relationship Id="rId7" Type="http://schemas.openxmlformats.org/officeDocument/2006/relationships/slide" Target="slide1.xml"/><Relationship Id="rId2" Type="http://schemas.openxmlformats.org/officeDocument/2006/relationships/slide" Target="slide5.xml"/><Relationship Id="rId1" Type="http://schemas.openxmlformats.org/officeDocument/2006/relationships/slideLayout" Target="../slideLayouts/slideLayout5.xml"/><Relationship Id="rId6" Type="http://schemas.openxmlformats.org/officeDocument/2006/relationships/image" Target="../media/image109.png"/><Relationship Id="rId5" Type="http://schemas.openxmlformats.org/officeDocument/2006/relationships/slide" Target="slide55.xml"/><Relationship Id="rId4" Type="http://schemas.openxmlformats.org/officeDocument/2006/relationships/slide" Target="slide47.xml"/></Relationships>
</file>

<file path=ppt/slides/_rels/slide56.xml.rels><?xml version="1.0" encoding="UTF-8" standalone="yes"?>
<Relationships xmlns="http://schemas.openxmlformats.org/package/2006/relationships"><Relationship Id="rId3" Type="http://schemas.openxmlformats.org/officeDocument/2006/relationships/slide" Target="slide47.xml"/><Relationship Id="rId7" Type="http://schemas.openxmlformats.org/officeDocument/2006/relationships/slide" Target="slide1.xml"/><Relationship Id="rId2" Type="http://schemas.openxmlformats.org/officeDocument/2006/relationships/slide" Target="slide5.xml"/><Relationship Id="rId1" Type="http://schemas.openxmlformats.org/officeDocument/2006/relationships/slideLayout" Target="../slideLayouts/slideLayout5.xml"/><Relationship Id="rId6" Type="http://schemas.openxmlformats.org/officeDocument/2006/relationships/image" Target="../media/image111.jpg"/><Relationship Id="rId5" Type="http://schemas.openxmlformats.org/officeDocument/2006/relationships/image" Target="../media/image110.png"/><Relationship Id="rId4" Type="http://schemas.openxmlformats.org/officeDocument/2006/relationships/slide" Target="slide55.xml"/></Relationships>
</file>

<file path=ppt/slides/_rels/slide57.xml.rels><?xml version="1.0" encoding="UTF-8" standalone="yes"?>
<Relationships xmlns="http://schemas.openxmlformats.org/package/2006/relationships"><Relationship Id="rId3" Type="http://schemas.openxmlformats.org/officeDocument/2006/relationships/image" Target="../media/image112.png"/><Relationship Id="rId2" Type="http://schemas.openxmlformats.org/officeDocument/2006/relationships/slide" Target="slide55.xml"/><Relationship Id="rId1" Type="http://schemas.openxmlformats.org/officeDocument/2006/relationships/slideLayout" Target="../slideLayouts/slideLayout5.xml"/><Relationship Id="rId6" Type="http://schemas.openxmlformats.org/officeDocument/2006/relationships/slide" Target="slide1.xml"/><Relationship Id="rId5" Type="http://schemas.openxmlformats.org/officeDocument/2006/relationships/slide" Target="slide47.xml"/><Relationship Id="rId4" Type="http://schemas.openxmlformats.org/officeDocument/2006/relationships/slide" Target="slide5.xml"/></Relationships>
</file>

<file path=ppt/slides/_rels/slide58.xml.rels><?xml version="1.0" encoding="UTF-8" standalone="yes"?>
<Relationships xmlns="http://schemas.openxmlformats.org/package/2006/relationships"><Relationship Id="rId3" Type="http://schemas.openxmlformats.org/officeDocument/2006/relationships/slide" Target="slide47.xml"/><Relationship Id="rId7" Type="http://schemas.openxmlformats.org/officeDocument/2006/relationships/slide" Target="slide1.xml"/><Relationship Id="rId2" Type="http://schemas.openxmlformats.org/officeDocument/2006/relationships/slide" Target="slide5.xml"/><Relationship Id="rId1" Type="http://schemas.openxmlformats.org/officeDocument/2006/relationships/slideLayout" Target="../slideLayouts/slideLayout5.xml"/><Relationship Id="rId6" Type="http://schemas.openxmlformats.org/officeDocument/2006/relationships/image" Target="../media/image12.jpg"/><Relationship Id="rId5" Type="http://schemas.openxmlformats.org/officeDocument/2006/relationships/image" Target="../media/image113.png"/><Relationship Id="rId4" Type="http://schemas.openxmlformats.org/officeDocument/2006/relationships/slide" Target="slide55.xml"/></Relationships>
</file>

<file path=ppt/slides/_rels/slide59.xml.rels><?xml version="1.0" encoding="UTF-8" standalone="yes"?>
<Relationships xmlns="http://schemas.openxmlformats.org/package/2006/relationships"><Relationship Id="rId3" Type="http://schemas.openxmlformats.org/officeDocument/2006/relationships/slide" Target="slide47.xml"/><Relationship Id="rId7" Type="http://schemas.openxmlformats.org/officeDocument/2006/relationships/slide" Target="slide1.xml"/><Relationship Id="rId2" Type="http://schemas.openxmlformats.org/officeDocument/2006/relationships/slide" Target="slide5.xml"/><Relationship Id="rId1" Type="http://schemas.openxmlformats.org/officeDocument/2006/relationships/slideLayout" Target="../slideLayouts/slideLayout5.xml"/><Relationship Id="rId6" Type="http://schemas.openxmlformats.org/officeDocument/2006/relationships/image" Target="../media/image13.png"/><Relationship Id="rId5" Type="http://schemas.openxmlformats.org/officeDocument/2006/relationships/image" Target="../media/image114.png"/><Relationship Id="rId4" Type="http://schemas.openxmlformats.org/officeDocument/2006/relationships/slide" Target="slide55.xml"/></Relationships>
</file>

<file path=ppt/slides/_rels/slide60.xml.rels><?xml version="1.0" encoding="UTF-8" standalone="yes"?>
<Relationships xmlns="http://schemas.openxmlformats.org/package/2006/relationships"><Relationship Id="rId3" Type="http://schemas.openxmlformats.org/officeDocument/2006/relationships/slide" Target="slide47.xml"/><Relationship Id="rId7" Type="http://schemas.openxmlformats.org/officeDocument/2006/relationships/slide" Target="slide1.xml"/><Relationship Id="rId2" Type="http://schemas.openxmlformats.org/officeDocument/2006/relationships/slide" Target="slide5.xml"/><Relationship Id="rId1" Type="http://schemas.openxmlformats.org/officeDocument/2006/relationships/slideLayout" Target="../slideLayouts/slideLayout5.xml"/><Relationship Id="rId6" Type="http://schemas.openxmlformats.org/officeDocument/2006/relationships/image" Target="../media/image14.png"/><Relationship Id="rId5" Type="http://schemas.openxmlformats.org/officeDocument/2006/relationships/image" Target="../media/image115.png"/><Relationship Id="rId4" Type="http://schemas.openxmlformats.org/officeDocument/2006/relationships/slide" Target="slide55.xml"/></Relationships>
</file>

<file path=ppt/slides/_rels/slide61.xml.rels><?xml version="1.0" encoding="UTF-8" standalone="yes"?>
<Relationships xmlns="http://schemas.openxmlformats.org/package/2006/relationships"><Relationship Id="rId3" Type="http://schemas.openxmlformats.org/officeDocument/2006/relationships/slide" Target="slide47.xml"/><Relationship Id="rId7" Type="http://schemas.openxmlformats.org/officeDocument/2006/relationships/slide" Target="slide1.xml"/><Relationship Id="rId2" Type="http://schemas.openxmlformats.org/officeDocument/2006/relationships/slide" Target="slide5.xml"/><Relationship Id="rId1" Type="http://schemas.openxmlformats.org/officeDocument/2006/relationships/slideLayout" Target="../slideLayouts/slideLayout5.xml"/><Relationship Id="rId6" Type="http://schemas.openxmlformats.org/officeDocument/2006/relationships/image" Target="../media/image15.jpg"/><Relationship Id="rId5" Type="http://schemas.openxmlformats.org/officeDocument/2006/relationships/image" Target="../media/image116.png"/><Relationship Id="rId4" Type="http://schemas.openxmlformats.org/officeDocument/2006/relationships/slide" Target="slide55.xml"/></Relationships>
</file>

<file path=ppt/slides/_rels/slide62.xml.rels><?xml version="1.0" encoding="UTF-8" standalone="yes"?>
<Relationships xmlns="http://schemas.openxmlformats.org/package/2006/relationships"><Relationship Id="rId3" Type="http://schemas.openxmlformats.org/officeDocument/2006/relationships/slide" Target="slide47.xml"/><Relationship Id="rId7" Type="http://schemas.openxmlformats.org/officeDocument/2006/relationships/slide" Target="slide1.xml"/><Relationship Id="rId2" Type="http://schemas.openxmlformats.org/officeDocument/2006/relationships/slide" Target="slide5.xml"/><Relationship Id="rId1" Type="http://schemas.openxmlformats.org/officeDocument/2006/relationships/slideLayout" Target="../slideLayouts/slideLayout5.xml"/><Relationship Id="rId6" Type="http://schemas.openxmlformats.org/officeDocument/2006/relationships/image" Target="../media/image29.jpg"/><Relationship Id="rId5" Type="http://schemas.openxmlformats.org/officeDocument/2006/relationships/image" Target="../media/image117.png"/><Relationship Id="rId4" Type="http://schemas.openxmlformats.org/officeDocument/2006/relationships/slide" Target="slide55.xml"/></Relationships>
</file>

<file path=ppt/slides/_rels/slide63.xml.rels><?xml version="1.0" encoding="UTF-8" standalone="yes"?>
<Relationships xmlns="http://schemas.openxmlformats.org/package/2006/relationships"><Relationship Id="rId3" Type="http://schemas.openxmlformats.org/officeDocument/2006/relationships/slide" Target="slide47.xml"/><Relationship Id="rId7" Type="http://schemas.openxmlformats.org/officeDocument/2006/relationships/slide" Target="slide1.xml"/><Relationship Id="rId2" Type="http://schemas.openxmlformats.org/officeDocument/2006/relationships/slide" Target="slide5.xml"/><Relationship Id="rId1" Type="http://schemas.openxmlformats.org/officeDocument/2006/relationships/slideLayout" Target="../slideLayouts/slideLayout5.xml"/><Relationship Id="rId6" Type="http://schemas.openxmlformats.org/officeDocument/2006/relationships/image" Target="../media/image30.jpg"/><Relationship Id="rId5" Type="http://schemas.openxmlformats.org/officeDocument/2006/relationships/image" Target="../media/image118.png"/><Relationship Id="rId4" Type="http://schemas.openxmlformats.org/officeDocument/2006/relationships/slide" Target="slide55.xml"/></Relationships>
</file>

<file path=ppt/slides/_rels/slide64.xml.rels><?xml version="1.0" encoding="UTF-8" standalone="yes"?>
<Relationships xmlns="http://schemas.openxmlformats.org/package/2006/relationships"><Relationship Id="rId3" Type="http://schemas.openxmlformats.org/officeDocument/2006/relationships/slide" Target="slide47.xml"/><Relationship Id="rId7" Type="http://schemas.openxmlformats.org/officeDocument/2006/relationships/slide" Target="slide1.xml"/><Relationship Id="rId2" Type="http://schemas.openxmlformats.org/officeDocument/2006/relationships/slide" Target="slide5.xml"/><Relationship Id="rId1" Type="http://schemas.openxmlformats.org/officeDocument/2006/relationships/slideLayout" Target="../slideLayouts/slideLayout5.xml"/><Relationship Id="rId6" Type="http://schemas.openxmlformats.org/officeDocument/2006/relationships/image" Target="../media/image31.jpg"/><Relationship Id="rId5" Type="http://schemas.openxmlformats.org/officeDocument/2006/relationships/image" Target="../media/image119.png"/><Relationship Id="rId4" Type="http://schemas.openxmlformats.org/officeDocument/2006/relationships/slide" Target="slide55.xml"/></Relationships>
</file>

<file path=ppt/slides/_rels/slide65.xml.rels><?xml version="1.0" encoding="UTF-8" standalone="yes"?>
<Relationships xmlns="http://schemas.openxmlformats.org/package/2006/relationships"><Relationship Id="rId3" Type="http://schemas.openxmlformats.org/officeDocument/2006/relationships/slide" Target="slide47.xml"/><Relationship Id="rId7" Type="http://schemas.openxmlformats.org/officeDocument/2006/relationships/slide" Target="slide1.xml"/><Relationship Id="rId2" Type="http://schemas.openxmlformats.org/officeDocument/2006/relationships/slide" Target="slide5.xml"/><Relationship Id="rId1" Type="http://schemas.openxmlformats.org/officeDocument/2006/relationships/slideLayout" Target="../slideLayouts/slideLayout5.xml"/><Relationship Id="rId6" Type="http://schemas.openxmlformats.org/officeDocument/2006/relationships/image" Target="../media/image58.jpg"/><Relationship Id="rId5" Type="http://schemas.openxmlformats.org/officeDocument/2006/relationships/image" Target="../media/image120.png"/><Relationship Id="rId4" Type="http://schemas.openxmlformats.org/officeDocument/2006/relationships/slide" Target="slide55.xml"/></Relationships>
</file>

<file path=ppt/slides/_rels/slide66.xml.rels><?xml version="1.0" encoding="UTF-8" standalone="yes"?>
<Relationships xmlns="http://schemas.openxmlformats.org/package/2006/relationships"><Relationship Id="rId3" Type="http://schemas.openxmlformats.org/officeDocument/2006/relationships/slide" Target="slide47.xml"/><Relationship Id="rId7" Type="http://schemas.openxmlformats.org/officeDocument/2006/relationships/slide" Target="slide1.xml"/><Relationship Id="rId2" Type="http://schemas.openxmlformats.org/officeDocument/2006/relationships/slide" Target="slide5.xml"/><Relationship Id="rId1" Type="http://schemas.openxmlformats.org/officeDocument/2006/relationships/slideLayout" Target="../slideLayouts/slideLayout5.xml"/><Relationship Id="rId6" Type="http://schemas.openxmlformats.org/officeDocument/2006/relationships/image" Target="../media/image60.jpg"/><Relationship Id="rId5" Type="http://schemas.openxmlformats.org/officeDocument/2006/relationships/image" Target="../media/image121.png"/><Relationship Id="rId4" Type="http://schemas.openxmlformats.org/officeDocument/2006/relationships/slide" Target="slide55.xml"/></Relationships>
</file>

<file path=ppt/slides/_rels/slide67.xml.rels><?xml version="1.0" encoding="UTF-8" standalone="yes"?>
<Relationships xmlns="http://schemas.openxmlformats.org/package/2006/relationships"><Relationship Id="rId3" Type="http://schemas.openxmlformats.org/officeDocument/2006/relationships/slide" Target="slide47.xml"/><Relationship Id="rId7" Type="http://schemas.openxmlformats.org/officeDocument/2006/relationships/slide" Target="slide1.xml"/><Relationship Id="rId2" Type="http://schemas.openxmlformats.org/officeDocument/2006/relationships/slide" Target="slide5.xml"/><Relationship Id="rId1" Type="http://schemas.openxmlformats.org/officeDocument/2006/relationships/slideLayout" Target="../slideLayouts/slideLayout5.xml"/><Relationship Id="rId6" Type="http://schemas.openxmlformats.org/officeDocument/2006/relationships/image" Target="../media/image72.jpg"/><Relationship Id="rId5" Type="http://schemas.openxmlformats.org/officeDocument/2006/relationships/image" Target="../media/image122.png"/><Relationship Id="rId4" Type="http://schemas.openxmlformats.org/officeDocument/2006/relationships/slide" Target="slide55.xml"/></Relationships>
</file>

<file path=ppt/slides/slide1.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1208138" y="856765"/>
            <a:ext cx="2192654" cy="232756"/>
          </a:xfrm>
          <a:prstGeom prst="rect">
            <a:avLst/>
          </a:prstGeom>
        </p:spPr>
        <p:txBody>
          <a:bodyPr vert="horz" wrap="square" lIns="0" tIns="17145" rIns="0" bIns="0" rtlCol="0">
            <a:spAutoFit/>
          </a:bodyPr>
          <a:lstStyle/>
          <a:p>
            <a:pPr marL="12700">
              <a:lnSpc>
                <a:spcPct val="100000"/>
              </a:lnSpc>
              <a:spcBef>
                <a:spcPts val="135"/>
              </a:spcBef>
            </a:pPr>
            <a:r>
              <a:rPr dirty="0"/>
              <a:t>CS-</a:t>
            </a:r>
            <a:r>
              <a:rPr spc="340" dirty="0"/>
              <a:t> </a:t>
            </a:r>
            <a:r>
              <a:rPr dirty="0"/>
              <a:t>Computer</a:t>
            </a:r>
            <a:r>
              <a:rPr spc="345" dirty="0"/>
              <a:t> </a:t>
            </a:r>
            <a:r>
              <a:rPr spc="-10" dirty="0"/>
              <a:t>Vision</a:t>
            </a:r>
          </a:p>
        </p:txBody>
      </p:sp>
      <p:sp>
        <p:nvSpPr>
          <p:cNvPr id="3" name="object 3"/>
          <p:cNvSpPr txBox="1"/>
          <p:nvPr/>
        </p:nvSpPr>
        <p:spPr>
          <a:xfrm>
            <a:off x="1540763" y="1389442"/>
            <a:ext cx="1526540" cy="597856"/>
          </a:xfrm>
          <a:prstGeom prst="rect">
            <a:avLst/>
          </a:prstGeom>
        </p:spPr>
        <p:txBody>
          <a:bodyPr vert="horz" wrap="square" lIns="0" tIns="11430" rIns="0" bIns="0" rtlCol="0">
            <a:spAutoFit/>
          </a:bodyPr>
          <a:lstStyle/>
          <a:p>
            <a:pPr algn="ctr">
              <a:lnSpc>
                <a:spcPct val="100000"/>
              </a:lnSpc>
              <a:spcBef>
                <a:spcPts val="90"/>
              </a:spcBef>
            </a:pPr>
            <a:r>
              <a:rPr lang="en-US" sz="1100" b="1" dirty="0">
                <a:solidFill>
                  <a:srgbClr val="333333"/>
                </a:solidFill>
                <a:latin typeface="Arial"/>
                <a:cs typeface="Arial"/>
              </a:rPr>
              <a:t>Anwar Khan</a:t>
            </a:r>
            <a:endParaRPr sz="1100" dirty="0">
              <a:latin typeface="Arial"/>
              <a:cs typeface="Arial"/>
            </a:endParaRPr>
          </a:p>
          <a:p>
            <a:pPr>
              <a:lnSpc>
                <a:spcPct val="100000"/>
              </a:lnSpc>
              <a:spcBef>
                <a:spcPts val="15"/>
              </a:spcBef>
            </a:pPr>
            <a:endParaRPr sz="1100" dirty="0">
              <a:latin typeface="Arial"/>
              <a:cs typeface="Arial"/>
            </a:endParaRPr>
          </a:p>
          <a:p>
            <a:pPr marL="12700" marR="5080" algn="ctr">
              <a:lnSpc>
                <a:spcPts val="950"/>
              </a:lnSpc>
            </a:pPr>
            <a:r>
              <a:rPr sz="800" dirty="0">
                <a:solidFill>
                  <a:srgbClr val="333333"/>
                </a:solidFill>
                <a:latin typeface="Arial MT"/>
                <a:cs typeface="Arial MT"/>
              </a:rPr>
              <a:t>Department</a:t>
            </a:r>
            <a:r>
              <a:rPr sz="800" spc="30" dirty="0">
                <a:solidFill>
                  <a:srgbClr val="333333"/>
                </a:solidFill>
                <a:latin typeface="Arial MT"/>
                <a:cs typeface="Arial MT"/>
              </a:rPr>
              <a:t> </a:t>
            </a:r>
            <a:r>
              <a:rPr sz="800" dirty="0">
                <a:solidFill>
                  <a:srgbClr val="333333"/>
                </a:solidFill>
                <a:latin typeface="Arial MT"/>
                <a:cs typeface="Arial MT"/>
              </a:rPr>
              <a:t>of</a:t>
            </a:r>
            <a:r>
              <a:rPr sz="800" spc="30" dirty="0">
                <a:solidFill>
                  <a:srgbClr val="333333"/>
                </a:solidFill>
                <a:latin typeface="Arial MT"/>
                <a:cs typeface="Arial MT"/>
              </a:rPr>
              <a:t> </a:t>
            </a:r>
            <a:r>
              <a:rPr sz="800" spc="-10" dirty="0">
                <a:solidFill>
                  <a:srgbClr val="333333"/>
                </a:solidFill>
                <a:latin typeface="Arial MT"/>
                <a:cs typeface="Arial MT"/>
              </a:rPr>
              <a:t>Computer</a:t>
            </a:r>
            <a:r>
              <a:rPr sz="800" spc="30" dirty="0">
                <a:solidFill>
                  <a:srgbClr val="333333"/>
                </a:solidFill>
                <a:latin typeface="Arial MT"/>
                <a:cs typeface="Arial MT"/>
              </a:rPr>
              <a:t> </a:t>
            </a:r>
            <a:r>
              <a:rPr sz="800" spc="-30" dirty="0">
                <a:solidFill>
                  <a:srgbClr val="333333"/>
                </a:solidFill>
                <a:latin typeface="Arial MT"/>
                <a:cs typeface="Arial MT"/>
              </a:rPr>
              <a:t>Science</a:t>
            </a:r>
            <a:r>
              <a:rPr sz="800" spc="-10" dirty="0">
                <a:solidFill>
                  <a:srgbClr val="333333"/>
                </a:solidFill>
                <a:latin typeface="Arial MT"/>
                <a:cs typeface="Arial MT"/>
              </a:rPr>
              <a:t> University</a:t>
            </a:r>
            <a:r>
              <a:rPr sz="800" spc="50" dirty="0">
                <a:solidFill>
                  <a:srgbClr val="333333"/>
                </a:solidFill>
                <a:latin typeface="Arial MT"/>
                <a:cs typeface="Arial MT"/>
              </a:rPr>
              <a:t> </a:t>
            </a:r>
            <a:r>
              <a:rPr sz="800" dirty="0">
                <a:solidFill>
                  <a:srgbClr val="333333"/>
                </a:solidFill>
                <a:latin typeface="Arial MT"/>
                <a:cs typeface="Arial MT"/>
              </a:rPr>
              <a:t>of</a:t>
            </a:r>
            <a:r>
              <a:rPr lang="en-US" sz="800" dirty="0">
                <a:solidFill>
                  <a:srgbClr val="333333"/>
                </a:solidFill>
                <a:latin typeface="Arial MT"/>
                <a:cs typeface="Arial MT"/>
              </a:rPr>
              <a:t> Lahore</a:t>
            </a:r>
            <a:endParaRPr sz="800" dirty="0">
              <a:latin typeface="Arial MT"/>
              <a:cs typeface="Arial MT"/>
            </a:endParaRPr>
          </a:p>
        </p:txBody>
      </p:sp>
    </p:spTree>
  </p:cSld>
  <p:clrMapOvr>
    <a:masterClrMapping/>
  </p:clrMapOvr>
  <p:transition>
    <p:cut/>
  </p:transition>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itle 1">
            <a:extLst>
              <a:ext uri="{FF2B5EF4-FFF2-40B4-BE49-F238E27FC236}">
                <a16:creationId xmlns:a16="http://schemas.microsoft.com/office/drawing/2014/main" id="{D0CEC707-C109-6C4F-B46A-F9B59C36D5A6}"/>
              </a:ext>
            </a:extLst>
          </p:cNvPr>
          <p:cNvSpPr txBox="1">
            <a:spLocks/>
          </p:cNvSpPr>
          <p:nvPr/>
        </p:nvSpPr>
        <p:spPr>
          <a:xfrm>
            <a:off x="42686" y="433784"/>
            <a:ext cx="4519036" cy="432197"/>
          </a:xfrm>
          <a:prstGeom prst="rect">
            <a:avLst/>
          </a:prstGeom>
          <a:ln>
            <a:noFill/>
          </a:ln>
        </p:spPr>
        <p:txBody>
          <a:bodyPr vert="horz" lIns="46101" tIns="23051" rIns="46101" bIns="23051" rtlCol="0" anchor="ctr">
            <a:normAutofit/>
          </a:bodyPr>
          <a:lstStyle>
            <a:lvl1pPr algn="r" defTabSz="457200" rtl="0" eaLnBrk="1" latinLnBrk="0" hangingPunct="1">
              <a:spcBef>
                <a:spcPct val="0"/>
              </a:spcBef>
              <a:buNone/>
              <a:defRPr sz="4000" b="1" kern="1200">
                <a:solidFill>
                  <a:schemeClr val="tx1"/>
                </a:solidFill>
                <a:latin typeface="+mj-lt"/>
                <a:ea typeface="+mj-ea"/>
                <a:cs typeface="+mj-cs"/>
              </a:defRPr>
            </a:lvl1pPr>
          </a:lstStyle>
          <a:p>
            <a:r>
              <a:rPr lang="en-US" sz="2017" dirty="0">
                <a:latin typeface="Century Gothic" panose="020B0502020202020204" pitchFamily="34" charset="0"/>
              </a:rPr>
              <a:t>Resources</a:t>
            </a:r>
            <a:endParaRPr lang="en-US" sz="2017" b="0" dirty="0">
              <a:latin typeface="Century Gothic" panose="020B0502020202020204" pitchFamily="34" charset="0"/>
            </a:endParaRPr>
          </a:p>
        </p:txBody>
      </p:sp>
      <p:sp>
        <p:nvSpPr>
          <p:cNvPr id="9" name="Content Placeholder 2">
            <a:extLst>
              <a:ext uri="{FF2B5EF4-FFF2-40B4-BE49-F238E27FC236}">
                <a16:creationId xmlns:a16="http://schemas.microsoft.com/office/drawing/2014/main" id="{930D71D3-8C56-E74C-82B7-9AC1565A375E}"/>
              </a:ext>
            </a:extLst>
          </p:cNvPr>
          <p:cNvSpPr txBox="1">
            <a:spLocks/>
          </p:cNvSpPr>
          <p:nvPr/>
        </p:nvSpPr>
        <p:spPr>
          <a:xfrm>
            <a:off x="219889" y="1092984"/>
            <a:ext cx="4318882" cy="1628776"/>
          </a:xfrm>
          <a:prstGeom prst="rect">
            <a:avLst/>
          </a:prstGeom>
        </p:spPr>
        <p:txBody>
          <a:bodyPr vert="horz" lIns="46101" tIns="23051" rIns="46101" bIns="23051" rtlCol="0">
            <a:normAutofit/>
          </a:bodyPr>
          <a:lstStyle>
            <a:lvl1pPr marL="342900" indent="-342900" algn="l" defTabSz="457200" rtl="0" eaLnBrk="1" latinLnBrk="0" hangingPunct="1">
              <a:spcBef>
                <a:spcPct val="20000"/>
              </a:spcBef>
              <a:buFont typeface="Arial"/>
              <a:buChar char="•"/>
              <a:defRPr sz="25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1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17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14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1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a:lstStyle>
          <a:p>
            <a:pPr marL="0" indent="0">
              <a:buNone/>
            </a:pPr>
            <a:r>
              <a:rPr lang="en-US" sz="908" dirty="0">
                <a:latin typeface="Century Gothic" panose="020B0502020202020204" pitchFamily="34" charset="0"/>
              </a:rPr>
              <a:t>We will mostly be talking about </a:t>
            </a:r>
            <a:r>
              <a:rPr lang="en-US" sz="908" b="1" dirty="0">
                <a:latin typeface="Century Gothic" panose="020B0502020202020204" pitchFamily="34" charset="0"/>
              </a:rPr>
              <a:t>“modern” </a:t>
            </a:r>
            <a:r>
              <a:rPr lang="en-US" sz="908" dirty="0">
                <a:latin typeface="Century Gothic" panose="020B0502020202020204" pitchFamily="34" charset="0"/>
              </a:rPr>
              <a:t>approaches to computer vision, using (deep) neural networks.</a:t>
            </a:r>
          </a:p>
          <a:p>
            <a:pPr marL="0" indent="0">
              <a:buNone/>
            </a:pPr>
            <a:endParaRPr lang="en-US" sz="908" dirty="0">
              <a:latin typeface="Century Gothic" panose="020B0502020202020204" pitchFamily="34" charset="0"/>
            </a:endParaRPr>
          </a:p>
          <a:p>
            <a:pPr marL="0" indent="0">
              <a:buNone/>
            </a:pPr>
            <a:r>
              <a:rPr lang="en-US" sz="908" dirty="0">
                <a:latin typeface="Century Gothic" panose="020B0502020202020204" pitchFamily="34" charset="0"/>
              </a:rPr>
              <a:t>However, I still do want to mention a “classic” vision book which is definitely worth reading.</a:t>
            </a:r>
          </a:p>
          <a:p>
            <a:pPr marL="0" indent="0">
              <a:buNone/>
            </a:pPr>
            <a:endParaRPr lang="en-US" sz="908" dirty="0">
              <a:latin typeface="Century Gothic" panose="020B0502020202020204" pitchFamily="34" charset="0"/>
            </a:endParaRPr>
          </a:p>
          <a:p>
            <a:pPr marL="0" indent="0">
              <a:buNone/>
            </a:pPr>
            <a:r>
              <a:rPr lang="en-US" sz="908" b="1" dirty="0">
                <a:latin typeface="Century Gothic" panose="020B0502020202020204" pitchFamily="34" charset="0"/>
              </a:rPr>
              <a:t>“Computer Vision: Algorithms and Applications”</a:t>
            </a:r>
          </a:p>
          <a:p>
            <a:pPr marL="0" indent="0">
              <a:buNone/>
            </a:pPr>
            <a:r>
              <a:rPr lang="en-US" sz="908" dirty="0">
                <a:latin typeface="Century Gothic" panose="020B0502020202020204" pitchFamily="34" charset="0"/>
              </a:rPr>
              <a:t>R., </a:t>
            </a:r>
            <a:r>
              <a:rPr lang="en-US" sz="908" dirty="0" err="1">
                <a:latin typeface="Century Gothic" panose="020B0502020202020204" pitchFamily="34" charset="0"/>
              </a:rPr>
              <a:t>Szeliski</a:t>
            </a:r>
            <a:r>
              <a:rPr lang="en-US" sz="908" dirty="0">
                <a:latin typeface="Century Gothic" panose="020B0502020202020204" pitchFamily="34" charset="0"/>
              </a:rPr>
              <a:t>, 2010</a:t>
            </a:r>
          </a:p>
          <a:p>
            <a:pPr marL="0" indent="0">
              <a:buNone/>
            </a:pPr>
            <a:endParaRPr lang="en-US" sz="908" dirty="0">
              <a:latin typeface="Century Gothic" panose="020B0502020202020204" pitchFamily="34" charset="0"/>
            </a:endParaRPr>
          </a:p>
        </p:txBody>
      </p:sp>
    </p:spTree>
    <p:extLst>
      <p:ext uri="{BB962C8B-B14F-4D97-AF65-F5344CB8AC3E}">
        <p14:creationId xmlns:p14="http://schemas.microsoft.com/office/powerpoint/2010/main" val="1471213173"/>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603679" y="381484"/>
            <a:ext cx="976304" cy="221154"/>
          </a:xfrm>
          <a:prstGeom prst="rect">
            <a:avLst/>
          </a:prstGeom>
        </p:spPr>
        <p:txBody>
          <a:bodyPr vert="horz" wrap="square" lIns="0" tIns="5655" rIns="0" bIns="0" rtlCol="0">
            <a:spAutoFit/>
          </a:bodyPr>
          <a:lstStyle/>
          <a:p>
            <a:pPr marL="5655">
              <a:spcBef>
                <a:spcPts val="45"/>
              </a:spcBef>
            </a:pPr>
            <a:r>
              <a:rPr spc="-225" dirty="0"/>
              <a:t>T</a:t>
            </a:r>
            <a:r>
              <a:rPr spc="-9" dirty="0"/>
              <a:t>e</a:t>
            </a:r>
            <a:r>
              <a:rPr spc="-7" dirty="0"/>
              <a:t>xt</a:t>
            </a:r>
            <a:r>
              <a:rPr spc="-9" dirty="0"/>
              <a:t>boo</a:t>
            </a:r>
            <a:r>
              <a:rPr dirty="0"/>
              <a:t>k</a:t>
            </a:r>
          </a:p>
        </p:txBody>
      </p:sp>
      <p:sp>
        <p:nvSpPr>
          <p:cNvPr id="3" name="object 3"/>
          <p:cNvSpPr txBox="1"/>
          <p:nvPr/>
        </p:nvSpPr>
        <p:spPr>
          <a:xfrm>
            <a:off x="267064" y="626780"/>
            <a:ext cx="3778551" cy="416848"/>
          </a:xfrm>
          <a:prstGeom prst="rect">
            <a:avLst/>
          </a:prstGeom>
        </p:spPr>
        <p:txBody>
          <a:bodyPr vert="horz" wrap="square" lIns="0" tIns="5655" rIns="0" bIns="0" rtlCol="0">
            <a:spAutoFit/>
          </a:bodyPr>
          <a:lstStyle/>
          <a:p>
            <a:pPr marL="86809" marR="2262" indent="-81436">
              <a:spcBef>
                <a:spcPts val="45"/>
              </a:spcBef>
              <a:buClr>
                <a:srgbClr val="005BBB"/>
              </a:buClr>
              <a:buChar char="•"/>
              <a:tabLst>
                <a:tab pos="86809" algn="l"/>
              </a:tabLst>
            </a:pPr>
            <a:r>
              <a:rPr sz="1336" dirty="0">
                <a:solidFill>
                  <a:srgbClr val="333333"/>
                </a:solidFill>
                <a:latin typeface="Arial MT"/>
                <a:cs typeface="Arial MT"/>
              </a:rPr>
              <a:t>Computer</a:t>
            </a:r>
            <a:r>
              <a:rPr sz="1336" spc="-20" dirty="0">
                <a:solidFill>
                  <a:srgbClr val="333333"/>
                </a:solidFill>
                <a:latin typeface="Arial MT"/>
                <a:cs typeface="Arial MT"/>
              </a:rPr>
              <a:t> </a:t>
            </a:r>
            <a:r>
              <a:rPr sz="1336" spc="-4" dirty="0">
                <a:solidFill>
                  <a:srgbClr val="333333"/>
                </a:solidFill>
                <a:latin typeface="Arial MT"/>
                <a:cs typeface="Arial MT"/>
              </a:rPr>
              <a:t>Vision:</a:t>
            </a:r>
            <a:r>
              <a:rPr sz="1336" spc="-89" dirty="0">
                <a:solidFill>
                  <a:srgbClr val="333333"/>
                </a:solidFill>
                <a:latin typeface="Arial MT"/>
                <a:cs typeface="Arial MT"/>
              </a:rPr>
              <a:t> </a:t>
            </a:r>
            <a:r>
              <a:rPr sz="1336" dirty="0">
                <a:solidFill>
                  <a:srgbClr val="333333"/>
                </a:solidFill>
                <a:latin typeface="Arial MT"/>
                <a:cs typeface="Arial MT"/>
              </a:rPr>
              <a:t>Algorithms</a:t>
            </a:r>
            <a:r>
              <a:rPr sz="1336" spc="-20" dirty="0">
                <a:solidFill>
                  <a:srgbClr val="333333"/>
                </a:solidFill>
                <a:latin typeface="Arial MT"/>
                <a:cs typeface="Arial MT"/>
              </a:rPr>
              <a:t> </a:t>
            </a:r>
            <a:r>
              <a:rPr sz="1336" dirty="0">
                <a:solidFill>
                  <a:srgbClr val="333333"/>
                </a:solidFill>
                <a:latin typeface="Arial MT"/>
                <a:cs typeface="Arial MT"/>
              </a:rPr>
              <a:t>and</a:t>
            </a:r>
            <a:r>
              <a:rPr sz="1336" spc="-89" dirty="0">
                <a:solidFill>
                  <a:srgbClr val="333333"/>
                </a:solidFill>
                <a:latin typeface="Arial MT"/>
                <a:cs typeface="Arial MT"/>
              </a:rPr>
              <a:t> </a:t>
            </a:r>
            <a:r>
              <a:rPr sz="1336" dirty="0">
                <a:solidFill>
                  <a:srgbClr val="333333"/>
                </a:solidFill>
                <a:latin typeface="Arial MT"/>
                <a:cs typeface="Arial MT"/>
              </a:rPr>
              <a:t>Applications,</a:t>
            </a:r>
            <a:r>
              <a:rPr sz="1336" spc="-20" dirty="0">
                <a:solidFill>
                  <a:srgbClr val="333333"/>
                </a:solidFill>
                <a:latin typeface="Arial MT"/>
                <a:cs typeface="Arial MT"/>
              </a:rPr>
              <a:t> </a:t>
            </a:r>
            <a:r>
              <a:rPr sz="1336" spc="-11" dirty="0">
                <a:solidFill>
                  <a:srgbClr val="333333"/>
                </a:solidFill>
                <a:latin typeface="Arial MT"/>
                <a:cs typeface="Arial MT"/>
              </a:rPr>
              <a:t>by </a:t>
            </a:r>
            <a:r>
              <a:rPr sz="1336" dirty="0">
                <a:solidFill>
                  <a:srgbClr val="333333"/>
                </a:solidFill>
                <a:latin typeface="Arial MT"/>
                <a:cs typeface="Arial MT"/>
              </a:rPr>
              <a:t>Richard</a:t>
            </a:r>
            <a:r>
              <a:rPr sz="1336" spc="-22" dirty="0">
                <a:solidFill>
                  <a:srgbClr val="333333"/>
                </a:solidFill>
                <a:latin typeface="Arial MT"/>
                <a:cs typeface="Arial MT"/>
              </a:rPr>
              <a:t> </a:t>
            </a:r>
            <a:r>
              <a:rPr sz="1336" spc="-4" dirty="0">
                <a:solidFill>
                  <a:srgbClr val="333333"/>
                </a:solidFill>
                <a:latin typeface="Arial MT"/>
                <a:cs typeface="Arial MT"/>
              </a:rPr>
              <a:t>Szeliski</a:t>
            </a:r>
            <a:endParaRPr sz="1336">
              <a:latin typeface="Arial MT"/>
              <a:cs typeface="Arial MT"/>
            </a:endParaRPr>
          </a:p>
        </p:txBody>
      </p:sp>
      <p:pic>
        <p:nvPicPr>
          <p:cNvPr id="4" name="object 4"/>
          <p:cNvPicPr/>
          <p:nvPr/>
        </p:nvPicPr>
        <p:blipFill>
          <a:blip r:embed="rId2" cstate="print"/>
          <a:stretch>
            <a:fillRect/>
          </a:stretch>
        </p:blipFill>
        <p:spPr>
          <a:xfrm>
            <a:off x="1582065" y="1238308"/>
            <a:ext cx="1445970" cy="1927083"/>
          </a:xfrm>
          <a:prstGeom prst="rect">
            <a:avLst/>
          </a:prstGeom>
        </p:spPr>
      </p:pic>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143054" y="778073"/>
            <a:ext cx="4318882" cy="2194112"/>
          </a:xfrm>
        </p:spPr>
        <p:txBody>
          <a:bodyPr>
            <a:normAutofit/>
          </a:bodyPr>
          <a:lstStyle/>
          <a:p>
            <a:pPr>
              <a:lnSpc>
                <a:spcPct val="150000"/>
              </a:lnSpc>
            </a:pPr>
            <a:r>
              <a:rPr lang="en-US" sz="908" b="1" dirty="0">
                <a:solidFill>
                  <a:srgbClr val="000000"/>
                </a:solidFill>
                <a:latin typeface="Century Gothic" panose="020B0502020202020204" pitchFamily="34" charset="0"/>
              </a:rPr>
              <a:t>Conferences</a:t>
            </a:r>
          </a:p>
          <a:p>
            <a:pPr marL="0" lvl="1">
              <a:lnSpc>
                <a:spcPct val="150000"/>
              </a:lnSpc>
            </a:pPr>
            <a:r>
              <a:rPr lang="en-US" sz="706" b="1" dirty="0">
                <a:solidFill>
                  <a:srgbClr val="FF0000"/>
                </a:solidFill>
                <a:latin typeface="Century Gothic" panose="020B0502020202020204" pitchFamily="34" charset="0"/>
              </a:rPr>
              <a:t>	Computer Vision</a:t>
            </a:r>
          </a:p>
          <a:p>
            <a:pPr lvl="1">
              <a:lnSpc>
                <a:spcPct val="150000"/>
              </a:lnSpc>
            </a:pPr>
            <a:r>
              <a:rPr lang="en-US" sz="706" dirty="0">
                <a:solidFill>
                  <a:srgbClr val="000000"/>
                </a:solidFill>
                <a:latin typeface="Century Gothic" panose="020B0502020202020204" pitchFamily="34" charset="0"/>
              </a:rPr>
              <a:t>Computer Vision and Pattern Recognition (CVPR)</a:t>
            </a:r>
          </a:p>
          <a:p>
            <a:pPr lvl="1">
              <a:lnSpc>
                <a:spcPct val="150000"/>
              </a:lnSpc>
            </a:pPr>
            <a:r>
              <a:rPr lang="en-US" sz="706" dirty="0">
                <a:solidFill>
                  <a:srgbClr val="000000"/>
                </a:solidFill>
                <a:latin typeface="Century Gothic" panose="020B0502020202020204" pitchFamily="34" charset="0"/>
              </a:rPr>
              <a:t>International Conference on Computer Vision (ICCV)</a:t>
            </a:r>
          </a:p>
          <a:p>
            <a:pPr lvl="1">
              <a:lnSpc>
                <a:spcPct val="150000"/>
              </a:lnSpc>
            </a:pPr>
            <a:r>
              <a:rPr lang="en-US" sz="706" dirty="0">
                <a:solidFill>
                  <a:srgbClr val="000000"/>
                </a:solidFill>
                <a:latin typeface="Century Gothic" panose="020B0502020202020204" pitchFamily="34" charset="0"/>
              </a:rPr>
              <a:t>European Conference on Computer Vision (ECCV)</a:t>
            </a:r>
          </a:p>
          <a:p>
            <a:pPr lvl="1">
              <a:lnSpc>
                <a:spcPct val="150000"/>
              </a:lnSpc>
            </a:pPr>
            <a:r>
              <a:rPr lang="en-US" sz="706" dirty="0">
                <a:solidFill>
                  <a:srgbClr val="000000"/>
                </a:solidFill>
                <a:latin typeface="Century Gothic" panose="020B0502020202020204" pitchFamily="34" charset="0"/>
              </a:rPr>
              <a:t>British Machine Vision Conference (BMVC)</a:t>
            </a:r>
          </a:p>
          <a:p>
            <a:pPr marL="230520" lvl="1">
              <a:lnSpc>
                <a:spcPct val="150000"/>
              </a:lnSpc>
            </a:pPr>
            <a:r>
              <a:rPr lang="en-US" sz="706" b="1" dirty="0">
                <a:solidFill>
                  <a:srgbClr val="FF0000"/>
                </a:solidFill>
                <a:latin typeface="Century Gothic" panose="020B0502020202020204" pitchFamily="34" charset="0"/>
              </a:rPr>
              <a:t>Machine learning</a:t>
            </a:r>
          </a:p>
          <a:p>
            <a:pPr lvl="1">
              <a:lnSpc>
                <a:spcPct val="150000"/>
              </a:lnSpc>
            </a:pPr>
            <a:r>
              <a:rPr lang="en-US" sz="706" dirty="0">
                <a:solidFill>
                  <a:srgbClr val="000000"/>
                </a:solidFill>
                <a:latin typeface="Century Gothic" panose="020B0502020202020204" pitchFamily="34" charset="0"/>
              </a:rPr>
              <a:t>Neural Information Processing Systems (NIPS)</a:t>
            </a:r>
          </a:p>
          <a:p>
            <a:pPr lvl="1">
              <a:lnSpc>
                <a:spcPct val="150000"/>
              </a:lnSpc>
            </a:pPr>
            <a:r>
              <a:rPr lang="en-US" sz="706" dirty="0">
                <a:solidFill>
                  <a:srgbClr val="000000"/>
                </a:solidFill>
                <a:latin typeface="Century Gothic" panose="020B0502020202020204" pitchFamily="34" charset="0"/>
              </a:rPr>
              <a:t>International Conference on Machine Learning (ICML</a:t>
            </a:r>
            <a:r>
              <a:rPr lang="en-US" sz="908" dirty="0">
                <a:solidFill>
                  <a:srgbClr val="000000"/>
                </a:solidFill>
                <a:latin typeface="Century Gothic" panose="020B0502020202020204" pitchFamily="34" charset="0"/>
              </a:rPr>
              <a:t>)</a:t>
            </a:r>
          </a:p>
          <a:p>
            <a:pPr lvl="1">
              <a:lnSpc>
                <a:spcPct val="150000"/>
              </a:lnSpc>
            </a:pPr>
            <a:r>
              <a:rPr lang="en-US" sz="706" dirty="0">
                <a:solidFill>
                  <a:srgbClr val="000000"/>
                </a:solidFill>
                <a:latin typeface="Century Gothic" panose="020B0502020202020204" pitchFamily="34" charset="0"/>
              </a:rPr>
              <a:t>International Conference on Learning Representations (ICLR)</a:t>
            </a:r>
          </a:p>
        </p:txBody>
      </p:sp>
      <p:sp>
        <p:nvSpPr>
          <p:cNvPr id="4" name="Title 1">
            <a:extLst>
              <a:ext uri="{FF2B5EF4-FFF2-40B4-BE49-F238E27FC236}">
                <a16:creationId xmlns:a16="http://schemas.microsoft.com/office/drawing/2014/main" id="{FF7049BC-0C6F-114D-B975-608A5D5CF31D}"/>
              </a:ext>
            </a:extLst>
          </p:cNvPr>
          <p:cNvSpPr txBox="1">
            <a:spLocks/>
          </p:cNvSpPr>
          <p:nvPr/>
        </p:nvSpPr>
        <p:spPr>
          <a:xfrm>
            <a:off x="42686" y="433784"/>
            <a:ext cx="4519036" cy="432197"/>
          </a:xfrm>
          <a:prstGeom prst="rect">
            <a:avLst/>
          </a:prstGeom>
          <a:ln>
            <a:noFill/>
          </a:ln>
        </p:spPr>
        <p:txBody>
          <a:bodyPr vert="horz" lIns="46101" tIns="23051" rIns="46101" bIns="23051" rtlCol="0" anchor="ctr">
            <a:normAutofit/>
          </a:bodyPr>
          <a:lstStyle>
            <a:lvl1pPr algn="r" defTabSz="457200" rtl="0" eaLnBrk="1" latinLnBrk="0" hangingPunct="1">
              <a:spcBef>
                <a:spcPct val="0"/>
              </a:spcBef>
              <a:buNone/>
              <a:defRPr sz="4000" b="1" kern="1200">
                <a:solidFill>
                  <a:schemeClr val="tx1"/>
                </a:solidFill>
                <a:latin typeface="+mj-lt"/>
                <a:ea typeface="+mj-ea"/>
                <a:cs typeface="+mj-cs"/>
              </a:defRPr>
            </a:lvl1pPr>
          </a:lstStyle>
          <a:p>
            <a:r>
              <a:rPr lang="en-US" sz="2017" dirty="0">
                <a:latin typeface="Century Gothic" panose="020B0502020202020204" pitchFamily="34" charset="0"/>
              </a:rPr>
              <a:t>Overview of the field</a:t>
            </a:r>
            <a:endParaRPr lang="en-US" sz="2017" b="0" dirty="0">
              <a:latin typeface="Century Gothic" panose="020B0502020202020204" pitchFamily="34" charset="0"/>
            </a:endParaRPr>
          </a:p>
        </p:txBody>
      </p:sp>
    </p:spTree>
    <p:extLst>
      <p:ext uri="{BB962C8B-B14F-4D97-AF65-F5344CB8AC3E}">
        <p14:creationId xmlns:p14="http://schemas.microsoft.com/office/powerpoint/2010/main" val="2633342744"/>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object 2"/>
          <p:cNvSpPr txBox="1"/>
          <p:nvPr/>
        </p:nvSpPr>
        <p:spPr>
          <a:xfrm>
            <a:off x="56134" y="15020"/>
            <a:ext cx="412115" cy="101600"/>
          </a:xfrm>
          <a:prstGeom prst="rect">
            <a:avLst/>
          </a:prstGeom>
        </p:spPr>
        <p:txBody>
          <a:bodyPr vert="horz" wrap="square" lIns="0" tIns="12065" rIns="0" bIns="0" rtlCol="0">
            <a:spAutoFit/>
          </a:bodyPr>
          <a:lstStyle/>
          <a:p>
            <a:pPr marL="12700">
              <a:lnSpc>
                <a:spcPct val="100000"/>
              </a:lnSpc>
              <a:spcBef>
                <a:spcPts val="95"/>
              </a:spcBef>
            </a:pPr>
            <a:r>
              <a:rPr sz="500" b="1" spc="-10" dirty="0">
                <a:solidFill>
                  <a:srgbClr val="3F3F3F"/>
                </a:solidFill>
                <a:latin typeface="Arial"/>
                <a:cs typeface="Arial"/>
                <a:hlinkClick r:id="rId3" action="ppaction://hlinksldjump"/>
              </a:rPr>
              <a:t>Introduction</a:t>
            </a:r>
            <a:endParaRPr sz="500">
              <a:latin typeface="Arial"/>
              <a:cs typeface="Arial"/>
            </a:endParaRPr>
          </a:p>
        </p:txBody>
      </p:sp>
      <p:pic>
        <p:nvPicPr>
          <p:cNvPr id="6" name="object 6"/>
          <p:cNvPicPr/>
          <p:nvPr/>
        </p:nvPicPr>
        <p:blipFill>
          <a:blip r:embed="rId4" cstate="print"/>
          <a:stretch>
            <a:fillRect/>
          </a:stretch>
        </p:blipFill>
        <p:spPr>
          <a:xfrm>
            <a:off x="68833" y="112855"/>
            <a:ext cx="4470398" cy="7591"/>
          </a:xfrm>
          <a:prstGeom prst="rect">
            <a:avLst/>
          </a:prstGeom>
        </p:spPr>
      </p:pic>
      <p:grpSp>
        <p:nvGrpSpPr>
          <p:cNvPr id="7" name="object 7"/>
          <p:cNvGrpSpPr/>
          <p:nvPr/>
        </p:nvGrpSpPr>
        <p:grpSpPr>
          <a:xfrm>
            <a:off x="36004" y="1848151"/>
            <a:ext cx="4568825" cy="584835"/>
            <a:chOff x="36004" y="1848151"/>
            <a:chExt cx="4568825" cy="584835"/>
          </a:xfrm>
        </p:grpSpPr>
        <p:sp>
          <p:nvSpPr>
            <p:cNvPr id="8" name="object 8"/>
            <p:cNvSpPr/>
            <p:nvPr/>
          </p:nvSpPr>
          <p:spPr>
            <a:xfrm>
              <a:off x="79562" y="1891709"/>
              <a:ext cx="4525010" cy="541020"/>
            </a:xfrm>
            <a:custGeom>
              <a:avLst/>
              <a:gdLst/>
              <a:ahLst/>
              <a:cxnLst/>
              <a:rect l="l" t="t" r="r" b="b"/>
              <a:pathLst>
                <a:path w="4525010" h="541019">
                  <a:moveTo>
                    <a:pt x="0" y="506457"/>
                  </a:moveTo>
                  <a:lnTo>
                    <a:pt x="9403" y="520404"/>
                  </a:lnTo>
                  <a:lnTo>
                    <a:pt x="31717" y="535448"/>
                  </a:lnTo>
                  <a:lnTo>
                    <a:pt x="59042" y="540965"/>
                  </a:lnTo>
                  <a:lnTo>
                    <a:pt x="4454696" y="540965"/>
                  </a:lnTo>
                  <a:lnTo>
                    <a:pt x="4482022" y="535448"/>
                  </a:lnTo>
                  <a:lnTo>
                    <a:pt x="4504336" y="520404"/>
                  </a:lnTo>
                  <a:lnTo>
                    <a:pt x="4512318" y="508565"/>
                  </a:lnTo>
                  <a:lnTo>
                    <a:pt x="10442" y="508565"/>
                  </a:lnTo>
                  <a:lnTo>
                    <a:pt x="0" y="506457"/>
                  </a:lnTo>
                  <a:close/>
                </a:path>
                <a:path w="4525010" h="541019">
                  <a:moveTo>
                    <a:pt x="4490389" y="0"/>
                  </a:moveTo>
                  <a:lnTo>
                    <a:pt x="4492497" y="10442"/>
                  </a:lnTo>
                  <a:lnTo>
                    <a:pt x="4492497" y="454565"/>
                  </a:lnTo>
                  <a:lnTo>
                    <a:pt x="4488253" y="475584"/>
                  </a:lnTo>
                  <a:lnTo>
                    <a:pt x="4476681" y="492749"/>
                  </a:lnTo>
                  <a:lnTo>
                    <a:pt x="4459516" y="504321"/>
                  </a:lnTo>
                  <a:lnTo>
                    <a:pt x="4438497" y="508565"/>
                  </a:lnTo>
                  <a:lnTo>
                    <a:pt x="4512318" y="508565"/>
                  </a:lnTo>
                  <a:lnTo>
                    <a:pt x="4519380" y="498090"/>
                  </a:lnTo>
                  <a:lnTo>
                    <a:pt x="4524897" y="470765"/>
                  </a:lnTo>
                  <a:lnTo>
                    <a:pt x="4524897" y="59042"/>
                  </a:lnTo>
                  <a:lnTo>
                    <a:pt x="4519380" y="31717"/>
                  </a:lnTo>
                  <a:lnTo>
                    <a:pt x="4504336" y="9403"/>
                  </a:lnTo>
                  <a:lnTo>
                    <a:pt x="4490389" y="0"/>
                  </a:lnTo>
                  <a:close/>
                </a:path>
              </a:pathLst>
            </a:custGeom>
            <a:solidFill>
              <a:srgbClr val="7F7F7F">
                <a:alpha val="50000"/>
              </a:srgbClr>
            </a:solidFill>
          </p:spPr>
          <p:txBody>
            <a:bodyPr wrap="square" lIns="0" tIns="0" rIns="0" bIns="0" rtlCol="0"/>
            <a:lstStyle/>
            <a:p>
              <a:endParaRPr/>
            </a:p>
          </p:txBody>
        </p:sp>
        <p:sp>
          <p:nvSpPr>
            <p:cNvPr id="9" name="object 9"/>
            <p:cNvSpPr/>
            <p:nvPr/>
          </p:nvSpPr>
          <p:spPr>
            <a:xfrm>
              <a:off x="36004" y="1848151"/>
              <a:ext cx="4536440" cy="552450"/>
            </a:xfrm>
            <a:custGeom>
              <a:avLst/>
              <a:gdLst/>
              <a:ahLst/>
              <a:cxnLst/>
              <a:rect l="l" t="t" r="r" b="b"/>
              <a:pathLst>
                <a:path w="4536440" h="552450">
                  <a:moveTo>
                    <a:pt x="4482054" y="0"/>
                  </a:moveTo>
                  <a:lnTo>
                    <a:pt x="54000" y="0"/>
                  </a:lnTo>
                  <a:lnTo>
                    <a:pt x="32980" y="4243"/>
                  </a:lnTo>
                  <a:lnTo>
                    <a:pt x="15816" y="15816"/>
                  </a:lnTo>
                  <a:lnTo>
                    <a:pt x="4243" y="32980"/>
                  </a:lnTo>
                  <a:lnTo>
                    <a:pt x="0" y="54000"/>
                  </a:lnTo>
                  <a:lnTo>
                    <a:pt x="0" y="498123"/>
                  </a:lnTo>
                  <a:lnTo>
                    <a:pt x="4243" y="519142"/>
                  </a:lnTo>
                  <a:lnTo>
                    <a:pt x="15816" y="536307"/>
                  </a:lnTo>
                  <a:lnTo>
                    <a:pt x="32980" y="547879"/>
                  </a:lnTo>
                  <a:lnTo>
                    <a:pt x="54000" y="552123"/>
                  </a:lnTo>
                  <a:lnTo>
                    <a:pt x="4482054" y="552123"/>
                  </a:lnTo>
                  <a:lnTo>
                    <a:pt x="4503074" y="547879"/>
                  </a:lnTo>
                  <a:lnTo>
                    <a:pt x="4520239" y="536307"/>
                  </a:lnTo>
                  <a:lnTo>
                    <a:pt x="4521711" y="534123"/>
                  </a:lnTo>
                  <a:lnTo>
                    <a:pt x="54000" y="534123"/>
                  </a:lnTo>
                  <a:lnTo>
                    <a:pt x="39987" y="531294"/>
                  </a:lnTo>
                  <a:lnTo>
                    <a:pt x="28544" y="523579"/>
                  </a:lnTo>
                  <a:lnTo>
                    <a:pt x="20828" y="512136"/>
                  </a:lnTo>
                  <a:lnTo>
                    <a:pt x="17999" y="498123"/>
                  </a:lnTo>
                  <a:lnTo>
                    <a:pt x="17999" y="54000"/>
                  </a:lnTo>
                  <a:lnTo>
                    <a:pt x="20828" y="39987"/>
                  </a:lnTo>
                  <a:lnTo>
                    <a:pt x="28544" y="28544"/>
                  </a:lnTo>
                  <a:lnTo>
                    <a:pt x="39987" y="20829"/>
                  </a:lnTo>
                  <a:lnTo>
                    <a:pt x="54000" y="18000"/>
                  </a:lnTo>
                  <a:lnTo>
                    <a:pt x="4521711" y="18000"/>
                  </a:lnTo>
                  <a:lnTo>
                    <a:pt x="4520239" y="15816"/>
                  </a:lnTo>
                  <a:lnTo>
                    <a:pt x="4503074" y="4243"/>
                  </a:lnTo>
                  <a:lnTo>
                    <a:pt x="4482054" y="0"/>
                  </a:lnTo>
                  <a:close/>
                </a:path>
                <a:path w="4536440" h="552450">
                  <a:moveTo>
                    <a:pt x="4521711" y="18000"/>
                  </a:moveTo>
                  <a:lnTo>
                    <a:pt x="4482054" y="18000"/>
                  </a:lnTo>
                  <a:lnTo>
                    <a:pt x="4496067" y="20829"/>
                  </a:lnTo>
                  <a:lnTo>
                    <a:pt x="4507511" y="28544"/>
                  </a:lnTo>
                  <a:lnTo>
                    <a:pt x="4515226" y="39987"/>
                  </a:lnTo>
                  <a:lnTo>
                    <a:pt x="4518055" y="54000"/>
                  </a:lnTo>
                  <a:lnTo>
                    <a:pt x="4518055" y="498123"/>
                  </a:lnTo>
                  <a:lnTo>
                    <a:pt x="4515226" y="512136"/>
                  </a:lnTo>
                  <a:lnTo>
                    <a:pt x="4507511" y="523579"/>
                  </a:lnTo>
                  <a:lnTo>
                    <a:pt x="4496067" y="531294"/>
                  </a:lnTo>
                  <a:lnTo>
                    <a:pt x="4482054" y="534123"/>
                  </a:lnTo>
                  <a:lnTo>
                    <a:pt x="4521711" y="534123"/>
                  </a:lnTo>
                  <a:lnTo>
                    <a:pt x="4531811" y="519142"/>
                  </a:lnTo>
                  <a:lnTo>
                    <a:pt x="4536055" y="498123"/>
                  </a:lnTo>
                  <a:lnTo>
                    <a:pt x="4536055" y="54000"/>
                  </a:lnTo>
                  <a:lnTo>
                    <a:pt x="4531811" y="32980"/>
                  </a:lnTo>
                  <a:lnTo>
                    <a:pt x="4521711" y="18000"/>
                  </a:lnTo>
                  <a:close/>
                </a:path>
              </a:pathLst>
            </a:custGeom>
            <a:solidFill>
              <a:srgbClr val="3F3F3F"/>
            </a:solidFill>
          </p:spPr>
          <p:txBody>
            <a:bodyPr wrap="square" lIns="0" tIns="0" rIns="0" bIns="0" rtlCol="0"/>
            <a:lstStyle/>
            <a:p>
              <a:endParaRPr/>
            </a:p>
          </p:txBody>
        </p:sp>
        <p:sp>
          <p:nvSpPr>
            <p:cNvPr id="10" name="object 10"/>
            <p:cNvSpPr/>
            <p:nvPr/>
          </p:nvSpPr>
          <p:spPr>
            <a:xfrm>
              <a:off x="54004" y="1866151"/>
              <a:ext cx="4500245" cy="516255"/>
            </a:xfrm>
            <a:custGeom>
              <a:avLst/>
              <a:gdLst/>
              <a:ahLst/>
              <a:cxnLst/>
              <a:rect l="l" t="t" r="r" b="b"/>
              <a:pathLst>
                <a:path w="4500245" h="516255">
                  <a:moveTo>
                    <a:pt x="4464055" y="0"/>
                  </a:moveTo>
                  <a:lnTo>
                    <a:pt x="36000" y="0"/>
                  </a:lnTo>
                  <a:lnTo>
                    <a:pt x="21987" y="2829"/>
                  </a:lnTo>
                  <a:lnTo>
                    <a:pt x="10544" y="10544"/>
                  </a:lnTo>
                  <a:lnTo>
                    <a:pt x="2829" y="21987"/>
                  </a:lnTo>
                  <a:lnTo>
                    <a:pt x="0" y="36000"/>
                  </a:lnTo>
                  <a:lnTo>
                    <a:pt x="0" y="480123"/>
                  </a:lnTo>
                  <a:lnTo>
                    <a:pt x="2829" y="494136"/>
                  </a:lnTo>
                  <a:lnTo>
                    <a:pt x="10544" y="505579"/>
                  </a:lnTo>
                  <a:lnTo>
                    <a:pt x="21987" y="513294"/>
                  </a:lnTo>
                  <a:lnTo>
                    <a:pt x="36000" y="516123"/>
                  </a:lnTo>
                  <a:lnTo>
                    <a:pt x="4464055" y="516123"/>
                  </a:lnTo>
                  <a:lnTo>
                    <a:pt x="4478068" y="513294"/>
                  </a:lnTo>
                  <a:lnTo>
                    <a:pt x="4489511" y="505579"/>
                  </a:lnTo>
                  <a:lnTo>
                    <a:pt x="4497226" y="494136"/>
                  </a:lnTo>
                  <a:lnTo>
                    <a:pt x="4500055" y="480123"/>
                  </a:lnTo>
                  <a:lnTo>
                    <a:pt x="4500055" y="36000"/>
                  </a:lnTo>
                  <a:lnTo>
                    <a:pt x="4497226" y="21987"/>
                  </a:lnTo>
                  <a:lnTo>
                    <a:pt x="4489511" y="10544"/>
                  </a:lnTo>
                  <a:lnTo>
                    <a:pt x="4478068" y="2829"/>
                  </a:lnTo>
                  <a:lnTo>
                    <a:pt x="4464055" y="0"/>
                  </a:lnTo>
                  <a:close/>
                </a:path>
              </a:pathLst>
            </a:custGeom>
            <a:solidFill>
              <a:srgbClr val="FFFFFF"/>
            </a:solidFill>
          </p:spPr>
          <p:txBody>
            <a:bodyPr wrap="square" lIns="0" tIns="0" rIns="0" bIns="0" rtlCol="0"/>
            <a:lstStyle/>
            <a:p>
              <a:endParaRPr/>
            </a:p>
          </p:txBody>
        </p:sp>
      </p:grpSp>
      <p:sp>
        <p:nvSpPr>
          <p:cNvPr id="11" name="object 11"/>
          <p:cNvSpPr txBox="1"/>
          <p:nvPr/>
        </p:nvSpPr>
        <p:spPr>
          <a:xfrm>
            <a:off x="-2095" y="149895"/>
            <a:ext cx="4401185" cy="2138045"/>
          </a:xfrm>
          <a:prstGeom prst="rect">
            <a:avLst/>
          </a:prstGeom>
        </p:spPr>
        <p:txBody>
          <a:bodyPr vert="horz" wrap="square" lIns="0" tIns="12065" rIns="0" bIns="0" rtlCol="0">
            <a:spAutoFit/>
          </a:bodyPr>
          <a:lstStyle/>
          <a:p>
            <a:pPr marL="38100">
              <a:lnSpc>
                <a:spcPct val="100000"/>
              </a:lnSpc>
              <a:spcBef>
                <a:spcPts val="95"/>
              </a:spcBef>
            </a:pPr>
            <a:r>
              <a:rPr sz="1200" b="1" spc="-10" dirty="0">
                <a:solidFill>
                  <a:srgbClr val="4B81AE"/>
                </a:solidFill>
                <a:latin typeface="Arial"/>
                <a:cs typeface="Arial"/>
              </a:rPr>
              <a:t>Introduction</a:t>
            </a:r>
            <a:endParaRPr sz="1200" dirty="0">
              <a:latin typeface="Arial"/>
              <a:cs typeface="Arial"/>
            </a:endParaRPr>
          </a:p>
          <a:p>
            <a:pPr>
              <a:lnSpc>
                <a:spcPct val="100000"/>
              </a:lnSpc>
              <a:spcBef>
                <a:spcPts val="440"/>
              </a:spcBef>
            </a:pPr>
            <a:endParaRPr sz="1200" dirty="0">
              <a:latin typeface="Arial"/>
              <a:cs typeface="Arial"/>
            </a:endParaRPr>
          </a:p>
          <a:p>
            <a:pPr marL="312420" marR="89535" indent="-146050">
              <a:lnSpc>
                <a:spcPct val="102600"/>
              </a:lnSpc>
              <a:buClr>
                <a:srgbClr val="4B81AE"/>
              </a:buClr>
              <a:buSzPct val="72727"/>
              <a:buFont typeface="Lucida Sans Unicode"/>
              <a:buChar char="►"/>
              <a:tabLst>
                <a:tab pos="314960" algn="l"/>
              </a:tabLst>
            </a:pPr>
            <a:r>
              <a:rPr sz="1100" spc="-40" dirty="0">
                <a:solidFill>
                  <a:srgbClr val="333333"/>
                </a:solidFill>
                <a:latin typeface="Arial MT"/>
                <a:cs typeface="Arial MT"/>
              </a:rPr>
              <a:t>Visual</a:t>
            </a:r>
            <a:r>
              <a:rPr sz="1100" spc="-30" dirty="0">
                <a:solidFill>
                  <a:srgbClr val="333333"/>
                </a:solidFill>
                <a:latin typeface="Arial MT"/>
                <a:cs typeface="Arial MT"/>
              </a:rPr>
              <a:t> </a:t>
            </a:r>
            <a:r>
              <a:rPr sz="1100" spc="-20" dirty="0">
                <a:solidFill>
                  <a:srgbClr val="333333"/>
                </a:solidFill>
                <a:latin typeface="Arial MT"/>
                <a:cs typeface="Arial MT"/>
              </a:rPr>
              <a:t>data</a:t>
            </a:r>
            <a:r>
              <a:rPr sz="1100" spc="-15" dirty="0">
                <a:solidFill>
                  <a:srgbClr val="333333"/>
                </a:solidFill>
                <a:latin typeface="Arial MT"/>
                <a:cs typeface="Arial MT"/>
              </a:rPr>
              <a:t> </a:t>
            </a:r>
            <a:r>
              <a:rPr sz="1100" spc="-10" dirty="0">
                <a:solidFill>
                  <a:srgbClr val="333333"/>
                </a:solidFill>
                <a:latin typeface="Arial MT"/>
                <a:cs typeface="Arial MT"/>
              </a:rPr>
              <a:t>is</a:t>
            </a:r>
            <a:r>
              <a:rPr sz="1100" spc="-15" dirty="0">
                <a:solidFill>
                  <a:srgbClr val="333333"/>
                </a:solidFill>
                <a:latin typeface="Arial MT"/>
                <a:cs typeface="Arial MT"/>
              </a:rPr>
              <a:t> </a:t>
            </a:r>
            <a:r>
              <a:rPr lang="en-US" sz="1100" spc="-40" dirty="0">
                <a:solidFill>
                  <a:srgbClr val="333333"/>
                </a:solidFill>
                <a:latin typeface="Arial MT"/>
                <a:cs typeface="Arial MT"/>
              </a:rPr>
              <a:t>everyone around us</a:t>
            </a:r>
            <a:r>
              <a:rPr sz="1100" spc="-20" dirty="0">
                <a:solidFill>
                  <a:srgbClr val="333333"/>
                </a:solidFill>
                <a:latin typeface="Arial MT"/>
                <a:cs typeface="Arial MT"/>
              </a:rPr>
              <a:t> </a:t>
            </a:r>
            <a:r>
              <a:rPr sz="1100" dirty="0">
                <a:solidFill>
                  <a:srgbClr val="333333"/>
                </a:solidFill>
                <a:latin typeface="Arial MT"/>
                <a:cs typeface="Arial MT"/>
              </a:rPr>
              <a:t>–</a:t>
            </a:r>
            <a:r>
              <a:rPr sz="1100" spc="-15" dirty="0">
                <a:solidFill>
                  <a:srgbClr val="333333"/>
                </a:solidFill>
                <a:latin typeface="Arial MT"/>
                <a:cs typeface="Arial MT"/>
              </a:rPr>
              <a:t> </a:t>
            </a:r>
            <a:r>
              <a:rPr sz="1100" spc="-30" dirty="0">
                <a:solidFill>
                  <a:srgbClr val="333333"/>
                </a:solidFill>
                <a:latin typeface="Arial MT"/>
                <a:cs typeface="Arial MT"/>
              </a:rPr>
              <a:t>your</a:t>
            </a:r>
            <a:r>
              <a:rPr sz="1100" spc="-15" dirty="0">
                <a:solidFill>
                  <a:srgbClr val="333333"/>
                </a:solidFill>
                <a:latin typeface="Arial MT"/>
                <a:cs typeface="Arial MT"/>
              </a:rPr>
              <a:t> </a:t>
            </a:r>
            <a:r>
              <a:rPr sz="1100" spc="-70" dirty="0">
                <a:solidFill>
                  <a:srgbClr val="333333"/>
                </a:solidFill>
                <a:latin typeface="Arial MT"/>
                <a:cs typeface="Arial MT"/>
              </a:rPr>
              <a:t>phone</a:t>
            </a:r>
            <a:r>
              <a:rPr sz="1100" spc="-5" dirty="0">
                <a:solidFill>
                  <a:srgbClr val="333333"/>
                </a:solidFill>
                <a:latin typeface="Arial MT"/>
                <a:cs typeface="Arial MT"/>
              </a:rPr>
              <a:t> </a:t>
            </a:r>
            <a:r>
              <a:rPr sz="1100" spc="-45" dirty="0">
                <a:solidFill>
                  <a:srgbClr val="333333"/>
                </a:solidFill>
                <a:latin typeface="Arial MT"/>
                <a:cs typeface="Arial MT"/>
              </a:rPr>
              <a:t>probably</a:t>
            </a:r>
            <a:r>
              <a:rPr sz="1100" spc="-15" dirty="0">
                <a:solidFill>
                  <a:srgbClr val="333333"/>
                </a:solidFill>
                <a:latin typeface="Arial MT"/>
                <a:cs typeface="Arial MT"/>
              </a:rPr>
              <a:t> </a:t>
            </a:r>
            <a:r>
              <a:rPr sz="1100" spc="-50" dirty="0">
                <a:solidFill>
                  <a:srgbClr val="333333"/>
                </a:solidFill>
                <a:latin typeface="Arial MT"/>
                <a:cs typeface="Arial MT"/>
              </a:rPr>
              <a:t>contains</a:t>
            </a:r>
            <a:r>
              <a:rPr sz="1100" spc="-15" dirty="0">
                <a:solidFill>
                  <a:srgbClr val="333333"/>
                </a:solidFill>
                <a:latin typeface="Arial MT"/>
                <a:cs typeface="Arial MT"/>
              </a:rPr>
              <a:t> </a:t>
            </a:r>
            <a:r>
              <a:rPr sz="1100" spc="-60" dirty="0">
                <a:solidFill>
                  <a:srgbClr val="333333"/>
                </a:solidFill>
                <a:latin typeface="Arial MT"/>
                <a:cs typeface="Arial MT"/>
              </a:rPr>
              <a:t>gigabytes</a:t>
            </a:r>
            <a:r>
              <a:rPr sz="1100" spc="-15" dirty="0">
                <a:solidFill>
                  <a:srgbClr val="333333"/>
                </a:solidFill>
                <a:latin typeface="Arial MT"/>
                <a:cs typeface="Arial MT"/>
              </a:rPr>
              <a:t> </a:t>
            </a:r>
            <a:r>
              <a:rPr sz="1100" spc="-25" dirty="0">
                <a:solidFill>
                  <a:srgbClr val="333333"/>
                </a:solidFill>
                <a:latin typeface="Arial MT"/>
                <a:cs typeface="Arial MT"/>
              </a:rPr>
              <a:t>of </a:t>
            </a:r>
            <a:r>
              <a:rPr sz="1100" spc="-50" dirty="0">
                <a:solidFill>
                  <a:srgbClr val="333333"/>
                </a:solidFill>
                <a:latin typeface="Arial MT"/>
                <a:cs typeface="Arial MT"/>
              </a:rPr>
              <a:t>visual</a:t>
            </a:r>
            <a:r>
              <a:rPr sz="1100" spc="-10" dirty="0">
                <a:solidFill>
                  <a:srgbClr val="333333"/>
                </a:solidFill>
                <a:latin typeface="Arial MT"/>
                <a:cs typeface="Arial MT"/>
              </a:rPr>
              <a:t> content.</a:t>
            </a:r>
            <a:endParaRPr sz="1100" dirty="0">
              <a:latin typeface="Arial MT"/>
              <a:cs typeface="Arial MT"/>
            </a:endParaRPr>
          </a:p>
          <a:p>
            <a:pPr marL="312420" marR="64135" indent="-146050">
              <a:lnSpc>
                <a:spcPct val="102699"/>
              </a:lnSpc>
              <a:spcBef>
                <a:spcPts val="300"/>
              </a:spcBef>
              <a:buClr>
                <a:srgbClr val="4B81AE"/>
              </a:buClr>
              <a:buSzPct val="72727"/>
              <a:buFont typeface="Lucida Sans Unicode"/>
              <a:buChar char="►"/>
              <a:tabLst>
                <a:tab pos="314960" algn="l"/>
              </a:tabLst>
            </a:pPr>
            <a:r>
              <a:rPr sz="1100" spc="-40" dirty="0">
                <a:solidFill>
                  <a:srgbClr val="333333"/>
                </a:solidFill>
                <a:latin typeface="Arial MT"/>
                <a:cs typeface="Arial MT"/>
              </a:rPr>
              <a:t>Computer</a:t>
            </a:r>
            <a:r>
              <a:rPr sz="1100" spc="15" dirty="0">
                <a:solidFill>
                  <a:srgbClr val="333333"/>
                </a:solidFill>
                <a:latin typeface="Arial MT"/>
                <a:cs typeface="Arial MT"/>
              </a:rPr>
              <a:t> </a:t>
            </a:r>
            <a:r>
              <a:rPr sz="1100" spc="-35" dirty="0">
                <a:solidFill>
                  <a:srgbClr val="333333"/>
                </a:solidFill>
                <a:latin typeface="Arial MT"/>
                <a:cs typeface="Arial MT"/>
              </a:rPr>
              <a:t>Vision</a:t>
            </a:r>
            <a:r>
              <a:rPr sz="1100" spc="15" dirty="0">
                <a:solidFill>
                  <a:srgbClr val="333333"/>
                </a:solidFill>
                <a:latin typeface="Arial MT"/>
                <a:cs typeface="Arial MT"/>
              </a:rPr>
              <a:t> </a:t>
            </a:r>
            <a:r>
              <a:rPr sz="1100" dirty="0">
                <a:solidFill>
                  <a:srgbClr val="333333"/>
                </a:solidFill>
                <a:latin typeface="Arial MT"/>
                <a:cs typeface="Arial MT"/>
              </a:rPr>
              <a:t>(CV)</a:t>
            </a:r>
            <a:r>
              <a:rPr sz="1100" spc="15" dirty="0">
                <a:solidFill>
                  <a:srgbClr val="333333"/>
                </a:solidFill>
                <a:latin typeface="Arial MT"/>
                <a:cs typeface="Arial MT"/>
              </a:rPr>
              <a:t> </a:t>
            </a:r>
            <a:r>
              <a:rPr sz="1100" spc="-80" dirty="0">
                <a:solidFill>
                  <a:srgbClr val="333333"/>
                </a:solidFill>
                <a:latin typeface="Arial MT"/>
                <a:cs typeface="Arial MT"/>
              </a:rPr>
              <a:t>deals</a:t>
            </a:r>
            <a:r>
              <a:rPr sz="1100" spc="15" dirty="0">
                <a:solidFill>
                  <a:srgbClr val="333333"/>
                </a:solidFill>
                <a:latin typeface="Arial MT"/>
                <a:cs typeface="Arial MT"/>
              </a:rPr>
              <a:t> </a:t>
            </a:r>
            <a:r>
              <a:rPr sz="1100" dirty="0">
                <a:solidFill>
                  <a:srgbClr val="333333"/>
                </a:solidFill>
                <a:latin typeface="Arial MT"/>
                <a:cs typeface="Arial MT"/>
              </a:rPr>
              <a:t>with</a:t>
            </a:r>
            <a:r>
              <a:rPr sz="1100" spc="15" dirty="0">
                <a:solidFill>
                  <a:srgbClr val="333333"/>
                </a:solidFill>
                <a:latin typeface="Arial MT"/>
                <a:cs typeface="Arial MT"/>
              </a:rPr>
              <a:t> </a:t>
            </a:r>
            <a:r>
              <a:rPr sz="1100" spc="-30" dirty="0">
                <a:solidFill>
                  <a:srgbClr val="333333"/>
                </a:solidFill>
                <a:latin typeface="Arial MT"/>
                <a:cs typeface="Arial MT"/>
              </a:rPr>
              <a:t>automatically</a:t>
            </a:r>
            <a:r>
              <a:rPr sz="1100" spc="15" dirty="0">
                <a:solidFill>
                  <a:srgbClr val="333333"/>
                </a:solidFill>
                <a:latin typeface="Arial MT"/>
                <a:cs typeface="Arial MT"/>
              </a:rPr>
              <a:t> </a:t>
            </a:r>
            <a:r>
              <a:rPr sz="1100" spc="-30" dirty="0">
                <a:solidFill>
                  <a:srgbClr val="333333"/>
                </a:solidFill>
                <a:latin typeface="Arial MT"/>
                <a:cs typeface="Arial MT"/>
              </a:rPr>
              <a:t>extracting</a:t>
            </a:r>
            <a:r>
              <a:rPr sz="1100" spc="15" dirty="0">
                <a:solidFill>
                  <a:srgbClr val="333333"/>
                </a:solidFill>
                <a:latin typeface="Arial MT"/>
                <a:cs typeface="Arial MT"/>
              </a:rPr>
              <a:t> </a:t>
            </a:r>
            <a:r>
              <a:rPr sz="1100" spc="-35" dirty="0">
                <a:solidFill>
                  <a:srgbClr val="333333"/>
                </a:solidFill>
                <a:latin typeface="Arial MT"/>
                <a:cs typeface="Arial MT"/>
              </a:rPr>
              <a:t>meaningful 	</a:t>
            </a:r>
            <a:r>
              <a:rPr sz="1100" spc="-30" dirty="0">
                <a:solidFill>
                  <a:srgbClr val="333333"/>
                </a:solidFill>
                <a:latin typeface="Arial MT"/>
                <a:cs typeface="Arial MT"/>
              </a:rPr>
              <a:t>information</a:t>
            </a:r>
            <a:r>
              <a:rPr sz="1100" spc="-5" dirty="0">
                <a:solidFill>
                  <a:srgbClr val="333333"/>
                </a:solidFill>
                <a:latin typeface="Arial MT"/>
                <a:cs typeface="Arial MT"/>
              </a:rPr>
              <a:t> </a:t>
            </a:r>
            <a:r>
              <a:rPr sz="1100" dirty="0">
                <a:solidFill>
                  <a:srgbClr val="333333"/>
                </a:solidFill>
                <a:latin typeface="Arial MT"/>
                <a:cs typeface="Arial MT"/>
              </a:rPr>
              <a:t>from</a:t>
            </a:r>
            <a:r>
              <a:rPr sz="1100" spc="5" dirty="0">
                <a:solidFill>
                  <a:srgbClr val="333333"/>
                </a:solidFill>
                <a:latin typeface="Arial MT"/>
                <a:cs typeface="Arial MT"/>
              </a:rPr>
              <a:t> </a:t>
            </a:r>
            <a:r>
              <a:rPr sz="1100" spc="-85" dirty="0">
                <a:solidFill>
                  <a:srgbClr val="333333"/>
                </a:solidFill>
                <a:latin typeface="Arial MT"/>
                <a:cs typeface="Arial MT"/>
              </a:rPr>
              <a:t>images</a:t>
            </a:r>
            <a:r>
              <a:rPr sz="1100" spc="10" dirty="0">
                <a:solidFill>
                  <a:srgbClr val="333333"/>
                </a:solidFill>
                <a:latin typeface="Arial MT"/>
                <a:cs typeface="Arial MT"/>
              </a:rPr>
              <a:t> </a:t>
            </a:r>
            <a:r>
              <a:rPr sz="1100" spc="-55" dirty="0">
                <a:solidFill>
                  <a:srgbClr val="333333"/>
                </a:solidFill>
                <a:latin typeface="Arial MT"/>
                <a:cs typeface="Arial MT"/>
              </a:rPr>
              <a:t>and</a:t>
            </a:r>
            <a:r>
              <a:rPr sz="1100" spc="5" dirty="0">
                <a:solidFill>
                  <a:srgbClr val="333333"/>
                </a:solidFill>
                <a:latin typeface="Arial MT"/>
                <a:cs typeface="Arial MT"/>
              </a:rPr>
              <a:t> </a:t>
            </a:r>
            <a:r>
              <a:rPr sz="1100" spc="-10" dirty="0">
                <a:solidFill>
                  <a:srgbClr val="333333"/>
                </a:solidFill>
                <a:latin typeface="Arial MT"/>
                <a:cs typeface="Arial MT"/>
              </a:rPr>
              <a:t>videos.</a:t>
            </a:r>
            <a:endParaRPr sz="1100" dirty="0">
              <a:latin typeface="Arial MT"/>
              <a:cs typeface="Arial MT"/>
            </a:endParaRPr>
          </a:p>
          <a:p>
            <a:pPr marL="313055" indent="-146050">
              <a:lnSpc>
                <a:spcPct val="100000"/>
              </a:lnSpc>
              <a:spcBef>
                <a:spcPts val="335"/>
              </a:spcBef>
              <a:buClr>
                <a:srgbClr val="4B81AE"/>
              </a:buClr>
              <a:buSzPct val="72727"/>
              <a:buFont typeface="Lucida Sans Unicode"/>
              <a:buChar char="►"/>
              <a:tabLst>
                <a:tab pos="313055" algn="l"/>
              </a:tabLst>
            </a:pPr>
            <a:r>
              <a:rPr sz="1100" spc="-40" dirty="0">
                <a:solidFill>
                  <a:srgbClr val="333333"/>
                </a:solidFill>
                <a:latin typeface="Arial MT"/>
                <a:cs typeface="Arial MT"/>
              </a:rPr>
              <a:t>For</a:t>
            </a:r>
            <a:r>
              <a:rPr sz="1100" spc="-30" dirty="0">
                <a:solidFill>
                  <a:srgbClr val="333333"/>
                </a:solidFill>
                <a:latin typeface="Arial MT"/>
                <a:cs typeface="Arial MT"/>
              </a:rPr>
              <a:t> </a:t>
            </a:r>
            <a:r>
              <a:rPr sz="1100" spc="-40" dirty="0">
                <a:solidFill>
                  <a:srgbClr val="333333"/>
                </a:solidFill>
                <a:latin typeface="Arial MT"/>
                <a:cs typeface="Arial MT"/>
              </a:rPr>
              <a:t>biological</a:t>
            </a:r>
            <a:r>
              <a:rPr sz="1100" spc="-20" dirty="0">
                <a:solidFill>
                  <a:srgbClr val="333333"/>
                </a:solidFill>
                <a:latin typeface="Arial MT"/>
                <a:cs typeface="Arial MT"/>
              </a:rPr>
              <a:t> </a:t>
            </a:r>
            <a:r>
              <a:rPr sz="1100" spc="-60" dirty="0">
                <a:solidFill>
                  <a:srgbClr val="333333"/>
                </a:solidFill>
                <a:latin typeface="Arial MT"/>
                <a:cs typeface="Arial MT"/>
              </a:rPr>
              <a:t>brains</a:t>
            </a:r>
            <a:r>
              <a:rPr sz="1100" spc="-15" dirty="0">
                <a:solidFill>
                  <a:srgbClr val="333333"/>
                </a:solidFill>
                <a:latin typeface="Arial MT"/>
                <a:cs typeface="Arial MT"/>
              </a:rPr>
              <a:t> </a:t>
            </a:r>
            <a:r>
              <a:rPr sz="1100" spc="-55" dirty="0">
                <a:solidFill>
                  <a:srgbClr val="333333"/>
                </a:solidFill>
                <a:latin typeface="Arial MT"/>
                <a:cs typeface="Arial MT"/>
              </a:rPr>
              <a:t>(humans</a:t>
            </a:r>
            <a:r>
              <a:rPr sz="1100" spc="-20" dirty="0">
                <a:solidFill>
                  <a:srgbClr val="333333"/>
                </a:solidFill>
                <a:latin typeface="Arial MT"/>
                <a:cs typeface="Arial MT"/>
              </a:rPr>
              <a:t> </a:t>
            </a:r>
            <a:r>
              <a:rPr sz="1100" spc="-55" dirty="0">
                <a:solidFill>
                  <a:srgbClr val="333333"/>
                </a:solidFill>
                <a:latin typeface="Arial MT"/>
                <a:cs typeface="Arial MT"/>
              </a:rPr>
              <a:t>and</a:t>
            </a:r>
            <a:r>
              <a:rPr sz="1100" spc="-20" dirty="0">
                <a:solidFill>
                  <a:srgbClr val="333333"/>
                </a:solidFill>
                <a:latin typeface="Arial MT"/>
                <a:cs typeface="Arial MT"/>
              </a:rPr>
              <a:t> </a:t>
            </a:r>
            <a:r>
              <a:rPr sz="1100" spc="-40" dirty="0">
                <a:solidFill>
                  <a:srgbClr val="333333"/>
                </a:solidFill>
                <a:latin typeface="Arial MT"/>
                <a:cs typeface="Arial MT"/>
              </a:rPr>
              <a:t>animals),</a:t>
            </a:r>
            <a:r>
              <a:rPr sz="1100" spc="-20" dirty="0">
                <a:solidFill>
                  <a:srgbClr val="333333"/>
                </a:solidFill>
                <a:latin typeface="Arial MT"/>
                <a:cs typeface="Arial MT"/>
              </a:rPr>
              <a:t> </a:t>
            </a:r>
            <a:r>
              <a:rPr sz="1100" dirty="0">
                <a:solidFill>
                  <a:srgbClr val="333333"/>
                </a:solidFill>
                <a:latin typeface="Arial MT"/>
                <a:cs typeface="Arial MT"/>
              </a:rPr>
              <a:t>this</a:t>
            </a:r>
            <a:r>
              <a:rPr sz="1100" spc="-25" dirty="0">
                <a:solidFill>
                  <a:srgbClr val="333333"/>
                </a:solidFill>
                <a:latin typeface="Arial MT"/>
                <a:cs typeface="Arial MT"/>
              </a:rPr>
              <a:t> </a:t>
            </a:r>
            <a:r>
              <a:rPr sz="1100" spc="-10" dirty="0">
                <a:solidFill>
                  <a:srgbClr val="333333"/>
                </a:solidFill>
                <a:latin typeface="Arial MT"/>
                <a:cs typeface="Arial MT"/>
              </a:rPr>
              <a:t>is</a:t>
            </a:r>
            <a:r>
              <a:rPr sz="1100" spc="-20" dirty="0">
                <a:solidFill>
                  <a:srgbClr val="333333"/>
                </a:solidFill>
                <a:latin typeface="Arial MT"/>
                <a:cs typeface="Arial MT"/>
              </a:rPr>
              <a:t> </a:t>
            </a:r>
            <a:r>
              <a:rPr sz="1100" dirty="0">
                <a:solidFill>
                  <a:srgbClr val="333333"/>
                </a:solidFill>
                <a:latin typeface="Arial MT"/>
                <a:cs typeface="Arial MT"/>
              </a:rPr>
              <a:t>a</a:t>
            </a:r>
            <a:r>
              <a:rPr sz="1100" spc="-20" dirty="0">
                <a:solidFill>
                  <a:srgbClr val="333333"/>
                </a:solidFill>
                <a:latin typeface="Arial MT"/>
                <a:cs typeface="Arial MT"/>
              </a:rPr>
              <a:t> </a:t>
            </a:r>
            <a:r>
              <a:rPr sz="1100" dirty="0">
                <a:solidFill>
                  <a:srgbClr val="333333"/>
                </a:solidFill>
                <a:latin typeface="Arial MT"/>
                <a:cs typeface="Arial MT"/>
              </a:rPr>
              <a:t>trivial</a:t>
            </a:r>
            <a:r>
              <a:rPr sz="1100" spc="-20" dirty="0">
                <a:solidFill>
                  <a:srgbClr val="333333"/>
                </a:solidFill>
                <a:latin typeface="Arial MT"/>
                <a:cs typeface="Arial MT"/>
              </a:rPr>
              <a:t> </a:t>
            </a:r>
            <a:r>
              <a:rPr sz="1100" spc="-10" dirty="0">
                <a:solidFill>
                  <a:srgbClr val="333333"/>
                </a:solidFill>
                <a:latin typeface="Arial MT"/>
                <a:cs typeface="Arial MT"/>
              </a:rPr>
              <a:t>process.</a:t>
            </a:r>
            <a:endParaRPr sz="1100" dirty="0">
              <a:latin typeface="Arial MT"/>
              <a:cs typeface="Arial MT"/>
            </a:endParaRPr>
          </a:p>
          <a:p>
            <a:pPr marL="313055" indent="-146050">
              <a:lnSpc>
                <a:spcPct val="100000"/>
              </a:lnSpc>
              <a:spcBef>
                <a:spcPts val="334"/>
              </a:spcBef>
              <a:buClr>
                <a:srgbClr val="4B81AE"/>
              </a:buClr>
              <a:buSzPct val="72727"/>
              <a:buFont typeface="Lucida Sans Unicode"/>
              <a:buChar char="►"/>
              <a:tabLst>
                <a:tab pos="313055" algn="l"/>
              </a:tabLst>
            </a:pPr>
            <a:r>
              <a:rPr sz="1100" spc="-40" dirty="0">
                <a:solidFill>
                  <a:srgbClr val="333333"/>
                </a:solidFill>
                <a:latin typeface="Arial MT"/>
                <a:cs typeface="Arial MT"/>
              </a:rPr>
              <a:t>For</a:t>
            </a:r>
            <a:r>
              <a:rPr sz="1100" spc="-35" dirty="0">
                <a:solidFill>
                  <a:srgbClr val="333333"/>
                </a:solidFill>
                <a:latin typeface="Arial MT"/>
                <a:cs typeface="Arial MT"/>
              </a:rPr>
              <a:t> </a:t>
            </a:r>
            <a:r>
              <a:rPr sz="1100" spc="-40" dirty="0">
                <a:solidFill>
                  <a:srgbClr val="333333"/>
                </a:solidFill>
                <a:latin typeface="Arial MT"/>
                <a:cs typeface="Arial MT"/>
              </a:rPr>
              <a:t>computing</a:t>
            </a:r>
            <a:r>
              <a:rPr sz="1100" spc="-20" dirty="0">
                <a:solidFill>
                  <a:srgbClr val="333333"/>
                </a:solidFill>
                <a:latin typeface="Arial MT"/>
                <a:cs typeface="Arial MT"/>
              </a:rPr>
              <a:t> </a:t>
            </a:r>
            <a:r>
              <a:rPr sz="1100" spc="-60" dirty="0">
                <a:solidFill>
                  <a:srgbClr val="333333"/>
                </a:solidFill>
                <a:latin typeface="Arial MT"/>
                <a:cs typeface="Arial MT"/>
              </a:rPr>
              <a:t>machines,</a:t>
            </a:r>
            <a:r>
              <a:rPr sz="1100" spc="-15" dirty="0">
                <a:solidFill>
                  <a:srgbClr val="333333"/>
                </a:solidFill>
                <a:latin typeface="Arial MT"/>
                <a:cs typeface="Arial MT"/>
              </a:rPr>
              <a:t> </a:t>
            </a:r>
            <a:r>
              <a:rPr sz="1100" dirty="0">
                <a:solidFill>
                  <a:srgbClr val="333333"/>
                </a:solidFill>
                <a:latin typeface="Arial MT"/>
                <a:cs typeface="Arial MT"/>
              </a:rPr>
              <a:t>this</a:t>
            </a:r>
            <a:r>
              <a:rPr sz="1100" spc="-25" dirty="0">
                <a:solidFill>
                  <a:srgbClr val="333333"/>
                </a:solidFill>
                <a:latin typeface="Arial MT"/>
                <a:cs typeface="Arial MT"/>
              </a:rPr>
              <a:t> </a:t>
            </a:r>
            <a:r>
              <a:rPr sz="1100" spc="-10" dirty="0">
                <a:solidFill>
                  <a:srgbClr val="333333"/>
                </a:solidFill>
                <a:latin typeface="Arial MT"/>
                <a:cs typeface="Arial MT"/>
              </a:rPr>
              <a:t>is</a:t>
            </a:r>
            <a:r>
              <a:rPr sz="1100" spc="-20" dirty="0">
                <a:solidFill>
                  <a:srgbClr val="333333"/>
                </a:solidFill>
                <a:latin typeface="Arial MT"/>
                <a:cs typeface="Arial MT"/>
              </a:rPr>
              <a:t> </a:t>
            </a:r>
            <a:r>
              <a:rPr sz="1100" dirty="0">
                <a:solidFill>
                  <a:srgbClr val="333333"/>
                </a:solidFill>
                <a:latin typeface="Arial MT"/>
                <a:cs typeface="Arial MT"/>
              </a:rPr>
              <a:t>a</a:t>
            </a:r>
            <a:r>
              <a:rPr sz="1100" spc="-25" dirty="0">
                <a:solidFill>
                  <a:srgbClr val="333333"/>
                </a:solidFill>
                <a:latin typeface="Arial MT"/>
                <a:cs typeface="Arial MT"/>
              </a:rPr>
              <a:t> </a:t>
            </a:r>
            <a:r>
              <a:rPr sz="1100" i="1" spc="-50" dirty="0">
                <a:solidFill>
                  <a:srgbClr val="4B81AE"/>
                </a:solidFill>
                <a:latin typeface="Arial"/>
                <a:cs typeface="Arial"/>
              </a:rPr>
              <a:t>deceptively</a:t>
            </a:r>
            <a:r>
              <a:rPr sz="1100" i="1" spc="-25" dirty="0">
                <a:solidFill>
                  <a:srgbClr val="4B81AE"/>
                </a:solidFill>
                <a:latin typeface="Arial"/>
                <a:cs typeface="Arial"/>
              </a:rPr>
              <a:t> </a:t>
            </a:r>
            <a:r>
              <a:rPr sz="1100" i="1" spc="-50" dirty="0">
                <a:solidFill>
                  <a:srgbClr val="4B81AE"/>
                </a:solidFill>
                <a:latin typeface="Arial"/>
                <a:cs typeface="Arial"/>
              </a:rPr>
              <a:t>hard</a:t>
            </a:r>
            <a:r>
              <a:rPr sz="1100" i="1" spc="-25" dirty="0">
                <a:solidFill>
                  <a:srgbClr val="4B81AE"/>
                </a:solidFill>
                <a:latin typeface="Arial"/>
                <a:cs typeface="Arial"/>
              </a:rPr>
              <a:t> </a:t>
            </a:r>
            <a:r>
              <a:rPr sz="1100" spc="-10" dirty="0">
                <a:solidFill>
                  <a:srgbClr val="333333"/>
                </a:solidFill>
                <a:latin typeface="Arial MT"/>
                <a:cs typeface="Arial MT"/>
              </a:rPr>
              <a:t>process.</a:t>
            </a:r>
            <a:endParaRPr sz="1100" dirty="0">
              <a:latin typeface="Arial MT"/>
              <a:cs typeface="Arial MT"/>
            </a:endParaRPr>
          </a:p>
          <a:p>
            <a:pPr>
              <a:lnSpc>
                <a:spcPct val="100000"/>
              </a:lnSpc>
              <a:spcBef>
                <a:spcPts val="375"/>
              </a:spcBef>
            </a:pPr>
            <a:endParaRPr sz="1100" dirty="0">
              <a:latin typeface="Arial MT"/>
              <a:cs typeface="Arial MT"/>
            </a:endParaRPr>
          </a:p>
          <a:p>
            <a:pPr marL="235585" marR="17780">
              <a:lnSpc>
                <a:spcPct val="102600"/>
              </a:lnSpc>
            </a:pPr>
            <a:r>
              <a:rPr sz="1100" spc="-10" dirty="0">
                <a:latin typeface="Arial MT"/>
                <a:cs typeface="Arial MT"/>
              </a:rPr>
              <a:t>What</a:t>
            </a:r>
            <a:r>
              <a:rPr sz="1100" spc="-65" dirty="0">
                <a:latin typeface="Arial MT"/>
                <a:cs typeface="Arial MT"/>
              </a:rPr>
              <a:t> </a:t>
            </a:r>
            <a:r>
              <a:rPr sz="1100" spc="-85" dirty="0">
                <a:latin typeface="Arial MT"/>
                <a:cs typeface="Arial MT"/>
              </a:rPr>
              <a:t>you</a:t>
            </a:r>
            <a:r>
              <a:rPr sz="1100" dirty="0">
                <a:latin typeface="Arial MT"/>
                <a:cs typeface="Arial MT"/>
              </a:rPr>
              <a:t> </a:t>
            </a:r>
            <a:r>
              <a:rPr sz="1100" spc="-145" dirty="0">
                <a:latin typeface="Arial MT"/>
                <a:cs typeface="Arial MT"/>
              </a:rPr>
              <a:t>see</a:t>
            </a:r>
            <a:r>
              <a:rPr sz="1100" dirty="0">
                <a:latin typeface="Arial MT"/>
                <a:cs typeface="Arial MT"/>
              </a:rPr>
              <a:t> </a:t>
            </a:r>
            <a:r>
              <a:rPr sz="1100" spc="-125" dirty="0">
                <a:latin typeface="Arial MT"/>
                <a:cs typeface="Arial MT"/>
              </a:rPr>
              <a:t>as</a:t>
            </a:r>
            <a:r>
              <a:rPr sz="1100" dirty="0">
                <a:latin typeface="Arial MT"/>
                <a:cs typeface="Arial MT"/>
              </a:rPr>
              <a:t> </a:t>
            </a:r>
            <a:r>
              <a:rPr sz="1100" spc="-105" dirty="0">
                <a:latin typeface="Arial MT"/>
                <a:cs typeface="Arial MT"/>
              </a:rPr>
              <a:t>a</a:t>
            </a:r>
            <a:r>
              <a:rPr sz="1100" dirty="0">
                <a:latin typeface="Arial MT"/>
                <a:cs typeface="Arial MT"/>
              </a:rPr>
              <a:t> </a:t>
            </a:r>
            <a:r>
              <a:rPr sz="1100" spc="-70" dirty="0">
                <a:latin typeface="Arial MT"/>
                <a:cs typeface="Arial MT"/>
              </a:rPr>
              <a:t>face</a:t>
            </a:r>
            <a:r>
              <a:rPr sz="1100" spc="-5" dirty="0">
                <a:latin typeface="Arial MT"/>
                <a:cs typeface="Arial MT"/>
              </a:rPr>
              <a:t> </a:t>
            </a:r>
            <a:r>
              <a:rPr sz="1100" spc="-30" dirty="0">
                <a:latin typeface="Arial MT"/>
                <a:cs typeface="Arial MT"/>
              </a:rPr>
              <a:t>or</a:t>
            </a:r>
            <a:r>
              <a:rPr sz="1100" spc="-45" dirty="0">
                <a:latin typeface="Arial MT"/>
                <a:cs typeface="Arial MT"/>
              </a:rPr>
              <a:t> </a:t>
            </a:r>
            <a:r>
              <a:rPr sz="1100" spc="-105" dirty="0">
                <a:latin typeface="Arial MT"/>
                <a:cs typeface="Arial MT"/>
              </a:rPr>
              <a:t>a</a:t>
            </a:r>
            <a:r>
              <a:rPr sz="1100" dirty="0">
                <a:latin typeface="Arial MT"/>
                <a:cs typeface="Arial MT"/>
              </a:rPr>
              <a:t> </a:t>
            </a:r>
            <a:r>
              <a:rPr sz="1100" spc="-60" dirty="0">
                <a:latin typeface="Arial MT"/>
                <a:cs typeface="Arial MT"/>
              </a:rPr>
              <a:t>car</a:t>
            </a:r>
            <a:r>
              <a:rPr sz="1100" spc="-10" dirty="0">
                <a:latin typeface="Arial MT"/>
                <a:cs typeface="Arial MT"/>
              </a:rPr>
              <a:t> </a:t>
            </a:r>
            <a:r>
              <a:rPr sz="1100" spc="-30" dirty="0">
                <a:latin typeface="Arial MT"/>
                <a:cs typeface="Arial MT"/>
              </a:rPr>
              <a:t>or</a:t>
            </a:r>
            <a:r>
              <a:rPr sz="1100" spc="-15" dirty="0">
                <a:latin typeface="Arial MT"/>
                <a:cs typeface="Arial MT"/>
              </a:rPr>
              <a:t> </a:t>
            </a:r>
            <a:r>
              <a:rPr sz="1100" spc="-105" dirty="0">
                <a:latin typeface="Arial MT"/>
                <a:cs typeface="Arial MT"/>
              </a:rPr>
              <a:t>a</a:t>
            </a:r>
            <a:r>
              <a:rPr sz="1100" dirty="0">
                <a:latin typeface="Arial MT"/>
                <a:cs typeface="Arial MT"/>
              </a:rPr>
              <a:t> </a:t>
            </a:r>
            <a:r>
              <a:rPr sz="1100" spc="-40" dirty="0">
                <a:latin typeface="Arial MT"/>
                <a:cs typeface="Arial MT"/>
              </a:rPr>
              <a:t>mountain</a:t>
            </a:r>
            <a:r>
              <a:rPr sz="1100" spc="-10" dirty="0">
                <a:latin typeface="Arial MT"/>
                <a:cs typeface="Arial MT"/>
              </a:rPr>
              <a:t> </a:t>
            </a:r>
            <a:r>
              <a:rPr sz="1100" spc="-60" dirty="0">
                <a:latin typeface="Arial MT"/>
                <a:cs typeface="Arial MT"/>
              </a:rPr>
              <a:t>is</a:t>
            </a:r>
            <a:r>
              <a:rPr sz="1100" spc="-10" dirty="0">
                <a:latin typeface="Arial MT"/>
                <a:cs typeface="Arial MT"/>
              </a:rPr>
              <a:t> just </a:t>
            </a:r>
            <a:r>
              <a:rPr sz="1100" spc="-90" dirty="0">
                <a:latin typeface="Arial MT"/>
                <a:cs typeface="Arial MT"/>
              </a:rPr>
              <a:t>an</a:t>
            </a:r>
            <a:r>
              <a:rPr sz="1100" dirty="0">
                <a:latin typeface="Arial MT"/>
                <a:cs typeface="Arial MT"/>
              </a:rPr>
              <a:t> </a:t>
            </a:r>
            <a:r>
              <a:rPr sz="1100" spc="-65" dirty="0">
                <a:latin typeface="Arial MT"/>
                <a:cs typeface="Arial MT"/>
              </a:rPr>
              <a:t>array</a:t>
            </a:r>
            <a:r>
              <a:rPr sz="1100" spc="-10" dirty="0">
                <a:latin typeface="Arial MT"/>
                <a:cs typeface="Arial MT"/>
              </a:rPr>
              <a:t> </a:t>
            </a:r>
            <a:r>
              <a:rPr sz="1100" dirty="0">
                <a:latin typeface="Arial MT"/>
                <a:cs typeface="Arial MT"/>
              </a:rPr>
              <a:t>of</a:t>
            </a:r>
            <a:r>
              <a:rPr sz="1100" spc="-10" dirty="0">
                <a:latin typeface="Arial MT"/>
                <a:cs typeface="Arial MT"/>
              </a:rPr>
              <a:t> </a:t>
            </a:r>
            <a:r>
              <a:rPr sz="1100" spc="-20" dirty="0">
                <a:latin typeface="Arial MT"/>
                <a:cs typeface="Arial MT"/>
              </a:rPr>
              <a:t>numbers </a:t>
            </a:r>
            <a:r>
              <a:rPr sz="1100" dirty="0">
                <a:latin typeface="Arial MT"/>
                <a:cs typeface="Arial MT"/>
              </a:rPr>
              <a:t>for</a:t>
            </a:r>
            <a:r>
              <a:rPr sz="1100" spc="-35" dirty="0">
                <a:latin typeface="Arial MT"/>
                <a:cs typeface="Arial MT"/>
              </a:rPr>
              <a:t> </a:t>
            </a:r>
            <a:r>
              <a:rPr sz="1100" dirty="0">
                <a:latin typeface="Arial MT"/>
                <a:cs typeface="Arial MT"/>
              </a:rPr>
              <a:t>a</a:t>
            </a:r>
            <a:r>
              <a:rPr sz="1100" spc="-35" dirty="0">
                <a:latin typeface="Arial MT"/>
                <a:cs typeface="Arial MT"/>
              </a:rPr>
              <a:t> </a:t>
            </a:r>
            <a:r>
              <a:rPr sz="1100" spc="-10" dirty="0">
                <a:latin typeface="Arial MT"/>
                <a:cs typeface="Arial MT"/>
              </a:rPr>
              <a:t>computer.</a:t>
            </a:r>
            <a:endParaRPr sz="1100" dirty="0">
              <a:latin typeface="Arial MT"/>
              <a:cs typeface="Arial MT"/>
            </a:endParaRPr>
          </a:p>
        </p:txBody>
      </p:sp>
      <p:sp>
        <p:nvSpPr>
          <p:cNvPr id="12" name="object 12"/>
          <p:cNvSpPr/>
          <p:nvPr/>
        </p:nvSpPr>
        <p:spPr>
          <a:xfrm>
            <a:off x="68834" y="3308210"/>
            <a:ext cx="4470400" cy="0"/>
          </a:xfrm>
          <a:custGeom>
            <a:avLst/>
            <a:gdLst/>
            <a:ahLst/>
            <a:cxnLst/>
            <a:rect l="l" t="t" r="r" b="b"/>
            <a:pathLst>
              <a:path w="4470400">
                <a:moveTo>
                  <a:pt x="0" y="0"/>
                </a:moveTo>
                <a:lnTo>
                  <a:pt x="4470336" y="0"/>
                </a:lnTo>
              </a:path>
            </a:pathLst>
          </a:custGeom>
          <a:ln w="7594">
            <a:solidFill>
              <a:srgbClr val="4B81AE"/>
            </a:solidFill>
          </a:ln>
        </p:spPr>
        <p:txBody>
          <a:bodyPr wrap="square" lIns="0" tIns="0" rIns="0" bIns="0" rtlCol="0"/>
          <a:lstStyle/>
          <a:p>
            <a:endParaRPr/>
          </a:p>
        </p:txBody>
      </p:sp>
      <p:sp>
        <p:nvSpPr>
          <p:cNvPr id="13" name="object 13"/>
          <p:cNvSpPr txBox="1"/>
          <p:nvPr/>
        </p:nvSpPr>
        <p:spPr>
          <a:xfrm>
            <a:off x="1779498" y="3332022"/>
            <a:ext cx="648335" cy="122555"/>
          </a:xfrm>
          <a:prstGeom prst="rect">
            <a:avLst/>
          </a:prstGeom>
        </p:spPr>
        <p:txBody>
          <a:bodyPr vert="horz" wrap="square" lIns="0" tIns="7620" rIns="0" bIns="0" rtlCol="0">
            <a:spAutoFit/>
          </a:bodyPr>
          <a:lstStyle/>
          <a:p>
            <a:pPr marL="12700">
              <a:lnSpc>
                <a:spcPct val="100000"/>
              </a:lnSpc>
              <a:spcBef>
                <a:spcPts val="60"/>
              </a:spcBef>
            </a:pPr>
            <a:r>
              <a:rPr sz="600" i="1" spc="-20" dirty="0">
                <a:solidFill>
                  <a:srgbClr val="333333"/>
                </a:solidFill>
                <a:latin typeface="Verdana"/>
                <a:cs typeface="Verdana"/>
                <a:hlinkClick r:id="rId5" action="ppaction://hlinksldjump"/>
              </a:rPr>
              <a:t>Computer</a:t>
            </a:r>
            <a:r>
              <a:rPr sz="600" i="1" spc="25" dirty="0">
                <a:solidFill>
                  <a:srgbClr val="333333"/>
                </a:solidFill>
                <a:latin typeface="Verdana"/>
                <a:cs typeface="Verdana"/>
                <a:hlinkClick r:id="rId5" action="ppaction://hlinksldjump"/>
              </a:rPr>
              <a:t> </a:t>
            </a:r>
            <a:r>
              <a:rPr sz="600" i="1" spc="-10" dirty="0">
                <a:solidFill>
                  <a:srgbClr val="333333"/>
                </a:solidFill>
                <a:latin typeface="Verdana"/>
                <a:cs typeface="Verdana"/>
                <a:hlinkClick r:id="rId5" action="ppaction://hlinksldjump"/>
              </a:rPr>
              <a:t>Vision</a:t>
            </a:r>
            <a:endParaRPr sz="600">
              <a:latin typeface="Verdana"/>
              <a:cs typeface="Verdana"/>
            </a:endParaRPr>
          </a:p>
        </p:txBody>
      </p:sp>
      <p:sp>
        <p:nvSpPr>
          <p:cNvPr id="14" name="object 14"/>
          <p:cNvSpPr txBox="1"/>
          <p:nvPr/>
        </p:nvSpPr>
        <p:spPr>
          <a:xfrm>
            <a:off x="2577040" y="3332022"/>
            <a:ext cx="281305" cy="122555"/>
          </a:xfrm>
          <a:prstGeom prst="rect">
            <a:avLst/>
          </a:prstGeom>
        </p:spPr>
        <p:txBody>
          <a:bodyPr vert="horz" wrap="square" lIns="0" tIns="7620" rIns="0" bIns="0" rtlCol="0">
            <a:spAutoFit/>
          </a:bodyPr>
          <a:lstStyle/>
          <a:p>
            <a:pPr marL="15240">
              <a:lnSpc>
                <a:spcPct val="100000"/>
              </a:lnSpc>
              <a:spcBef>
                <a:spcPts val="60"/>
              </a:spcBef>
            </a:pPr>
            <a:fld id="{81D60167-4931-47E6-BA6A-407CBD079E47}" type="slidenum">
              <a:rPr sz="600" i="1" spc="-45" dirty="0">
                <a:solidFill>
                  <a:srgbClr val="333333"/>
                </a:solidFill>
                <a:latin typeface="Verdana"/>
                <a:cs typeface="Verdana"/>
              </a:rPr>
              <a:t>5</a:t>
            </a:fld>
            <a:r>
              <a:rPr sz="600" i="1" spc="-90" dirty="0">
                <a:solidFill>
                  <a:srgbClr val="333333"/>
                </a:solidFill>
                <a:latin typeface="Verdana"/>
                <a:cs typeface="Verdana"/>
              </a:rPr>
              <a:t> </a:t>
            </a:r>
            <a:r>
              <a:rPr sz="600" i="1" spc="70" dirty="0">
                <a:solidFill>
                  <a:srgbClr val="333333"/>
                </a:solidFill>
                <a:latin typeface="Verdana"/>
                <a:cs typeface="Verdana"/>
              </a:rPr>
              <a:t>/</a:t>
            </a:r>
            <a:r>
              <a:rPr sz="600" i="1" spc="-85" dirty="0">
                <a:solidFill>
                  <a:srgbClr val="333333"/>
                </a:solidFill>
                <a:latin typeface="Verdana"/>
                <a:cs typeface="Verdana"/>
              </a:rPr>
              <a:t> </a:t>
            </a:r>
            <a:r>
              <a:rPr sz="600" i="1" spc="-25" dirty="0">
                <a:solidFill>
                  <a:srgbClr val="333333"/>
                </a:solidFill>
                <a:latin typeface="Verdana"/>
                <a:cs typeface="Verdana"/>
              </a:rPr>
              <a:t>59</a:t>
            </a:r>
            <a:endParaRPr sz="600">
              <a:latin typeface="Verdana"/>
              <a:cs typeface="Verdana"/>
            </a:endParaRPr>
          </a:p>
        </p:txBody>
      </p:sp>
    </p:spTree>
  </p:cSld>
  <p:clrMapOvr>
    <a:masterClrMapping/>
  </p:clrMapOvr>
  <p:transition>
    <p:cut/>
  </p:transition>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400050" y="206375"/>
            <a:ext cx="2920571" cy="302875"/>
          </a:xfrm>
          <a:prstGeom prst="rect">
            <a:avLst/>
          </a:prstGeom>
        </p:spPr>
        <p:txBody>
          <a:bodyPr vert="horz" wrap="square" lIns="0" tIns="42072" rIns="0" bIns="0" rtlCol="0">
            <a:spAutoFit/>
          </a:bodyPr>
          <a:lstStyle/>
          <a:p>
            <a:pPr marL="5655">
              <a:spcBef>
                <a:spcPts val="45"/>
              </a:spcBef>
            </a:pPr>
            <a:r>
              <a:rPr sz="1692" dirty="0"/>
              <a:t>What</a:t>
            </a:r>
            <a:r>
              <a:rPr sz="1692" spc="29" dirty="0"/>
              <a:t> </a:t>
            </a:r>
            <a:r>
              <a:rPr sz="1692" dirty="0"/>
              <a:t>is</a:t>
            </a:r>
            <a:r>
              <a:rPr sz="1692" spc="38" dirty="0"/>
              <a:t> </a:t>
            </a:r>
            <a:r>
              <a:rPr sz="1692" dirty="0"/>
              <a:t>Computer</a:t>
            </a:r>
            <a:r>
              <a:rPr sz="1692" spc="31" dirty="0"/>
              <a:t> </a:t>
            </a:r>
            <a:r>
              <a:rPr sz="1692" spc="-4" dirty="0"/>
              <a:t>Vision</a:t>
            </a:r>
            <a:endParaRPr sz="1692" dirty="0"/>
          </a:p>
        </p:txBody>
      </p:sp>
      <p:sp>
        <p:nvSpPr>
          <p:cNvPr id="3" name="object 3"/>
          <p:cNvSpPr txBox="1"/>
          <p:nvPr/>
        </p:nvSpPr>
        <p:spPr>
          <a:xfrm>
            <a:off x="247650" y="663575"/>
            <a:ext cx="3949892" cy="1608114"/>
          </a:xfrm>
          <a:prstGeom prst="rect">
            <a:avLst/>
          </a:prstGeom>
        </p:spPr>
        <p:txBody>
          <a:bodyPr vert="horz" wrap="square" lIns="0" tIns="28557" rIns="0" bIns="0" rtlCol="0">
            <a:spAutoFit/>
          </a:bodyPr>
          <a:lstStyle/>
          <a:p>
            <a:pPr marL="87092" indent="-81436">
              <a:spcBef>
                <a:spcPts val="225"/>
              </a:spcBef>
              <a:buClr>
                <a:srgbClr val="005BBB"/>
              </a:buClr>
              <a:buFont typeface="Arial MT"/>
              <a:buChar char="•"/>
              <a:tabLst>
                <a:tab pos="87092" algn="l"/>
              </a:tabLst>
            </a:pPr>
            <a:r>
              <a:rPr sz="1336" b="1" dirty="0">
                <a:solidFill>
                  <a:srgbClr val="333333"/>
                </a:solidFill>
                <a:latin typeface="Arial"/>
                <a:cs typeface="Arial"/>
              </a:rPr>
              <a:t>Computer</a:t>
            </a:r>
            <a:r>
              <a:rPr sz="1336" b="1" spc="-29" dirty="0">
                <a:solidFill>
                  <a:srgbClr val="333333"/>
                </a:solidFill>
                <a:latin typeface="Arial"/>
                <a:cs typeface="Arial"/>
              </a:rPr>
              <a:t> </a:t>
            </a:r>
            <a:r>
              <a:rPr sz="1336" b="1" dirty="0">
                <a:solidFill>
                  <a:srgbClr val="333333"/>
                </a:solidFill>
                <a:latin typeface="Arial"/>
                <a:cs typeface="Arial"/>
              </a:rPr>
              <a:t>vision</a:t>
            </a:r>
            <a:r>
              <a:rPr sz="1336" b="1" spc="-31" dirty="0">
                <a:solidFill>
                  <a:srgbClr val="333333"/>
                </a:solidFill>
                <a:latin typeface="Arial"/>
                <a:cs typeface="Arial"/>
              </a:rPr>
              <a:t> </a:t>
            </a:r>
            <a:r>
              <a:rPr sz="1336" dirty="0">
                <a:solidFill>
                  <a:srgbClr val="333333"/>
                </a:solidFill>
                <a:latin typeface="Arial MT"/>
                <a:cs typeface="Arial MT"/>
              </a:rPr>
              <a:t>is</a:t>
            </a:r>
            <a:r>
              <a:rPr sz="1336" spc="-29" dirty="0">
                <a:solidFill>
                  <a:srgbClr val="333333"/>
                </a:solidFill>
                <a:latin typeface="Arial MT"/>
                <a:cs typeface="Arial MT"/>
              </a:rPr>
              <a:t> </a:t>
            </a:r>
            <a:r>
              <a:rPr sz="1336" dirty="0">
                <a:solidFill>
                  <a:srgbClr val="333333"/>
                </a:solidFill>
                <a:latin typeface="Arial MT"/>
                <a:cs typeface="Arial MT"/>
              </a:rPr>
              <a:t>a</a:t>
            </a:r>
            <a:r>
              <a:rPr sz="1336" spc="-27" dirty="0">
                <a:solidFill>
                  <a:srgbClr val="333333"/>
                </a:solidFill>
                <a:latin typeface="Arial MT"/>
                <a:cs typeface="Arial MT"/>
              </a:rPr>
              <a:t> </a:t>
            </a:r>
            <a:r>
              <a:rPr sz="1336" dirty="0">
                <a:solidFill>
                  <a:srgbClr val="333333"/>
                </a:solidFill>
                <a:latin typeface="Arial MT"/>
                <a:cs typeface="Arial MT"/>
              </a:rPr>
              <a:t>field</a:t>
            </a:r>
            <a:r>
              <a:rPr sz="1336" spc="-29" dirty="0">
                <a:solidFill>
                  <a:srgbClr val="333333"/>
                </a:solidFill>
                <a:latin typeface="Arial MT"/>
                <a:cs typeface="Arial MT"/>
              </a:rPr>
              <a:t> </a:t>
            </a:r>
            <a:r>
              <a:rPr sz="1336" dirty="0">
                <a:solidFill>
                  <a:srgbClr val="333333"/>
                </a:solidFill>
                <a:latin typeface="Arial MT"/>
                <a:cs typeface="Arial MT"/>
              </a:rPr>
              <a:t>of</a:t>
            </a:r>
            <a:r>
              <a:rPr sz="1336" spc="-24" dirty="0">
                <a:solidFill>
                  <a:srgbClr val="333333"/>
                </a:solidFill>
                <a:latin typeface="Arial MT"/>
                <a:cs typeface="Arial MT"/>
              </a:rPr>
              <a:t> </a:t>
            </a:r>
            <a:r>
              <a:rPr sz="1336" b="1" dirty="0">
                <a:solidFill>
                  <a:srgbClr val="333333"/>
                </a:solidFill>
                <a:latin typeface="Arial"/>
                <a:cs typeface="Arial"/>
              </a:rPr>
              <a:t>computer</a:t>
            </a:r>
            <a:r>
              <a:rPr sz="1336" b="1" spc="-29" dirty="0">
                <a:solidFill>
                  <a:srgbClr val="333333"/>
                </a:solidFill>
                <a:latin typeface="Arial"/>
                <a:cs typeface="Arial"/>
              </a:rPr>
              <a:t> </a:t>
            </a:r>
            <a:r>
              <a:rPr sz="1336" b="1" spc="-4" dirty="0">
                <a:solidFill>
                  <a:srgbClr val="333333"/>
                </a:solidFill>
                <a:latin typeface="Arial"/>
                <a:cs typeface="Arial"/>
              </a:rPr>
              <a:t>science</a:t>
            </a:r>
            <a:endParaRPr sz="1336" dirty="0">
              <a:latin typeface="Arial"/>
              <a:cs typeface="Arial"/>
            </a:endParaRPr>
          </a:p>
          <a:p>
            <a:pPr marL="249682" lvl="1" indent="-81436">
              <a:spcBef>
                <a:spcPts val="182"/>
              </a:spcBef>
              <a:buClr>
                <a:srgbClr val="005BBB"/>
              </a:buClr>
              <a:buChar char="•"/>
              <a:tabLst>
                <a:tab pos="249682" algn="l"/>
              </a:tabLst>
            </a:pPr>
            <a:r>
              <a:rPr sz="1336" dirty="0">
                <a:solidFill>
                  <a:srgbClr val="333333"/>
                </a:solidFill>
                <a:latin typeface="Arial MT"/>
                <a:cs typeface="Arial MT"/>
              </a:rPr>
              <a:t>works</a:t>
            </a:r>
            <a:r>
              <a:rPr sz="1336" spc="-24" dirty="0">
                <a:solidFill>
                  <a:srgbClr val="333333"/>
                </a:solidFill>
                <a:latin typeface="Arial MT"/>
                <a:cs typeface="Arial MT"/>
              </a:rPr>
              <a:t> </a:t>
            </a:r>
            <a:r>
              <a:rPr sz="1336" dirty="0">
                <a:solidFill>
                  <a:srgbClr val="333333"/>
                </a:solidFill>
                <a:latin typeface="Arial MT"/>
                <a:cs typeface="Arial MT"/>
              </a:rPr>
              <a:t>on</a:t>
            </a:r>
            <a:r>
              <a:rPr sz="1336" spc="-20" dirty="0">
                <a:solidFill>
                  <a:srgbClr val="333333"/>
                </a:solidFill>
                <a:latin typeface="Arial MT"/>
                <a:cs typeface="Arial MT"/>
              </a:rPr>
              <a:t> </a:t>
            </a:r>
            <a:r>
              <a:rPr sz="1336" dirty="0">
                <a:solidFill>
                  <a:srgbClr val="333333"/>
                </a:solidFill>
                <a:latin typeface="Arial MT"/>
                <a:cs typeface="Arial MT"/>
              </a:rPr>
              <a:t>enabling</a:t>
            </a:r>
            <a:r>
              <a:rPr sz="1336" spc="-27" dirty="0">
                <a:solidFill>
                  <a:srgbClr val="333333"/>
                </a:solidFill>
                <a:latin typeface="Arial MT"/>
                <a:cs typeface="Arial MT"/>
              </a:rPr>
              <a:t> </a:t>
            </a:r>
            <a:r>
              <a:rPr sz="1336" b="1" dirty="0">
                <a:solidFill>
                  <a:srgbClr val="333333"/>
                </a:solidFill>
                <a:latin typeface="Arial"/>
                <a:cs typeface="Arial"/>
              </a:rPr>
              <a:t>computers</a:t>
            </a:r>
            <a:r>
              <a:rPr sz="1336" b="1" spc="-22" dirty="0">
                <a:solidFill>
                  <a:srgbClr val="333333"/>
                </a:solidFill>
                <a:latin typeface="Arial"/>
                <a:cs typeface="Arial"/>
              </a:rPr>
              <a:t> </a:t>
            </a:r>
            <a:r>
              <a:rPr sz="1336" dirty="0">
                <a:solidFill>
                  <a:srgbClr val="333333"/>
                </a:solidFill>
                <a:latin typeface="Arial MT"/>
                <a:cs typeface="Arial MT"/>
              </a:rPr>
              <a:t>to</a:t>
            </a:r>
            <a:r>
              <a:rPr sz="1336" spc="-20" dirty="0">
                <a:solidFill>
                  <a:srgbClr val="333333"/>
                </a:solidFill>
                <a:latin typeface="Arial MT"/>
                <a:cs typeface="Arial MT"/>
              </a:rPr>
              <a:t> </a:t>
            </a:r>
            <a:r>
              <a:rPr sz="1336" spc="-9" dirty="0">
                <a:solidFill>
                  <a:srgbClr val="333333"/>
                </a:solidFill>
                <a:latin typeface="Arial MT"/>
                <a:cs typeface="Arial MT"/>
              </a:rPr>
              <a:t>see,</a:t>
            </a:r>
            <a:endParaRPr sz="1336" dirty="0">
              <a:latin typeface="Arial MT"/>
              <a:cs typeface="Arial MT"/>
            </a:endParaRPr>
          </a:p>
          <a:p>
            <a:pPr marL="249965" marR="2262" lvl="1" indent="-81436">
              <a:lnSpc>
                <a:spcPts val="1559"/>
              </a:lnSpc>
              <a:spcBef>
                <a:spcPts val="303"/>
              </a:spcBef>
              <a:buClr>
                <a:srgbClr val="005BBB"/>
              </a:buClr>
              <a:buChar char="•"/>
              <a:tabLst>
                <a:tab pos="249965" algn="l"/>
              </a:tabLst>
            </a:pPr>
            <a:r>
              <a:rPr sz="1336" dirty="0">
                <a:solidFill>
                  <a:srgbClr val="333333"/>
                </a:solidFill>
                <a:latin typeface="Arial MT"/>
                <a:cs typeface="Arial MT"/>
              </a:rPr>
              <a:t>identify</a:t>
            </a:r>
            <a:r>
              <a:rPr sz="1336" spc="-20" dirty="0">
                <a:solidFill>
                  <a:srgbClr val="333333"/>
                </a:solidFill>
                <a:latin typeface="Arial MT"/>
                <a:cs typeface="Arial MT"/>
              </a:rPr>
              <a:t> </a:t>
            </a:r>
            <a:r>
              <a:rPr sz="1336" dirty="0">
                <a:solidFill>
                  <a:srgbClr val="333333"/>
                </a:solidFill>
                <a:latin typeface="Arial MT"/>
                <a:cs typeface="Arial MT"/>
              </a:rPr>
              <a:t>and</a:t>
            </a:r>
            <a:r>
              <a:rPr sz="1336" spc="-18" dirty="0">
                <a:solidFill>
                  <a:srgbClr val="333333"/>
                </a:solidFill>
                <a:latin typeface="Arial MT"/>
                <a:cs typeface="Arial MT"/>
              </a:rPr>
              <a:t> </a:t>
            </a:r>
            <a:r>
              <a:rPr sz="1336" dirty="0">
                <a:solidFill>
                  <a:srgbClr val="333333"/>
                </a:solidFill>
                <a:latin typeface="Arial MT"/>
                <a:cs typeface="Arial MT"/>
              </a:rPr>
              <a:t>process</a:t>
            </a:r>
            <a:r>
              <a:rPr sz="1336" spc="-18" dirty="0">
                <a:solidFill>
                  <a:srgbClr val="333333"/>
                </a:solidFill>
                <a:latin typeface="Arial MT"/>
                <a:cs typeface="Arial MT"/>
              </a:rPr>
              <a:t> </a:t>
            </a:r>
            <a:r>
              <a:rPr sz="1336" dirty="0">
                <a:solidFill>
                  <a:srgbClr val="333333"/>
                </a:solidFill>
                <a:latin typeface="Arial MT"/>
                <a:cs typeface="Arial MT"/>
              </a:rPr>
              <a:t>images</a:t>
            </a:r>
            <a:r>
              <a:rPr sz="1336" spc="-18" dirty="0">
                <a:solidFill>
                  <a:srgbClr val="333333"/>
                </a:solidFill>
                <a:latin typeface="Arial MT"/>
                <a:cs typeface="Arial MT"/>
              </a:rPr>
              <a:t> </a:t>
            </a:r>
            <a:r>
              <a:rPr sz="1336" dirty="0">
                <a:solidFill>
                  <a:srgbClr val="333333"/>
                </a:solidFill>
                <a:latin typeface="Arial MT"/>
                <a:cs typeface="Arial MT"/>
              </a:rPr>
              <a:t>in</a:t>
            </a:r>
            <a:r>
              <a:rPr sz="1336" spc="-18" dirty="0">
                <a:solidFill>
                  <a:srgbClr val="333333"/>
                </a:solidFill>
                <a:latin typeface="Arial MT"/>
                <a:cs typeface="Arial MT"/>
              </a:rPr>
              <a:t> </a:t>
            </a:r>
            <a:r>
              <a:rPr sz="1336" dirty="0">
                <a:solidFill>
                  <a:srgbClr val="333333"/>
                </a:solidFill>
                <a:latin typeface="Arial MT"/>
                <a:cs typeface="Arial MT"/>
              </a:rPr>
              <a:t>the</a:t>
            </a:r>
            <a:r>
              <a:rPr sz="1336" spc="-18" dirty="0">
                <a:solidFill>
                  <a:srgbClr val="333333"/>
                </a:solidFill>
                <a:latin typeface="Arial MT"/>
                <a:cs typeface="Arial MT"/>
              </a:rPr>
              <a:t> </a:t>
            </a:r>
            <a:r>
              <a:rPr sz="1336" dirty="0">
                <a:solidFill>
                  <a:srgbClr val="333333"/>
                </a:solidFill>
                <a:latin typeface="Arial MT"/>
                <a:cs typeface="Arial MT"/>
              </a:rPr>
              <a:t>same</a:t>
            </a:r>
            <a:r>
              <a:rPr sz="1336" spc="-18" dirty="0">
                <a:solidFill>
                  <a:srgbClr val="333333"/>
                </a:solidFill>
                <a:latin typeface="Arial MT"/>
                <a:cs typeface="Arial MT"/>
              </a:rPr>
              <a:t> </a:t>
            </a:r>
            <a:r>
              <a:rPr sz="1336" dirty="0">
                <a:solidFill>
                  <a:srgbClr val="333333"/>
                </a:solidFill>
                <a:latin typeface="Arial MT"/>
                <a:cs typeface="Arial MT"/>
              </a:rPr>
              <a:t>way</a:t>
            </a:r>
            <a:r>
              <a:rPr sz="1336" spc="-18" dirty="0">
                <a:solidFill>
                  <a:srgbClr val="333333"/>
                </a:solidFill>
                <a:latin typeface="Arial MT"/>
                <a:cs typeface="Arial MT"/>
              </a:rPr>
              <a:t> </a:t>
            </a:r>
            <a:r>
              <a:rPr sz="1336" spc="-9" dirty="0">
                <a:solidFill>
                  <a:srgbClr val="333333"/>
                </a:solidFill>
                <a:latin typeface="Arial MT"/>
                <a:cs typeface="Arial MT"/>
              </a:rPr>
              <a:t>that </a:t>
            </a:r>
            <a:r>
              <a:rPr sz="1336" dirty="0">
                <a:solidFill>
                  <a:srgbClr val="333333"/>
                </a:solidFill>
                <a:latin typeface="Arial MT"/>
                <a:cs typeface="Arial MT"/>
              </a:rPr>
              <a:t>human</a:t>
            </a:r>
            <a:r>
              <a:rPr sz="1336" spc="-27" dirty="0">
                <a:solidFill>
                  <a:srgbClr val="333333"/>
                </a:solidFill>
                <a:latin typeface="Arial MT"/>
                <a:cs typeface="Arial MT"/>
              </a:rPr>
              <a:t> </a:t>
            </a:r>
            <a:r>
              <a:rPr sz="1336" b="1" dirty="0">
                <a:solidFill>
                  <a:srgbClr val="333333"/>
                </a:solidFill>
                <a:latin typeface="Arial"/>
                <a:cs typeface="Arial"/>
              </a:rPr>
              <a:t>vision</a:t>
            </a:r>
            <a:r>
              <a:rPr sz="1336" b="1" spc="-27" dirty="0">
                <a:solidFill>
                  <a:srgbClr val="333333"/>
                </a:solidFill>
                <a:latin typeface="Arial"/>
                <a:cs typeface="Arial"/>
              </a:rPr>
              <a:t> </a:t>
            </a:r>
            <a:r>
              <a:rPr sz="1336" dirty="0">
                <a:solidFill>
                  <a:srgbClr val="333333"/>
                </a:solidFill>
                <a:latin typeface="Arial MT"/>
                <a:cs typeface="Arial MT"/>
              </a:rPr>
              <a:t>does,</a:t>
            </a:r>
            <a:r>
              <a:rPr sz="1336" spc="-27" dirty="0">
                <a:solidFill>
                  <a:srgbClr val="333333"/>
                </a:solidFill>
                <a:latin typeface="Arial MT"/>
                <a:cs typeface="Arial MT"/>
              </a:rPr>
              <a:t> </a:t>
            </a:r>
            <a:r>
              <a:rPr sz="1336" spc="-11" dirty="0">
                <a:solidFill>
                  <a:srgbClr val="333333"/>
                </a:solidFill>
                <a:latin typeface="Arial MT"/>
                <a:cs typeface="Arial MT"/>
              </a:rPr>
              <a:t>and</a:t>
            </a:r>
            <a:endParaRPr sz="1336" dirty="0">
              <a:latin typeface="Arial MT"/>
              <a:cs typeface="Arial MT"/>
            </a:endParaRPr>
          </a:p>
          <a:p>
            <a:pPr marL="249682" lvl="1" indent="-81436">
              <a:spcBef>
                <a:spcPts val="180"/>
              </a:spcBef>
              <a:buClr>
                <a:srgbClr val="005BBB"/>
              </a:buClr>
              <a:buChar char="•"/>
              <a:tabLst>
                <a:tab pos="249682" algn="l"/>
              </a:tabLst>
            </a:pPr>
            <a:r>
              <a:rPr sz="1336" dirty="0">
                <a:solidFill>
                  <a:srgbClr val="333333"/>
                </a:solidFill>
                <a:latin typeface="Arial MT"/>
                <a:cs typeface="Arial MT"/>
              </a:rPr>
              <a:t>then</a:t>
            </a:r>
            <a:r>
              <a:rPr sz="1336" spc="-27" dirty="0">
                <a:solidFill>
                  <a:srgbClr val="333333"/>
                </a:solidFill>
                <a:latin typeface="Arial MT"/>
                <a:cs typeface="Arial MT"/>
              </a:rPr>
              <a:t> </a:t>
            </a:r>
            <a:r>
              <a:rPr sz="1336" dirty="0">
                <a:solidFill>
                  <a:srgbClr val="333333"/>
                </a:solidFill>
                <a:latin typeface="Arial MT"/>
                <a:cs typeface="Arial MT"/>
              </a:rPr>
              <a:t>provide</a:t>
            </a:r>
            <a:r>
              <a:rPr sz="1336" spc="-22" dirty="0">
                <a:solidFill>
                  <a:srgbClr val="333333"/>
                </a:solidFill>
                <a:latin typeface="Arial MT"/>
                <a:cs typeface="Arial MT"/>
              </a:rPr>
              <a:t> </a:t>
            </a:r>
            <a:r>
              <a:rPr sz="1336" dirty="0">
                <a:solidFill>
                  <a:srgbClr val="333333"/>
                </a:solidFill>
                <a:latin typeface="Arial MT"/>
                <a:cs typeface="Arial MT"/>
              </a:rPr>
              <a:t>appropriate</a:t>
            </a:r>
            <a:r>
              <a:rPr sz="1336" spc="-20" dirty="0">
                <a:solidFill>
                  <a:srgbClr val="333333"/>
                </a:solidFill>
                <a:latin typeface="Arial MT"/>
                <a:cs typeface="Arial MT"/>
              </a:rPr>
              <a:t> </a:t>
            </a:r>
            <a:r>
              <a:rPr sz="1336" spc="-4" dirty="0">
                <a:solidFill>
                  <a:srgbClr val="333333"/>
                </a:solidFill>
                <a:latin typeface="Arial MT"/>
                <a:cs typeface="Arial MT"/>
              </a:rPr>
              <a:t>output.</a:t>
            </a:r>
            <a:endParaRPr sz="1336" dirty="0">
              <a:latin typeface="Arial MT"/>
              <a:cs typeface="Arial MT"/>
            </a:endParaRPr>
          </a:p>
          <a:p>
            <a:pPr marL="86809" marR="106037" indent="-81436">
              <a:spcBef>
                <a:spcPts val="354"/>
              </a:spcBef>
              <a:buClr>
                <a:srgbClr val="005BBB"/>
              </a:buClr>
              <a:buChar char="•"/>
              <a:tabLst>
                <a:tab pos="86809" algn="l"/>
              </a:tabLst>
            </a:pPr>
            <a:r>
              <a:rPr sz="1336" dirty="0">
                <a:solidFill>
                  <a:srgbClr val="333333"/>
                </a:solidFill>
                <a:latin typeface="Arial MT"/>
                <a:cs typeface="Arial MT"/>
              </a:rPr>
              <a:t>It</a:t>
            </a:r>
            <a:r>
              <a:rPr sz="1336" spc="-20" dirty="0">
                <a:solidFill>
                  <a:srgbClr val="333333"/>
                </a:solidFill>
                <a:latin typeface="Arial MT"/>
                <a:cs typeface="Arial MT"/>
              </a:rPr>
              <a:t> </a:t>
            </a:r>
            <a:r>
              <a:rPr sz="1336" dirty="0">
                <a:solidFill>
                  <a:srgbClr val="333333"/>
                </a:solidFill>
                <a:latin typeface="Arial MT"/>
                <a:cs typeface="Arial MT"/>
              </a:rPr>
              <a:t>is</a:t>
            </a:r>
            <a:r>
              <a:rPr sz="1336" spc="-20" dirty="0">
                <a:solidFill>
                  <a:srgbClr val="333333"/>
                </a:solidFill>
                <a:latin typeface="Arial MT"/>
                <a:cs typeface="Arial MT"/>
              </a:rPr>
              <a:t> </a:t>
            </a:r>
            <a:r>
              <a:rPr sz="1336" dirty="0">
                <a:solidFill>
                  <a:srgbClr val="333333"/>
                </a:solidFill>
                <a:latin typeface="Arial MT"/>
                <a:cs typeface="Arial MT"/>
              </a:rPr>
              <a:t>like</a:t>
            </a:r>
            <a:r>
              <a:rPr sz="1336" spc="-18" dirty="0">
                <a:solidFill>
                  <a:srgbClr val="333333"/>
                </a:solidFill>
                <a:latin typeface="Arial MT"/>
                <a:cs typeface="Arial MT"/>
              </a:rPr>
              <a:t> </a:t>
            </a:r>
            <a:r>
              <a:rPr sz="1336" dirty="0">
                <a:solidFill>
                  <a:srgbClr val="333333"/>
                </a:solidFill>
                <a:latin typeface="Arial MT"/>
                <a:cs typeface="Arial MT"/>
              </a:rPr>
              <a:t>imparting</a:t>
            </a:r>
            <a:r>
              <a:rPr sz="1336" spc="-18" dirty="0">
                <a:solidFill>
                  <a:srgbClr val="333333"/>
                </a:solidFill>
                <a:latin typeface="Arial MT"/>
                <a:cs typeface="Arial MT"/>
              </a:rPr>
              <a:t> </a:t>
            </a:r>
            <a:r>
              <a:rPr sz="1336" dirty="0">
                <a:solidFill>
                  <a:srgbClr val="333333"/>
                </a:solidFill>
                <a:latin typeface="Arial MT"/>
                <a:cs typeface="Arial MT"/>
              </a:rPr>
              <a:t>human</a:t>
            </a:r>
            <a:r>
              <a:rPr sz="1336" spc="-16" dirty="0">
                <a:solidFill>
                  <a:srgbClr val="333333"/>
                </a:solidFill>
                <a:latin typeface="Arial MT"/>
                <a:cs typeface="Arial MT"/>
              </a:rPr>
              <a:t> </a:t>
            </a:r>
            <a:r>
              <a:rPr sz="1336" dirty="0">
                <a:solidFill>
                  <a:srgbClr val="333333"/>
                </a:solidFill>
                <a:latin typeface="Arial MT"/>
                <a:cs typeface="Arial MT"/>
              </a:rPr>
              <a:t>intelligence</a:t>
            </a:r>
            <a:r>
              <a:rPr sz="1336" spc="-18" dirty="0">
                <a:solidFill>
                  <a:srgbClr val="333333"/>
                </a:solidFill>
                <a:latin typeface="Arial MT"/>
                <a:cs typeface="Arial MT"/>
              </a:rPr>
              <a:t> </a:t>
            </a:r>
            <a:r>
              <a:rPr sz="1336" dirty="0">
                <a:solidFill>
                  <a:srgbClr val="333333"/>
                </a:solidFill>
                <a:latin typeface="Arial MT"/>
                <a:cs typeface="Arial MT"/>
              </a:rPr>
              <a:t>and</a:t>
            </a:r>
            <a:r>
              <a:rPr sz="1336" spc="-18" dirty="0">
                <a:solidFill>
                  <a:srgbClr val="333333"/>
                </a:solidFill>
                <a:latin typeface="Arial MT"/>
                <a:cs typeface="Arial MT"/>
              </a:rPr>
              <a:t> </a:t>
            </a:r>
            <a:r>
              <a:rPr sz="1336" spc="-4" dirty="0">
                <a:solidFill>
                  <a:srgbClr val="333333"/>
                </a:solidFill>
                <a:latin typeface="Arial MT"/>
                <a:cs typeface="Arial MT"/>
              </a:rPr>
              <a:t>instincts </a:t>
            </a:r>
            <a:r>
              <a:rPr sz="1336" dirty="0">
                <a:solidFill>
                  <a:srgbClr val="333333"/>
                </a:solidFill>
                <a:latin typeface="Arial MT"/>
                <a:cs typeface="Arial MT"/>
              </a:rPr>
              <a:t>about</a:t>
            </a:r>
            <a:r>
              <a:rPr sz="1336" spc="-16" dirty="0">
                <a:solidFill>
                  <a:srgbClr val="333333"/>
                </a:solidFill>
                <a:latin typeface="Arial MT"/>
                <a:cs typeface="Arial MT"/>
              </a:rPr>
              <a:t> </a:t>
            </a:r>
            <a:r>
              <a:rPr sz="1336" dirty="0">
                <a:solidFill>
                  <a:srgbClr val="333333"/>
                </a:solidFill>
                <a:latin typeface="Arial MT"/>
                <a:cs typeface="Arial MT"/>
              </a:rPr>
              <a:t>vision</a:t>
            </a:r>
            <a:r>
              <a:rPr sz="1336" spc="-11" dirty="0">
                <a:solidFill>
                  <a:srgbClr val="333333"/>
                </a:solidFill>
                <a:latin typeface="Arial MT"/>
                <a:cs typeface="Arial MT"/>
              </a:rPr>
              <a:t> </a:t>
            </a:r>
            <a:r>
              <a:rPr sz="1336" dirty="0">
                <a:solidFill>
                  <a:srgbClr val="333333"/>
                </a:solidFill>
                <a:latin typeface="Arial MT"/>
                <a:cs typeface="Arial MT"/>
              </a:rPr>
              <a:t>to</a:t>
            </a:r>
            <a:r>
              <a:rPr sz="1336" spc="-11" dirty="0">
                <a:solidFill>
                  <a:srgbClr val="333333"/>
                </a:solidFill>
                <a:latin typeface="Arial MT"/>
                <a:cs typeface="Arial MT"/>
              </a:rPr>
              <a:t> </a:t>
            </a:r>
            <a:r>
              <a:rPr sz="1336" dirty="0">
                <a:solidFill>
                  <a:srgbClr val="333333"/>
                </a:solidFill>
                <a:latin typeface="Arial MT"/>
                <a:cs typeface="Arial MT"/>
              </a:rPr>
              <a:t>a</a:t>
            </a:r>
            <a:r>
              <a:rPr sz="1336" spc="-16" dirty="0">
                <a:solidFill>
                  <a:srgbClr val="333333"/>
                </a:solidFill>
                <a:latin typeface="Arial MT"/>
                <a:cs typeface="Arial MT"/>
              </a:rPr>
              <a:t> </a:t>
            </a:r>
            <a:r>
              <a:rPr sz="1336" b="1" spc="-4" dirty="0">
                <a:solidFill>
                  <a:srgbClr val="333333"/>
                </a:solidFill>
                <a:latin typeface="Arial"/>
                <a:cs typeface="Arial"/>
              </a:rPr>
              <a:t>computer</a:t>
            </a:r>
            <a:r>
              <a:rPr sz="1336" spc="-4" dirty="0">
                <a:solidFill>
                  <a:srgbClr val="333333"/>
                </a:solidFill>
                <a:latin typeface="Arial MT"/>
                <a:cs typeface="Arial MT"/>
              </a:rPr>
              <a:t>.</a:t>
            </a:r>
            <a:endParaRPr sz="1336" dirty="0">
              <a:latin typeface="Arial MT"/>
              <a:cs typeface="Arial MT"/>
            </a:endParaRPr>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p:cNvPicPr>
            <a:picLocks noChangeAspect="1"/>
          </p:cNvPicPr>
          <p:nvPr/>
        </p:nvPicPr>
        <p:blipFill>
          <a:blip r:embed="rId2"/>
          <a:stretch>
            <a:fillRect/>
          </a:stretch>
        </p:blipFill>
        <p:spPr>
          <a:xfrm>
            <a:off x="197554" y="917398"/>
            <a:ext cx="1392907" cy="917680"/>
          </a:xfrm>
          <a:prstGeom prst="rect">
            <a:avLst/>
          </a:prstGeom>
        </p:spPr>
      </p:pic>
      <p:sp>
        <p:nvSpPr>
          <p:cNvPr id="7" name="Content Placeholder 2"/>
          <p:cNvSpPr>
            <a:spLocks noGrp="1"/>
          </p:cNvSpPr>
          <p:nvPr>
            <p:ph idx="1"/>
          </p:nvPr>
        </p:nvSpPr>
        <p:spPr>
          <a:xfrm>
            <a:off x="170449" y="1967634"/>
            <a:ext cx="4202257" cy="908272"/>
          </a:xfrm>
        </p:spPr>
        <p:txBody>
          <a:bodyPr>
            <a:noAutofit/>
          </a:bodyPr>
          <a:lstStyle/>
          <a:p>
            <a:pPr>
              <a:lnSpc>
                <a:spcPct val="150000"/>
              </a:lnSpc>
            </a:pPr>
            <a:r>
              <a:rPr lang="en-US" sz="908" dirty="0">
                <a:solidFill>
                  <a:srgbClr val="000000"/>
                </a:solidFill>
                <a:latin typeface="Century Gothic" panose="020B0502020202020204" pitchFamily="34" charset="0"/>
              </a:rPr>
              <a:t>The </a:t>
            </a:r>
            <a:r>
              <a:rPr lang="en-US" sz="908" b="1" dirty="0">
                <a:solidFill>
                  <a:srgbClr val="000000"/>
                </a:solidFill>
                <a:latin typeface="Century Gothic" panose="020B0502020202020204" pitchFamily="34" charset="0"/>
              </a:rPr>
              <a:t>human visual system (HVS)</a:t>
            </a:r>
            <a:r>
              <a:rPr lang="en-US" sz="908" dirty="0">
                <a:solidFill>
                  <a:srgbClr val="000000"/>
                </a:solidFill>
                <a:latin typeface="Century Gothic" panose="020B0502020202020204" pitchFamily="34" charset="0"/>
              </a:rPr>
              <a:t> is remarkably good at so many tasks, e.g.,</a:t>
            </a:r>
          </a:p>
          <a:p>
            <a:pPr>
              <a:lnSpc>
                <a:spcPct val="150000"/>
              </a:lnSpc>
            </a:pPr>
            <a:r>
              <a:rPr lang="en-US" sz="908" dirty="0">
                <a:solidFill>
                  <a:srgbClr val="000000"/>
                </a:solidFill>
                <a:latin typeface="Century Gothic" panose="020B0502020202020204" pitchFamily="34" charset="0"/>
              </a:rPr>
              <a:t>	</a:t>
            </a:r>
            <a:r>
              <a:rPr lang="en-US" sz="706" dirty="0">
                <a:solidFill>
                  <a:srgbClr val="000000"/>
                </a:solidFill>
                <a:latin typeface="Century Gothic" panose="020B0502020202020204" pitchFamily="34" charset="0"/>
              </a:rPr>
              <a:t>- detecting people &amp; object’s</a:t>
            </a:r>
          </a:p>
          <a:p>
            <a:pPr>
              <a:lnSpc>
                <a:spcPct val="150000"/>
              </a:lnSpc>
            </a:pPr>
            <a:r>
              <a:rPr lang="en-US" sz="706" dirty="0">
                <a:solidFill>
                  <a:srgbClr val="000000"/>
                </a:solidFill>
                <a:latin typeface="Century Gothic" panose="020B0502020202020204" pitchFamily="34" charset="0"/>
              </a:rPr>
              <a:t>	- perceiving translucency, shape, color (see figure on the left),</a:t>
            </a:r>
          </a:p>
          <a:p>
            <a:pPr>
              <a:lnSpc>
                <a:spcPct val="150000"/>
              </a:lnSpc>
            </a:pPr>
            <a:r>
              <a:rPr lang="en-US" sz="706" dirty="0">
                <a:solidFill>
                  <a:srgbClr val="000000"/>
                </a:solidFill>
                <a:latin typeface="Century Gothic" panose="020B0502020202020204" pitchFamily="34" charset="0"/>
              </a:rPr>
              <a:t>	- counting people &amp; vehicles (see middle figure)</a:t>
            </a:r>
          </a:p>
          <a:p>
            <a:pPr>
              <a:lnSpc>
                <a:spcPct val="150000"/>
              </a:lnSpc>
            </a:pPr>
            <a:r>
              <a:rPr lang="en-US" sz="706" dirty="0">
                <a:solidFill>
                  <a:srgbClr val="000000"/>
                </a:solidFill>
                <a:latin typeface="Century Gothic" panose="020B0502020202020204" pitchFamily="34" charset="0"/>
              </a:rPr>
              <a:t>	- recognizing scenes, etc.</a:t>
            </a:r>
          </a:p>
        </p:txBody>
      </p:sp>
      <p:pic>
        <p:nvPicPr>
          <p:cNvPr id="5" name="Picture 4" descr="27862-hi-traffic.jpeg"/>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1639914" y="917398"/>
            <a:ext cx="1391479" cy="917680"/>
          </a:xfrm>
          <a:prstGeom prst="rect">
            <a:avLst/>
          </a:prstGeom>
        </p:spPr>
      </p:pic>
      <p:sp>
        <p:nvSpPr>
          <p:cNvPr id="8" name="Content Placeholder 2"/>
          <p:cNvSpPr txBox="1">
            <a:spLocks/>
          </p:cNvSpPr>
          <p:nvPr/>
        </p:nvSpPr>
        <p:spPr>
          <a:xfrm>
            <a:off x="1927829" y="2189850"/>
            <a:ext cx="2534108" cy="840208"/>
          </a:xfrm>
          <a:prstGeom prst="rect">
            <a:avLst/>
          </a:prstGeom>
        </p:spPr>
        <p:txBody>
          <a:bodyPr vert="horz" lIns="46101" tIns="23051" rIns="46101" bIns="23051" rtlCol="0">
            <a:normAutofit/>
          </a:bodyPr>
          <a:lstStyle>
            <a:lvl1pPr marL="342900" indent="-342900" algn="l" defTabSz="457200" rtl="0" eaLnBrk="1" latinLnBrk="0" hangingPunct="1">
              <a:spcBef>
                <a:spcPct val="20000"/>
              </a:spcBef>
              <a:buFont typeface="Arial"/>
              <a:buChar char="•"/>
              <a:defRPr sz="25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1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17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14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1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a:lstStyle>
          <a:p>
            <a:pPr marL="0" indent="0">
              <a:buNone/>
            </a:pPr>
            <a:endParaRPr lang="en-US" sz="1261" dirty="0">
              <a:solidFill>
                <a:srgbClr val="000000"/>
              </a:solidFill>
              <a:latin typeface="Century Gothic" panose="020B0502020202020204" pitchFamily="34" charset="0"/>
            </a:endParaRPr>
          </a:p>
        </p:txBody>
      </p:sp>
      <p:pic>
        <p:nvPicPr>
          <p:cNvPr id="10" name="Picture 9" descr="Bike_Sidewalk_Borderstan-580x403.jpg"/>
          <p:cNvPicPr>
            <a:picLocks noChangeAspect="1"/>
          </p:cNvPicPr>
          <p:nvPr/>
        </p:nvPicPr>
        <p:blipFill>
          <a:blip r:embed="rId4" cstate="print">
            <a:extLst>
              <a:ext uri="{28A0092B-C50C-407E-A947-70E740481C1C}">
                <a14:useLocalDpi xmlns:a14="http://schemas.microsoft.com/office/drawing/2010/main" val="0"/>
              </a:ext>
            </a:extLst>
          </a:blip>
          <a:stretch>
            <a:fillRect/>
          </a:stretch>
        </p:blipFill>
        <p:spPr>
          <a:xfrm>
            <a:off x="3079080" y="917398"/>
            <a:ext cx="1320731" cy="917680"/>
          </a:xfrm>
          <a:prstGeom prst="rect">
            <a:avLst/>
          </a:prstGeom>
        </p:spPr>
      </p:pic>
      <p:sp>
        <p:nvSpPr>
          <p:cNvPr id="11" name="TextBox 10"/>
          <p:cNvSpPr txBox="1"/>
          <p:nvPr/>
        </p:nvSpPr>
        <p:spPr>
          <a:xfrm>
            <a:off x="221397" y="1824426"/>
            <a:ext cx="1392908" cy="169918"/>
          </a:xfrm>
          <a:prstGeom prst="rect">
            <a:avLst/>
          </a:prstGeom>
          <a:noFill/>
        </p:spPr>
        <p:txBody>
          <a:bodyPr wrap="square" rtlCol="0">
            <a:spAutoFit/>
          </a:bodyPr>
          <a:lstStyle/>
          <a:p>
            <a:pPr algn="r"/>
            <a:r>
              <a:rPr lang="en-US" sz="504" dirty="0">
                <a:solidFill>
                  <a:schemeClr val="bg1">
                    <a:lumMod val="50000"/>
                  </a:schemeClr>
                </a:solidFill>
                <a:latin typeface="Century Gothic" panose="020B0502020202020204" pitchFamily="34" charset="0"/>
              </a:rPr>
              <a:t>Courtesy of </a:t>
            </a:r>
            <a:r>
              <a:rPr lang="en-US" sz="504" dirty="0" err="1">
                <a:solidFill>
                  <a:schemeClr val="bg1">
                    <a:lumMod val="50000"/>
                  </a:schemeClr>
                </a:solidFill>
                <a:latin typeface="Century Gothic" panose="020B0502020202020204" pitchFamily="34" charset="0"/>
              </a:rPr>
              <a:t>Szeliski</a:t>
            </a:r>
            <a:endParaRPr lang="en-US" sz="504" dirty="0">
              <a:solidFill>
                <a:schemeClr val="bg1">
                  <a:lumMod val="50000"/>
                </a:schemeClr>
              </a:solidFill>
              <a:latin typeface="Century Gothic" panose="020B0502020202020204" pitchFamily="34" charset="0"/>
            </a:endParaRPr>
          </a:p>
        </p:txBody>
      </p:sp>
      <p:sp>
        <p:nvSpPr>
          <p:cNvPr id="13" name="TextBox 12"/>
          <p:cNvSpPr txBox="1"/>
          <p:nvPr/>
        </p:nvSpPr>
        <p:spPr>
          <a:xfrm>
            <a:off x="3091816" y="1824426"/>
            <a:ext cx="1320730" cy="169918"/>
          </a:xfrm>
          <a:prstGeom prst="rect">
            <a:avLst/>
          </a:prstGeom>
          <a:noFill/>
        </p:spPr>
        <p:txBody>
          <a:bodyPr wrap="square" rtlCol="0">
            <a:spAutoFit/>
          </a:bodyPr>
          <a:lstStyle/>
          <a:p>
            <a:pPr algn="r"/>
            <a:r>
              <a:rPr lang="en-US" sz="504" dirty="0">
                <a:solidFill>
                  <a:schemeClr val="bg1">
                    <a:lumMod val="50000"/>
                  </a:schemeClr>
                </a:solidFill>
                <a:latin typeface="Century Gothic" panose="020B0502020202020204" pitchFamily="34" charset="0"/>
              </a:rPr>
              <a:t>(</a:t>
            </a:r>
            <a:r>
              <a:rPr lang="en-US" sz="504" dirty="0" err="1">
                <a:solidFill>
                  <a:schemeClr val="bg1">
                    <a:lumMod val="50000"/>
                  </a:schemeClr>
                </a:solidFill>
                <a:latin typeface="Century Gothic" panose="020B0502020202020204" pitchFamily="34" charset="0"/>
              </a:rPr>
              <a:t>Luiz</a:t>
            </a:r>
            <a:r>
              <a:rPr lang="en-US" sz="504" dirty="0">
                <a:solidFill>
                  <a:schemeClr val="bg1">
                    <a:lumMod val="50000"/>
                  </a:schemeClr>
                </a:solidFill>
                <a:latin typeface="Century Gothic" panose="020B0502020202020204" pitchFamily="34" charset="0"/>
              </a:rPr>
              <a:t> Gomez Photos)</a:t>
            </a:r>
          </a:p>
        </p:txBody>
      </p:sp>
      <p:sp>
        <p:nvSpPr>
          <p:cNvPr id="14" name="Title 1">
            <a:extLst>
              <a:ext uri="{FF2B5EF4-FFF2-40B4-BE49-F238E27FC236}">
                <a16:creationId xmlns:a16="http://schemas.microsoft.com/office/drawing/2014/main" id="{7EC25016-F891-6F4B-AD11-92D311AE1EA7}"/>
              </a:ext>
            </a:extLst>
          </p:cNvPr>
          <p:cNvSpPr txBox="1">
            <a:spLocks/>
          </p:cNvSpPr>
          <p:nvPr/>
        </p:nvSpPr>
        <p:spPr>
          <a:xfrm>
            <a:off x="42686" y="433784"/>
            <a:ext cx="4519036" cy="432197"/>
          </a:xfrm>
          <a:prstGeom prst="rect">
            <a:avLst/>
          </a:prstGeom>
          <a:ln>
            <a:noFill/>
          </a:ln>
        </p:spPr>
        <p:txBody>
          <a:bodyPr vert="horz" lIns="46101" tIns="23051" rIns="46101" bIns="23051" rtlCol="0" anchor="ctr">
            <a:normAutofit/>
          </a:bodyPr>
          <a:lstStyle>
            <a:lvl1pPr algn="r" defTabSz="457200" rtl="0" eaLnBrk="1" latinLnBrk="0" hangingPunct="1">
              <a:spcBef>
                <a:spcPct val="0"/>
              </a:spcBef>
              <a:buNone/>
              <a:defRPr sz="4000" b="1" kern="1200">
                <a:solidFill>
                  <a:schemeClr val="tx1"/>
                </a:solidFill>
                <a:latin typeface="+mj-lt"/>
                <a:ea typeface="+mj-ea"/>
                <a:cs typeface="+mj-cs"/>
              </a:defRPr>
            </a:lvl1pPr>
          </a:lstStyle>
          <a:p>
            <a:r>
              <a:rPr lang="en-US" sz="2017" dirty="0">
                <a:latin typeface="Century Gothic" panose="020B0502020202020204" pitchFamily="34" charset="0"/>
              </a:rPr>
              <a:t>What is computer vision?</a:t>
            </a:r>
            <a:endParaRPr lang="en-US" sz="2017" b="0" dirty="0">
              <a:latin typeface="Century Gothic" panose="020B0502020202020204" pitchFamily="34" charset="0"/>
            </a:endParaRPr>
          </a:p>
        </p:txBody>
      </p:sp>
    </p:spTree>
    <p:extLst>
      <p:ext uri="{BB962C8B-B14F-4D97-AF65-F5344CB8AC3E}">
        <p14:creationId xmlns:p14="http://schemas.microsoft.com/office/powerpoint/2010/main" val="417848479"/>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628650" y="318326"/>
            <a:ext cx="2743200" cy="436597"/>
          </a:xfrm>
          <a:prstGeom prst="rect">
            <a:avLst/>
          </a:prstGeom>
        </p:spPr>
        <p:txBody>
          <a:bodyPr vert="horz" wrap="square" lIns="0" tIns="5655" rIns="0" bIns="0" rtlCol="0">
            <a:spAutoFit/>
          </a:bodyPr>
          <a:lstStyle/>
          <a:p>
            <a:pPr marL="5655">
              <a:spcBef>
                <a:spcPts val="45"/>
              </a:spcBef>
            </a:pPr>
            <a:r>
              <a:rPr dirty="0"/>
              <a:t>Computer</a:t>
            </a:r>
            <a:r>
              <a:rPr spc="-65" dirty="0"/>
              <a:t> </a:t>
            </a:r>
            <a:r>
              <a:rPr dirty="0"/>
              <a:t>Vision</a:t>
            </a:r>
            <a:r>
              <a:rPr spc="-69" dirty="0"/>
              <a:t> </a:t>
            </a:r>
            <a:r>
              <a:rPr dirty="0"/>
              <a:t>vs</a:t>
            </a:r>
            <a:r>
              <a:rPr spc="-71" dirty="0"/>
              <a:t> </a:t>
            </a:r>
            <a:r>
              <a:rPr dirty="0"/>
              <a:t>Human</a:t>
            </a:r>
            <a:r>
              <a:rPr spc="-69" dirty="0"/>
              <a:t> </a:t>
            </a:r>
            <a:r>
              <a:rPr spc="-4" dirty="0"/>
              <a:t>Vision</a:t>
            </a:r>
          </a:p>
        </p:txBody>
      </p:sp>
      <p:pic>
        <p:nvPicPr>
          <p:cNvPr id="3" name="object 3"/>
          <p:cNvPicPr/>
          <p:nvPr/>
        </p:nvPicPr>
        <p:blipFill>
          <a:blip r:embed="rId2" cstate="print"/>
          <a:stretch>
            <a:fillRect/>
          </a:stretch>
        </p:blipFill>
        <p:spPr>
          <a:xfrm>
            <a:off x="234473" y="982734"/>
            <a:ext cx="4141154" cy="1495282"/>
          </a:xfrm>
          <a:prstGeom prst="rect">
            <a:avLst/>
          </a:prstGeom>
        </p:spPr>
      </p:pic>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pic>
        <p:nvPicPr>
          <p:cNvPr id="4" name="object 4"/>
          <p:cNvPicPr/>
          <p:nvPr/>
        </p:nvPicPr>
        <p:blipFill>
          <a:blip r:embed="rId2" cstate="print"/>
          <a:stretch>
            <a:fillRect/>
          </a:stretch>
        </p:blipFill>
        <p:spPr>
          <a:xfrm>
            <a:off x="68834" y="107600"/>
            <a:ext cx="4470398" cy="7591"/>
          </a:xfrm>
          <a:prstGeom prst="rect">
            <a:avLst/>
          </a:prstGeom>
        </p:spPr>
      </p:pic>
      <p:sp>
        <p:nvSpPr>
          <p:cNvPr id="5" name="object 5"/>
          <p:cNvSpPr txBox="1"/>
          <p:nvPr/>
        </p:nvSpPr>
        <p:spPr>
          <a:xfrm>
            <a:off x="23304" y="-9546"/>
            <a:ext cx="1830705" cy="367665"/>
          </a:xfrm>
          <a:prstGeom prst="rect">
            <a:avLst/>
          </a:prstGeom>
        </p:spPr>
        <p:txBody>
          <a:bodyPr vert="horz" wrap="square" lIns="0" tIns="36830" rIns="0" bIns="0" rtlCol="0">
            <a:spAutoFit/>
          </a:bodyPr>
          <a:lstStyle/>
          <a:p>
            <a:pPr marL="45085">
              <a:lnSpc>
                <a:spcPct val="100000"/>
              </a:lnSpc>
              <a:spcBef>
                <a:spcPts val="290"/>
              </a:spcBef>
              <a:tabLst>
                <a:tab pos="1461135" algn="l"/>
              </a:tabLst>
            </a:pPr>
            <a:r>
              <a:rPr sz="500" b="1" spc="-10" dirty="0">
                <a:solidFill>
                  <a:srgbClr val="3F3F3F"/>
                </a:solidFill>
                <a:latin typeface="Arial"/>
                <a:cs typeface="Arial"/>
                <a:hlinkClick r:id="rId3" action="ppaction://hlinksldjump"/>
              </a:rPr>
              <a:t>Introduction</a:t>
            </a:r>
            <a:endParaRPr sz="500" dirty="0">
              <a:latin typeface="Arial"/>
              <a:cs typeface="Arial"/>
            </a:endParaRPr>
          </a:p>
          <a:p>
            <a:pPr marL="12700">
              <a:lnSpc>
                <a:spcPct val="100000"/>
              </a:lnSpc>
              <a:spcBef>
                <a:spcPts val="459"/>
              </a:spcBef>
            </a:pPr>
            <a:r>
              <a:rPr sz="1200" b="1" dirty="0">
                <a:solidFill>
                  <a:srgbClr val="4B81AE"/>
                </a:solidFill>
                <a:latin typeface="Arial"/>
                <a:cs typeface="Arial"/>
              </a:rPr>
              <a:t>CV</a:t>
            </a:r>
            <a:r>
              <a:rPr sz="1200" b="1" spc="30" dirty="0">
                <a:solidFill>
                  <a:srgbClr val="4B81AE"/>
                </a:solidFill>
                <a:latin typeface="Arial"/>
                <a:cs typeface="Arial"/>
              </a:rPr>
              <a:t> </a:t>
            </a:r>
            <a:r>
              <a:rPr sz="1200" b="1" spc="-10" dirty="0">
                <a:solidFill>
                  <a:srgbClr val="4B81AE"/>
                </a:solidFill>
                <a:latin typeface="Arial"/>
                <a:cs typeface="Arial"/>
              </a:rPr>
              <a:t>is</a:t>
            </a:r>
            <a:r>
              <a:rPr sz="1200" b="1" spc="40" dirty="0">
                <a:solidFill>
                  <a:srgbClr val="4B81AE"/>
                </a:solidFill>
                <a:latin typeface="Arial"/>
                <a:cs typeface="Arial"/>
              </a:rPr>
              <a:t> </a:t>
            </a:r>
            <a:r>
              <a:rPr sz="1200" b="1" spc="-10" dirty="0">
                <a:solidFill>
                  <a:srgbClr val="4B81AE"/>
                </a:solidFill>
                <a:latin typeface="Arial"/>
                <a:cs typeface="Arial"/>
              </a:rPr>
              <a:t>Deceptively</a:t>
            </a:r>
            <a:r>
              <a:rPr sz="1200" b="1" spc="40" dirty="0">
                <a:solidFill>
                  <a:srgbClr val="4B81AE"/>
                </a:solidFill>
                <a:latin typeface="Arial"/>
                <a:cs typeface="Arial"/>
              </a:rPr>
              <a:t> </a:t>
            </a:r>
            <a:r>
              <a:rPr sz="1200" b="1" spc="-20" dirty="0">
                <a:solidFill>
                  <a:srgbClr val="4B81AE"/>
                </a:solidFill>
                <a:latin typeface="Arial"/>
                <a:cs typeface="Arial"/>
              </a:rPr>
              <a:t>Hard</a:t>
            </a:r>
            <a:endParaRPr sz="1200" dirty="0">
              <a:latin typeface="Arial"/>
              <a:cs typeface="Arial"/>
            </a:endParaRPr>
          </a:p>
        </p:txBody>
      </p:sp>
      <p:grpSp>
        <p:nvGrpSpPr>
          <p:cNvPr id="6" name="object 6"/>
          <p:cNvGrpSpPr/>
          <p:nvPr/>
        </p:nvGrpSpPr>
        <p:grpSpPr>
          <a:xfrm>
            <a:off x="36080" y="561022"/>
            <a:ext cx="4536440" cy="2751455"/>
            <a:chOff x="36080" y="561022"/>
            <a:chExt cx="4536440" cy="2751455"/>
          </a:xfrm>
        </p:grpSpPr>
        <p:pic>
          <p:nvPicPr>
            <p:cNvPr id="7" name="object 7"/>
            <p:cNvPicPr/>
            <p:nvPr/>
          </p:nvPicPr>
          <p:blipFill>
            <a:blip r:embed="rId4" cstate="print"/>
            <a:stretch>
              <a:fillRect/>
            </a:stretch>
          </p:blipFill>
          <p:spPr>
            <a:xfrm>
              <a:off x="36080" y="561022"/>
              <a:ext cx="4535850" cy="2743200"/>
            </a:xfrm>
            <a:prstGeom prst="rect">
              <a:avLst/>
            </a:prstGeom>
          </p:spPr>
        </p:pic>
        <p:sp>
          <p:nvSpPr>
            <p:cNvPr id="8" name="object 8"/>
            <p:cNvSpPr/>
            <p:nvPr/>
          </p:nvSpPr>
          <p:spPr>
            <a:xfrm>
              <a:off x="68834" y="3308210"/>
              <a:ext cx="4470400" cy="0"/>
            </a:xfrm>
            <a:custGeom>
              <a:avLst/>
              <a:gdLst/>
              <a:ahLst/>
              <a:cxnLst/>
              <a:rect l="l" t="t" r="r" b="b"/>
              <a:pathLst>
                <a:path w="4470400">
                  <a:moveTo>
                    <a:pt x="0" y="0"/>
                  </a:moveTo>
                  <a:lnTo>
                    <a:pt x="4470336" y="0"/>
                  </a:lnTo>
                </a:path>
              </a:pathLst>
            </a:custGeom>
            <a:ln w="7594">
              <a:solidFill>
                <a:srgbClr val="4B81AE"/>
              </a:solidFill>
            </a:ln>
          </p:spPr>
          <p:txBody>
            <a:bodyPr wrap="square" lIns="0" tIns="0" rIns="0" bIns="0" rtlCol="0"/>
            <a:lstStyle/>
            <a:p>
              <a:endParaRPr/>
            </a:p>
          </p:txBody>
        </p:sp>
      </p:grpSp>
      <p:sp>
        <p:nvSpPr>
          <p:cNvPr id="9" name="object 9"/>
          <p:cNvSpPr txBox="1"/>
          <p:nvPr/>
        </p:nvSpPr>
        <p:spPr>
          <a:xfrm>
            <a:off x="1779498" y="3332022"/>
            <a:ext cx="648335" cy="122555"/>
          </a:xfrm>
          <a:prstGeom prst="rect">
            <a:avLst/>
          </a:prstGeom>
        </p:spPr>
        <p:txBody>
          <a:bodyPr vert="horz" wrap="square" lIns="0" tIns="7620" rIns="0" bIns="0" rtlCol="0">
            <a:spAutoFit/>
          </a:bodyPr>
          <a:lstStyle/>
          <a:p>
            <a:pPr marL="12700">
              <a:lnSpc>
                <a:spcPct val="100000"/>
              </a:lnSpc>
              <a:spcBef>
                <a:spcPts val="60"/>
              </a:spcBef>
            </a:pPr>
            <a:r>
              <a:rPr sz="600" i="1" spc="-20" dirty="0">
                <a:solidFill>
                  <a:srgbClr val="333333"/>
                </a:solidFill>
                <a:latin typeface="Verdana"/>
                <a:cs typeface="Verdana"/>
                <a:hlinkClick r:id="rId5" action="ppaction://hlinksldjump"/>
              </a:rPr>
              <a:t>Computer</a:t>
            </a:r>
            <a:r>
              <a:rPr sz="600" i="1" spc="25" dirty="0">
                <a:solidFill>
                  <a:srgbClr val="333333"/>
                </a:solidFill>
                <a:latin typeface="Verdana"/>
                <a:cs typeface="Verdana"/>
                <a:hlinkClick r:id="rId5" action="ppaction://hlinksldjump"/>
              </a:rPr>
              <a:t> </a:t>
            </a:r>
            <a:r>
              <a:rPr sz="600" i="1" spc="-10" dirty="0">
                <a:solidFill>
                  <a:srgbClr val="333333"/>
                </a:solidFill>
                <a:latin typeface="Verdana"/>
                <a:cs typeface="Verdana"/>
                <a:hlinkClick r:id="rId5" action="ppaction://hlinksldjump"/>
              </a:rPr>
              <a:t>Vision</a:t>
            </a:r>
            <a:endParaRPr sz="600">
              <a:latin typeface="Verdana"/>
              <a:cs typeface="Verdana"/>
            </a:endParaRPr>
          </a:p>
        </p:txBody>
      </p:sp>
      <p:sp>
        <p:nvSpPr>
          <p:cNvPr id="10" name="object 10"/>
          <p:cNvSpPr txBox="1"/>
          <p:nvPr/>
        </p:nvSpPr>
        <p:spPr>
          <a:xfrm>
            <a:off x="2577040" y="3332022"/>
            <a:ext cx="281305" cy="122555"/>
          </a:xfrm>
          <a:prstGeom prst="rect">
            <a:avLst/>
          </a:prstGeom>
        </p:spPr>
        <p:txBody>
          <a:bodyPr vert="horz" wrap="square" lIns="0" tIns="7620" rIns="0" bIns="0" rtlCol="0">
            <a:spAutoFit/>
          </a:bodyPr>
          <a:lstStyle/>
          <a:p>
            <a:pPr marL="15240">
              <a:lnSpc>
                <a:spcPct val="100000"/>
              </a:lnSpc>
              <a:spcBef>
                <a:spcPts val="60"/>
              </a:spcBef>
            </a:pPr>
            <a:fld id="{81D60167-4931-47E6-BA6A-407CBD079E47}" type="slidenum">
              <a:rPr sz="600" i="1" spc="-45" dirty="0">
                <a:solidFill>
                  <a:srgbClr val="333333"/>
                </a:solidFill>
                <a:latin typeface="Verdana"/>
                <a:cs typeface="Verdana"/>
              </a:rPr>
              <a:t>9</a:t>
            </a:fld>
            <a:r>
              <a:rPr sz="600" i="1" spc="-90" dirty="0">
                <a:solidFill>
                  <a:srgbClr val="333333"/>
                </a:solidFill>
                <a:latin typeface="Verdana"/>
                <a:cs typeface="Verdana"/>
              </a:rPr>
              <a:t> </a:t>
            </a:r>
            <a:r>
              <a:rPr sz="600" i="1" spc="70" dirty="0">
                <a:solidFill>
                  <a:srgbClr val="333333"/>
                </a:solidFill>
                <a:latin typeface="Verdana"/>
                <a:cs typeface="Verdana"/>
              </a:rPr>
              <a:t>/</a:t>
            </a:r>
            <a:r>
              <a:rPr sz="600" i="1" spc="-85" dirty="0">
                <a:solidFill>
                  <a:srgbClr val="333333"/>
                </a:solidFill>
                <a:latin typeface="Verdana"/>
                <a:cs typeface="Verdana"/>
              </a:rPr>
              <a:t> </a:t>
            </a:r>
            <a:r>
              <a:rPr sz="600" i="1" spc="-25" dirty="0">
                <a:solidFill>
                  <a:srgbClr val="333333"/>
                </a:solidFill>
                <a:latin typeface="Verdana"/>
                <a:cs typeface="Verdana"/>
              </a:rPr>
              <a:t>59</a:t>
            </a:r>
            <a:endParaRPr sz="600">
              <a:latin typeface="Verdana"/>
              <a:cs typeface="Verdana"/>
            </a:endParaRPr>
          </a:p>
        </p:txBody>
      </p:sp>
    </p:spTree>
  </p:cSld>
  <p:clrMapOvr>
    <a:masterClrMapping/>
  </p:clrMapOvr>
  <p:transition>
    <p:cut/>
  </p:transition>
</p:sld>
</file>

<file path=ppt/slides/slide10.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pic>
        <p:nvPicPr>
          <p:cNvPr id="4" name="object 4"/>
          <p:cNvPicPr/>
          <p:nvPr/>
        </p:nvPicPr>
        <p:blipFill>
          <a:blip r:embed="rId3" cstate="print"/>
          <a:stretch>
            <a:fillRect/>
          </a:stretch>
        </p:blipFill>
        <p:spPr>
          <a:xfrm>
            <a:off x="68834" y="112855"/>
            <a:ext cx="4470398" cy="7591"/>
          </a:xfrm>
          <a:prstGeom prst="rect">
            <a:avLst/>
          </a:prstGeom>
        </p:spPr>
      </p:pic>
      <p:sp>
        <p:nvSpPr>
          <p:cNvPr id="5" name="object 5"/>
          <p:cNvSpPr txBox="1"/>
          <p:nvPr/>
        </p:nvSpPr>
        <p:spPr>
          <a:xfrm>
            <a:off x="23304" y="-9546"/>
            <a:ext cx="1830705" cy="367665"/>
          </a:xfrm>
          <a:prstGeom prst="rect">
            <a:avLst/>
          </a:prstGeom>
        </p:spPr>
        <p:txBody>
          <a:bodyPr vert="horz" wrap="square" lIns="0" tIns="36830" rIns="0" bIns="0" rtlCol="0">
            <a:spAutoFit/>
          </a:bodyPr>
          <a:lstStyle/>
          <a:p>
            <a:pPr marL="45085">
              <a:lnSpc>
                <a:spcPct val="100000"/>
              </a:lnSpc>
              <a:spcBef>
                <a:spcPts val="290"/>
              </a:spcBef>
              <a:tabLst>
                <a:tab pos="1461135" algn="l"/>
              </a:tabLst>
            </a:pPr>
            <a:r>
              <a:rPr sz="500" b="1" spc="-10" dirty="0">
                <a:solidFill>
                  <a:srgbClr val="3F3F3F"/>
                </a:solidFill>
                <a:latin typeface="Arial"/>
                <a:cs typeface="Arial"/>
                <a:hlinkClick r:id="rId4" action="ppaction://hlinksldjump"/>
              </a:rPr>
              <a:t>Introduction</a:t>
            </a:r>
            <a:r>
              <a:rPr sz="500" b="1" dirty="0">
                <a:solidFill>
                  <a:srgbClr val="3F3F3F"/>
                </a:solidFill>
                <a:latin typeface="Arial"/>
                <a:cs typeface="Arial"/>
              </a:rPr>
              <a:t>	</a:t>
            </a:r>
            <a:endParaRPr sz="500" dirty="0">
              <a:latin typeface="Arial"/>
              <a:cs typeface="Arial"/>
            </a:endParaRPr>
          </a:p>
          <a:p>
            <a:pPr marL="12700">
              <a:lnSpc>
                <a:spcPct val="100000"/>
              </a:lnSpc>
              <a:spcBef>
                <a:spcPts val="459"/>
              </a:spcBef>
            </a:pPr>
            <a:r>
              <a:rPr sz="1200" b="1" dirty="0">
                <a:solidFill>
                  <a:srgbClr val="4B81AE"/>
                </a:solidFill>
                <a:latin typeface="Arial"/>
                <a:cs typeface="Arial"/>
              </a:rPr>
              <a:t>CV</a:t>
            </a:r>
            <a:r>
              <a:rPr sz="1200" b="1" spc="30" dirty="0">
                <a:solidFill>
                  <a:srgbClr val="4B81AE"/>
                </a:solidFill>
                <a:latin typeface="Arial"/>
                <a:cs typeface="Arial"/>
              </a:rPr>
              <a:t> </a:t>
            </a:r>
            <a:r>
              <a:rPr sz="1200" b="1" spc="-10" dirty="0">
                <a:solidFill>
                  <a:srgbClr val="4B81AE"/>
                </a:solidFill>
                <a:latin typeface="Arial"/>
                <a:cs typeface="Arial"/>
              </a:rPr>
              <a:t>is</a:t>
            </a:r>
            <a:r>
              <a:rPr sz="1200" b="1" spc="40" dirty="0">
                <a:solidFill>
                  <a:srgbClr val="4B81AE"/>
                </a:solidFill>
                <a:latin typeface="Arial"/>
                <a:cs typeface="Arial"/>
              </a:rPr>
              <a:t> </a:t>
            </a:r>
            <a:r>
              <a:rPr sz="1200" b="1" spc="-10" dirty="0">
                <a:solidFill>
                  <a:srgbClr val="4B81AE"/>
                </a:solidFill>
                <a:latin typeface="Arial"/>
                <a:cs typeface="Arial"/>
              </a:rPr>
              <a:t>Deceptively</a:t>
            </a:r>
            <a:r>
              <a:rPr sz="1200" b="1" spc="40" dirty="0">
                <a:solidFill>
                  <a:srgbClr val="4B81AE"/>
                </a:solidFill>
                <a:latin typeface="Arial"/>
                <a:cs typeface="Arial"/>
              </a:rPr>
              <a:t> </a:t>
            </a:r>
            <a:r>
              <a:rPr sz="1200" b="1" spc="-20" dirty="0">
                <a:solidFill>
                  <a:srgbClr val="4B81AE"/>
                </a:solidFill>
                <a:latin typeface="Arial"/>
                <a:cs typeface="Arial"/>
              </a:rPr>
              <a:t>Hard</a:t>
            </a:r>
            <a:endParaRPr sz="1200" dirty="0">
              <a:latin typeface="Arial"/>
              <a:cs typeface="Arial"/>
            </a:endParaRPr>
          </a:p>
        </p:txBody>
      </p:sp>
      <p:grpSp>
        <p:nvGrpSpPr>
          <p:cNvPr id="6" name="object 6"/>
          <p:cNvGrpSpPr/>
          <p:nvPr/>
        </p:nvGrpSpPr>
        <p:grpSpPr>
          <a:xfrm>
            <a:off x="36080" y="561022"/>
            <a:ext cx="4536440" cy="2751455"/>
            <a:chOff x="36080" y="561022"/>
            <a:chExt cx="4536440" cy="2751455"/>
          </a:xfrm>
        </p:grpSpPr>
        <p:pic>
          <p:nvPicPr>
            <p:cNvPr id="7" name="object 7"/>
            <p:cNvPicPr/>
            <p:nvPr/>
          </p:nvPicPr>
          <p:blipFill>
            <a:blip r:embed="rId5" cstate="print"/>
            <a:stretch>
              <a:fillRect/>
            </a:stretch>
          </p:blipFill>
          <p:spPr>
            <a:xfrm>
              <a:off x="36080" y="561022"/>
              <a:ext cx="4535850" cy="2743200"/>
            </a:xfrm>
            <a:prstGeom prst="rect">
              <a:avLst/>
            </a:prstGeom>
          </p:spPr>
        </p:pic>
        <p:sp>
          <p:nvSpPr>
            <p:cNvPr id="8" name="object 8"/>
            <p:cNvSpPr/>
            <p:nvPr/>
          </p:nvSpPr>
          <p:spPr>
            <a:xfrm>
              <a:off x="68834" y="3308210"/>
              <a:ext cx="4470400" cy="0"/>
            </a:xfrm>
            <a:custGeom>
              <a:avLst/>
              <a:gdLst/>
              <a:ahLst/>
              <a:cxnLst/>
              <a:rect l="l" t="t" r="r" b="b"/>
              <a:pathLst>
                <a:path w="4470400">
                  <a:moveTo>
                    <a:pt x="0" y="0"/>
                  </a:moveTo>
                  <a:lnTo>
                    <a:pt x="4470336" y="0"/>
                  </a:lnTo>
                </a:path>
              </a:pathLst>
            </a:custGeom>
            <a:ln w="7594">
              <a:solidFill>
                <a:srgbClr val="4B81AE"/>
              </a:solidFill>
            </a:ln>
          </p:spPr>
          <p:txBody>
            <a:bodyPr wrap="square" lIns="0" tIns="0" rIns="0" bIns="0" rtlCol="0"/>
            <a:lstStyle/>
            <a:p>
              <a:endParaRPr/>
            </a:p>
          </p:txBody>
        </p:sp>
      </p:grpSp>
      <p:sp>
        <p:nvSpPr>
          <p:cNvPr id="9" name="object 9"/>
          <p:cNvSpPr txBox="1"/>
          <p:nvPr/>
        </p:nvSpPr>
        <p:spPr>
          <a:xfrm>
            <a:off x="1779498" y="3332022"/>
            <a:ext cx="648335" cy="122555"/>
          </a:xfrm>
          <a:prstGeom prst="rect">
            <a:avLst/>
          </a:prstGeom>
        </p:spPr>
        <p:txBody>
          <a:bodyPr vert="horz" wrap="square" lIns="0" tIns="7620" rIns="0" bIns="0" rtlCol="0">
            <a:spAutoFit/>
          </a:bodyPr>
          <a:lstStyle/>
          <a:p>
            <a:pPr marL="12700">
              <a:lnSpc>
                <a:spcPct val="100000"/>
              </a:lnSpc>
              <a:spcBef>
                <a:spcPts val="60"/>
              </a:spcBef>
            </a:pPr>
            <a:r>
              <a:rPr sz="600" i="1" spc="-20" dirty="0">
                <a:solidFill>
                  <a:srgbClr val="333333"/>
                </a:solidFill>
                <a:latin typeface="Verdana"/>
                <a:cs typeface="Verdana"/>
                <a:hlinkClick r:id="rId6" action="ppaction://hlinksldjump"/>
              </a:rPr>
              <a:t>Computer</a:t>
            </a:r>
            <a:r>
              <a:rPr sz="600" i="1" spc="25" dirty="0">
                <a:solidFill>
                  <a:srgbClr val="333333"/>
                </a:solidFill>
                <a:latin typeface="Verdana"/>
                <a:cs typeface="Verdana"/>
                <a:hlinkClick r:id="rId6" action="ppaction://hlinksldjump"/>
              </a:rPr>
              <a:t> </a:t>
            </a:r>
            <a:r>
              <a:rPr sz="600" i="1" spc="-10" dirty="0">
                <a:solidFill>
                  <a:srgbClr val="333333"/>
                </a:solidFill>
                <a:latin typeface="Verdana"/>
                <a:cs typeface="Verdana"/>
                <a:hlinkClick r:id="rId6" action="ppaction://hlinksldjump"/>
              </a:rPr>
              <a:t>Vision</a:t>
            </a:r>
            <a:endParaRPr sz="600">
              <a:latin typeface="Verdana"/>
              <a:cs typeface="Verdana"/>
            </a:endParaRPr>
          </a:p>
        </p:txBody>
      </p:sp>
      <p:sp>
        <p:nvSpPr>
          <p:cNvPr id="10" name="object 10"/>
          <p:cNvSpPr txBox="1"/>
          <p:nvPr/>
        </p:nvSpPr>
        <p:spPr>
          <a:xfrm>
            <a:off x="2577040" y="3332022"/>
            <a:ext cx="281305" cy="122555"/>
          </a:xfrm>
          <a:prstGeom prst="rect">
            <a:avLst/>
          </a:prstGeom>
        </p:spPr>
        <p:txBody>
          <a:bodyPr vert="horz" wrap="square" lIns="0" tIns="7620" rIns="0" bIns="0" rtlCol="0">
            <a:spAutoFit/>
          </a:bodyPr>
          <a:lstStyle/>
          <a:p>
            <a:pPr marL="15240">
              <a:lnSpc>
                <a:spcPct val="100000"/>
              </a:lnSpc>
              <a:spcBef>
                <a:spcPts val="60"/>
              </a:spcBef>
            </a:pPr>
            <a:fld id="{81D60167-4931-47E6-BA6A-407CBD079E47}" type="slidenum">
              <a:rPr sz="600" i="1" spc="-45" dirty="0">
                <a:solidFill>
                  <a:srgbClr val="333333"/>
                </a:solidFill>
                <a:latin typeface="Verdana"/>
                <a:cs typeface="Verdana"/>
              </a:rPr>
              <a:t>10</a:t>
            </a:fld>
            <a:r>
              <a:rPr sz="600" i="1" spc="-90" dirty="0">
                <a:solidFill>
                  <a:srgbClr val="333333"/>
                </a:solidFill>
                <a:latin typeface="Verdana"/>
                <a:cs typeface="Verdana"/>
              </a:rPr>
              <a:t> </a:t>
            </a:r>
            <a:r>
              <a:rPr sz="600" i="1" spc="70" dirty="0">
                <a:solidFill>
                  <a:srgbClr val="333333"/>
                </a:solidFill>
                <a:latin typeface="Verdana"/>
                <a:cs typeface="Verdana"/>
              </a:rPr>
              <a:t>/</a:t>
            </a:r>
            <a:r>
              <a:rPr sz="600" i="1" spc="-85" dirty="0">
                <a:solidFill>
                  <a:srgbClr val="333333"/>
                </a:solidFill>
                <a:latin typeface="Verdana"/>
                <a:cs typeface="Verdana"/>
              </a:rPr>
              <a:t> </a:t>
            </a:r>
            <a:r>
              <a:rPr sz="600" i="1" spc="-25" dirty="0">
                <a:solidFill>
                  <a:srgbClr val="333333"/>
                </a:solidFill>
                <a:latin typeface="Verdana"/>
                <a:cs typeface="Verdana"/>
              </a:rPr>
              <a:t>59</a:t>
            </a:r>
            <a:endParaRPr sz="600">
              <a:latin typeface="Verdana"/>
              <a:cs typeface="Verdana"/>
            </a:endParaRPr>
          </a:p>
        </p:txBody>
      </p:sp>
    </p:spTree>
  </p:cSld>
  <p:clrMapOvr>
    <a:masterClrMapping/>
  </p:clrMapOvr>
  <p:transition>
    <p:cut/>
  </p:transition>
</p:sld>
</file>

<file path=ppt/slides/slide11.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pic>
        <p:nvPicPr>
          <p:cNvPr id="4" name="object 4"/>
          <p:cNvPicPr/>
          <p:nvPr/>
        </p:nvPicPr>
        <p:blipFill>
          <a:blip r:embed="rId3" cstate="print"/>
          <a:stretch>
            <a:fillRect/>
          </a:stretch>
        </p:blipFill>
        <p:spPr>
          <a:xfrm>
            <a:off x="68833" y="112855"/>
            <a:ext cx="4470399" cy="7591"/>
          </a:xfrm>
          <a:prstGeom prst="rect">
            <a:avLst/>
          </a:prstGeom>
        </p:spPr>
      </p:pic>
      <p:sp>
        <p:nvSpPr>
          <p:cNvPr id="5" name="object 5"/>
          <p:cNvSpPr txBox="1"/>
          <p:nvPr/>
        </p:nvSpPr>
        <p:spPr>
          <a:xfrm>
            <a:off x="23304" y="-9546"/>
            <a:ext cx="1830705" cy="367665"/>
          </a:xfrm>
          <a:prstGeom prst="rect">
            <a:avLst/>
          </a:prstGeom>
        </p:spPr>
        <p:txBody>
          <a:bodyPr vert="horz" wrap="square" lIns="0" tIns="36830" rIns="0" bIns="0" rtlCol="0">
            <a:spAutoFit/>
          </a:bodyPr>
          <a:lstStyle/>
          <a:p>
            <a:pPr marL="45085">
              <a:lnSpc>
                <a:spcPct val="100000"/>
              </a:lnSpc>
              <a:spcBef>
                <a:spcPts val="290"/>
              </a:spcBef>
              <a:tabLst>
                <a:tab pos="1461135" algn="l"/>
              </a:tabLst>
            </a:pPr>
            <a:r>
              <a:rPr sz="500" b="1" spc="-10" dirty="0">
                <a:solidFill>
                  <a:srgbClr val="3F3F3F"/>
                </a:solidFill>
                <a:latin typeface="Arial"/>
                <a:cs typeface="Arial"/>
                <a:hlinkClick r:id="rId4" action="ppaction://hlinksldjump"/>
              </a:rPr>
              <a:t>Introduction</a:t>
            </a:r>
            <a:r>
              <a:rPr sz="500" b="1" dirty="0">
                <a:solidFill>
                  <a:srgbClr val="3F3F3F"/>
                </a:solidFill>
                <a:latin typeface="Arial"/>
                <a:cs typeface="Arial"/>
              </a:rPr>
              <a:t>	</a:t>
            </a:r>
            <a:endParaRPr sz="500" dirty="0">
              <a:latin typeface="Arial"/>
              <a:cs typeface="Arial"/>
            </a:endParaRPr>
          </a:p>
          <a:p>
            <a:pPr marL="12700">
              <a:lnSpc>
                <a:spcPct val="100000"/>
              </a:lnSpc>
              <a:spcBef>
                <a:spcPts val="459"/>
              </a:spcBef>
            </a:pPr>
            <a:r>
              <a:rPr sz="1200" b="1" dirty="0">
                <a:solidFill>
                  <a:srgbClr val="4B81AE"/>
                </a:solidFill>
                <a:latin typeface="Arial"/>
                <a:cs typeface="Arial"/>
              </a:rPr>
              <a:t>CV</a:t>
            </a:r>
            <a:r>
              <a:rPr sz="1200" b="1" spc="30" dirty="0">
                <a:solidFill>
                  <a:srgbClr val="4B81AE"/>
                </a:solidFill>
                <a:latin typeface="Arial"/>
                <a:cs typeface="Arial"/>
              </a:rPr>
              <a:t> </a:t>
            </a:r>
            <a:r>
              <a:rPr sz="1200" b="1" spc="-10" dirty="0">
                <a:solidFill>
                  <a:srgbClr val="4B81AE"/>
                </a:solidFill>
                <a:latin typeface="Arial"/>
                <a:cs typeface="Arial"/>
              </a:rPr>
              <a:t>is</a:t>
            </a:r>
            <a:r>
              <a:rPr sz="1200" b="1" spc="40" dirty="0">
                <a:solidFill>
                  <a:srgbClr val="4B81AE"/>
                </a:solidFill>
                <a:latin typeface="Arial"/>
                <a:cs typeface="Arial"/>
              </a:rPr>
              <a:t> </a:t>
            </a:r>
            <a:r>
              <a:rPr sz="1200" b="1" spc="-10" dirty="0">
                <a:solidFill>
                  <a:srgbClr val="4B81AE"/>
                </a:solidFill>
                <a:latin typeface="Arial"/>
                <a:cs typeface="Arial"/>
              </a:rPr>
              <a:t>Deceptively</a:t>
            </a:r>
            <a:r>
              <a:rPr sz="1200" b="1" spc="40" dirty="0">
                <a:solidFill>
                  <a:srgbClr val="4B81AE"/>
                </a:solidFill>
                <a:latin typeface="Arial"/>
                <a:cs typeface="Arial"/>
              </a:rPr>
              <a:t> </a:t>
            </a:r>
            <a:r>
              <a:rPr sz="1200" b="1" spc="-20" dirty="0">
                <a:solidFill>
                  <a:srgbClr val="4B81AE"/>
                </a:solidFill>
                <a:latin typeface="Arial"/>
                <a:cs typeface="Arial"/>
              </a:rPr>
              <a:t>Hard</a:t>
            </a:r>
            <a:endParaRPr sz="1200" dirty="0">
              <a:latin typeface="Arial"/>
              <a:cs typeface="Arial"/>
            </a:endParaRPr>
          </a:p>
        </p:txBody>
      </p:sp>
      <p:pic>
        <p:nvPicPr>
          <p:cNvPr id="6" name="object 6"/>
          <p:cNvPicPr/>
          <p:nvPr/>
        </p:nvPicPr>
        <p:blipFill>
          <a:blip r:embed="rId5" cstate="print"/>
          <a:stretch>
            <a:fillRect/>
          </a:stretch>
        </p:blipFill>
        <p:spPr>
          <a:xfrm>
            <a:off x="502793" y="1119241"/>
            <a:ext cx="1587580" cy="571750"/>
          </a:xfrm>
          <a:prstGeom prst="rect">
            <a:avLst/>
          </a:prstGeom>
        </p:spPr>
      </p:pic>
      <p:pic>
        <p:nvPicPr>
          <p:cNvPr id="7" name="object 7"/>
          <p:cNvPicPr/>
          <p:nvPr/>
        </p:nvPicPr>
        <p:blipFill>
          <a:blip r:embed="rId6" cstate="print"/>
          <a:stretch>
            <a:fillRect/>
          </a:stretch>
        </p:blipFill>
        <p:spPr>
          <a:xfrm>
            <a:off x="2392542" y="570472"/>
            <a:ext cx="1562415" cy="1111050"/>
          </a:xfrm>
          <a:prstGeom prst="rect">
            <a:avLst/>
          </a:prstGeom>
        </p:spPr>
      </p:pic>
      <p:pic>
        <p:nvPicPr>
          <p:cNvPr id="8" name="object 8"/>
          <p:cNvPicPr/>
          <p:nvPr/>
        </p:nvPicPr>
        <p:blipFill>
          <a:blip r:embed="rId7" cstate="print"/>
          <a:stretch>
            <a:fillRect/>
          </a:stretch>
        </p:blipFill>
        <p:spPr>
          <a:xfrm>
            <a:off x="608989" y="1827584"/>
            <a:ext cx="1359310" cy="1375239"/>
          </a:xfrm>
          <a:prstGeom prst="rect">
            <a:avLst/>
          </a:prstGeom>
        </p:spPr>
      </p:pic>
      <p:grpSp>
        <p:nvGrpSpPr>
          <p:cNvPr id="9" name="object 9"/>
          <p:cNvGrpSpPr/>
          <p:nvPr/>
        </p:nvGrpSpPr>
        <p:grpSpPr>
          <a:xfrm>
            <a:off x="68834" y="2121039"/>
            <a:ext cx="4470400" cy="1191260"/>
            <a:chOff x="68834" y="2121039"/>
            <a:chExt cx="4470400" cy="1191260"/>
          </a:xfrm>
        </p:grpSpPr>
        <p:pic>
          <p:nvPicPr>
            <p:cNvPr id="10" name="object 10"/>
            <p:cNvPicPr/>
            <p:nvPr/>
          </p:nvPicPr>
          <p:blipFill>
            <a:blip r:embed="rId8" cstate="print"/>
            <a:stretch>
              <a:fillRect/>
            </a:stretch>
          </p:blipFill>
          <p:spPr>
            <a:xfrm>
              <a:off x="2395791" y="2121039"/>
              <a:ext cx="1524048" cy="1172803"/>
            </a:xfrm>
            <a:prstGeom prst="rect">
              <a:avLst/>
            </a:prstGeom>
          </p:spPr>
        </p:pic>
        <p:sp>
          <p:nvSpPr>
            <p:cNvPr id="11" name="object 11"/>
            <p:cNvSpPr/>
            <p:nvPr/>
          </p:nvSpPr>
          <p:spPr>
            <a:xfrm>
              <a:off x="68834" y="3308210"/>
              <a:ext cx="4470400" cy="0"/>
            </a:xfrm>
            <a:custGeom>
              <a:avLst/>
              <a:gdLst/>
              <a:ahLst/>
              <a:cxnLst/>
              <a:rect l="l" t="t" r="r" b="b"/>
              <a:pathLst>
                <a:path w="4470400">
                  <a:moveTo>
                    <a:pt x="0" y="0"/>
                  </a:moveTo>
                  <a:lnTo>
                    <a:pt x="4470336" y="0"/>
                  </a:lnTo>
                </a:path>
              </a:pathLst>
            </a:custGeom>
            <a:ln w="7594">
              <a:solidFill>
                <a:srgbClr val="4B81AE"/>
              </a:solidFill>
            </a:ln>
          </p:spPr>
          <p:txBody>
            <a:bodyPr wrap="square" lIns="0" tIns="0" rIns="0" bIns="0" rtlCol="0"/>
            <a:lstStyle/>
            <a:p>
              <a:endParaRPr/>
            </a:p>
          </p:txBody>
        </p:sp>
      </p:grpSp>
      <p:sp>
        <p:nvSpPr>
          <p:cNvPr id="12" name="object 12"/>
          <p:cNvSpPr txBox="1"/>
          <p:nvPr/>
        </p:nvSpPr>
        <p:spPr>
          <a:xfrm>
            <a:off x="1779498" y="3332022"/>
            <a:ext cx="648335" cy="122555"/>
          </a:xfrm>
          <a:prstGeom prst="rect">
            <a:avLst/>
          </a:prstGeom>
        </p:spPr>
        <p:txBody>
          <a:bodyPr vert="horz" wrap="square" lIns="0" tIns="7620" rIns="0" bIns="0" rtlCol="0">
            <a:spAutoFit/>
          </a:bodyPr>
          <a:lstStyle/>
          <a:p>
            <a:pPr marL="12700">
              <a:lnSpc>
                <a:spcPct val="100000"/>
              </a:lnSpc>
              <a:spcBef>
                <a:spcPts val="60"/>
              </a:spcBef>
            </a:pPr>
            <a:r>
              <a:rPr sz="600" i="1" spc="-20" dirty="0">
                <a:solidFill>
                  <a:srgbClr val="333333"/>
                </a:solidFill>
                <a:latin typeface="Verdana"/>
                <a:cs typeface="Verdana"/>
                <a:hlinkClick r:id="rId9" action="ppaction://hlinksldjump"/>
              </a:rPr>
              <a:t>Computer</a:t>
            </a:r>
            <a:r>
              <a:rPr sz="600" i="1" spc="25" dirty="0">
                <a:solidFill>
                  <a:srgbClr val="333333"/>
                </a:solidFill>
                <a:latin typeface="Verdana"/>
                <a:cs typeface="Verdana"/>
                <a:hlinkClick r:id="rId9" action="ppaction://hlinksldjump"/>
              </a:rPr>
              <a:t> </a:t>
            </a:r>
            <a:r>
              <a:rPr sz="600" i="1" spc="-10" dirty="0">
                <a:solidFill>
                  <a:srgbClr val="333333"/>
                </a:solidFill>
                <a:latin typeface="Verdana"/>
                <a:cs typeface="Verdana"/>
                <a:hlinkClick r:id="rId9" action="ppaction://hlinksldjump"/>
              </a:rPr>
              <a:t>Vision</a:t>
            </a:r>
            <a:endParaRPr sz="600">
              <a:latin typeface="Verdana"/>
              <a:cs typeface="Verdana"/>
            </a:endParaRPr>
          </a:p>
        </p:txBody>
      </p:sp>
      <p:sp>
        <p:nvSpPr>
          <p:cNvPr id="13" name="object 13"/>
          <p:cNvSpPr txBox="1"/>
          <p:nvPr/>
        </p:nvSpPr>
        <p:spPr>
          <a:xfrm>
            <a:off x="2577040" y="3332022"/>
            <a:ext cx="281305" cy="122555"/>
          </a:xfrm>
          <a:prstGeom prst="rect">
            <a:avLst/>
          </a:prstGeom>
        </p:spPr>
        <p:txBody>
          <a:bodyPr vert="horz" wrap="square" lIns="0" tIns="7620" rIns="0" bIns="0" rtlCol="0">
            <a:spAutoFit/>
          </a:bodyPr>
          <a:lstStyle/>
          <a:p>
            <a:pPr marL="15240">
              <a:lnSpc>
                <a:spcPct val="100000"/>
              </a:lnSpc>
              <a:spcBef>
                <a:spcPts val="60"/>
              </a:spcBef>
            </a:pPr>
            <a:fld id="{81D60167-4931-47E6-BA6A-407CBD079E47}" type="slidenum">
              <a:rPr sz="600" i="1" spc="-45" dirty="0">
                <a:solidFill>
                  <a:srgbClr val="333333"/>
                </a:solidFill>
                <a:latin typeface="Verdana"/>
                <a:cs typeface="Verdana"/>
              </a:rPr>
              <a:t>11</a:t>
            </a:fld>
            <a:r>
              <a:rPr sz="600" i="1" spc="-90" dirty="0">
                <a:solidFill>
                  <a:srgbClr val="333333"/>
                </a:solidFill>
                <a:latin typeface="Verdana"/>
                <a:cs typeface="Verdana"/>
              </a:rPr>
              <a:t> </a:t>
            </a:r>
            <a:r>
              <a:rPr sz="600" i="1" spc="70" dirty="0">
                <a:solidFill>
                  <a:srgbClr val="333333"/>
                </a:solidFill>
                <a:latin typeface="Verdana"/>
                <a:cs typeface="Verdana"/>
              </a:rPr>
              <a:t>/</a:t>
            </a:r>
            <a:r>
              <a:rPr sz="600" i="1" spc="-85" dirty="0">
                <a:solidFill>
                  <a:srgbClr val="333333"/>
                </a:solidFill>
                <a:latin typeface="Verdana"/>
                <a:cs typeface="Verdana"/>
              </a:rPr>
              <a:t> </a:t>
            </a:r>
            <a:r>
              <a:rPr sz="600" i="1" spc="-25" dirty="0">
                <a:solidFill>
                  <a:srgbClr val="333333"/>
                </a:solidFill>
                <a:latin typeface="Verdana"/>
                <a:cs typeface="Verdana"/>
              </a:rPr>
              <a:t>59</a:t>
            </a:r>
            <a:endParaRPr sz="600">
              <a:latin typeface="Verdana"/>
              <a:cs typeface="Verdana"/>
            </a:endParaRPr>
          </a:p>
        </p:txBody>
      </p:sp>
      <p:sp>
        <p:nvSpPr>
          <p:cNvPr id="14" name="TextBox 13">
            <a:extLst>
              <a:ext uri="{FF2B5EF4-FFF2-40B4-BE49-F238E27FC236}">
                <a16:creationId xmlns:a16="http://schemas.microsoft.com/office/drawing/2014/main" id="{2591D072-DC91-4715-AA47-335383FBF2B0}"/>
              </a:ext>
            </a:extLst>
          </p:cNvPr>
          <p:cNvSpPr txBox="1"/>
          <p:nvPr/>
        </p:nvSpPr>
        <p:spPr>
          <a:xfrm>
            <a:off x="2609850" y="663575"/>
            <a:ext cx="1066800" cy="369332"/>
          </a:xfrm>
          <a:prstGeom prst="rect">
            <a:avLst/>
          </a:prstGeom>
          <a:noFill/>
        </p:spPr>
        <p:txBody>
          <a:bodyPr wrap="square" rtlCol="0">
            <a:spAutoFit/>
          </a:bodyPr>
          <a:lstStyle/>
          <a:p>
            <a:endParaRPr lang="en-US" dirty="0"/>
          </a:p>
        </p:txBody>
      </p:sp>
    </p:spTree>
  </p:cSld>
  <p:clrMapOvr>
    <a:masterClrMapping/>
  </p:clrMapOvr>
  <p:transition>
    <p:cut/>
  </p:transition>
</p:sld>
</file>

<file path=ppt/slides/slide12.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pic>
        <p:nvPicPr>
          <p:cNvPr id="6" name="object 6"/>
          <p:cNvPicPr/>
          <p:nvPr/>
        </p:nvPicPr>
        <p:blipFill>
          <a:blip r:embed="rId2" cstate="print"/>
          <a:stretch>
            <a:fillRect/>
          </a:stretch>
        </p:blipFill>
        <p:spPr>
          <a:xfrm>
            <a:off x="68834" y="112855"/>
            <a:ext cx="4470398" cy="7591"/>
          </a:xfrm>
          <a:prstGeom prst="rect">
            <a:avLst/>
          </a:prstGeom>
        </p:spPr>
      </p:pic>
      <p:grpSp>
        <p:nvGrpSpPr>
          <p:cNvPr id="7" name="object 7"/>
          <p:cNvGrpSpPr/>
          <p:nvPr/>
        </p:nvGrpSpPr>
        <p:grpSpPr>
          <a:xfrm>
            <a:off x="36004" y="1466046"/>
            <a:ext cx="4568825" cy="584835"/>
            <a:chOff x="36004" y="1466046"/>
            <a:chExt cx="4568825" cy="584835"/>
          </a:xfrm>
        </p:grpSpPr>
        <p:sp>
          <p:nvSpPr>
            <p:cNvPr id="8" name="object 8"/>
            <p:cNvSpPr/>
            <p:nvPr/>
          </p:nvSpPr>
          <p:spPr>
            <a:xfrm>
              <a:off x="79562" y="1509604"/>
              <a:ext cx="4525010" cy="541020"/>
            </a:xfrm>
            <a:custGeom>
              <a:avLst/>
              <a:gdLst/>
              <a:ahLst/>
              <a:cxnLst/>
              <a:rect l="l" t="t" r="r" b="b"/>
              <a:pathLst>
                <a:path w="4525010" h="541019">
                  <a:moveTo>
                    <a:pt x="0" y="506457"/>
                  </a:moveTo>
                  <a:lnTo>
                    <a:pt x="9403" y="520404"/>
                  </a:lnTo>
                  <a:lnTo>
                    <a:pt x="31717" y="535448"/>
                  </a:lnTo>
                  <a:lnTo>
                    <a:pt x="59042" y="540965"/>
                  </a:lnTo>
                  <a:lnTo>
                    <a:pt x="4454696" y="540965"/>
                  </a:lnTo>
                  <a:lnTo>
                    <a:pt x="4482022" y="535448"/>
                  </a:lnTo>
                  <a:lnTo>
                    <a:pt x="4504336" y="520404"/>
                  </a:lnTo>
                  <a:lnTo>
                    <a:pt x="4512318" y="508565"/>
                  </a:lnTo>
                  <a:lnTo>
                    <a:pt x="10442" y="508565"/>
                  </a:lnTo>
                  <a:lnTo>
                    <a:pt x="0" y="506457"/>
                  </a:lnTo>
                  <a:close/>
                </a:path>
                <a:path w="4525010" h="541019">
                  <a:moveTo>
                    <a:pt x="4490389" y="0"/>
                  </a:moveTo>
                  <a:lnTo>
                    <a:pt x="4492497" y="10442"/>
                  </a:lnTo>
                  <a:lnTo>
                    <a:pt x="4492497" y="454565"/>
                  </a:lnTo>
                  <a:lnTo>
                    <a:pt x="4488253" y="475584"/>
                  </a:lnTo>
                  <a:lnTo>
                    <a:pt x="4476681" y="492749"/>
                  </a:lnTo>
                  <a:lnTo>
                    <a:pt x="4459516" y="504321"/>
                  </a:lnTo>
                  <a:lnTo>
                    <a:pt x="4438497" y="508565"/>
                  </a:lnTo>
                  <a:lnTo>
                    <a:pt x="4512318" y="508565"/>
                  </a:lnTo>
                  <a:lnTo>
                    <a:pt x="4519380" y="498090"/>
                  </a:lnTo>
                  <a:lnTo>
                    <a:pt x="4524897" y="470765"/>
                  </a:lnTo>
                  <a:lnTo>
                    <a:pt x="4524897" y="59042"/>
                  </a:lnTo>
                  <a:lnTo>
                    <a:pt x="4519380" y="31717"/>
                  </a:lnTo>
                  <a:lnTo>
                    <a:pt x="4504336" y="9403"/>
                  </a:lnTo>
                  <a:lnTo>
                    <a:pt x="4490389" y="0"/>
                  </a:lnTo>
                  <a:close/>
                </a:path>
              </a:pathLst>
            </a:custGeom>
            <a:solidFill>
              <a:srgbClr val="7F7F7F">
                <a:alpha val="50000"/>
              </a:srgbClr>
            </a:solidFill>
          </p:spPr>
          <p:txBody>
            <a:bodyPr wrap="square" lIns="0" tIns="0" rIns="0" bIns="0" rtlCol="0"/>
            <a:lstStyle/>
            <a:p>
              <a:endParaRPr/>
            </a:p>
          </p:txBody>
        </p:sp>
        <p:sp>
          <p:nvSpPr>
            <p:cNvPr id="9" name="object 9"/>
            <p:cNvSpPr/>
            <p:nvPr/>
          </p:nvSpPr>
          <p:spPr>
            <a:xfrm>
              <a:off x="36004" y="1466046"/>
              <a:ext cx="4536440" cy="552450"/>
            </a:xfrm>
            <a:custGeom>
              <a:avLst/>
              <a:gdLst/>
              <a:ahLst/>
              <a:cxnLst/>
              <a:rect l="l" t="t" r="r" b="b"/>
              <a:pathLst>
                <a:path w="4536440" h="552450">
                  <a:moveTo>
                    <a:pt x="4482054" y="0"/>
                  </a:moveTo>
                  <a:lnTo>
                    <a:pt x="54000" y="0"/>
                  </a:lnTo>
                  <a:lnTo>
                    <a:pt x="32980" y="4243"/>
                  </a:lnTo>
                  <a:lnTo>
                    <a:pt x="15816" y="15816"/>
                  </a:lnTo>
                  <a:lnTo>
                    <a:pt x="4243" y="32980"/>
                  </a:lnTo>
                  <a:lnTo>
                    <a:pt x="0" y="54000"/>
                  </a:lnTo>
                  <a:lnTo>
                    <a:pt x="0" y="498123"/>
                  </a:lnTo>
                  <a:lnTo>
                    <a:pt x="4243" y="519142"/>
                  </a:lnTo>
                  <a:lnTo>
                    <a:pt x="15816" y="536307"/>
                  </a:lnTo>
                  <a:lnTo>
                    <a:pt x="32980" y="547879"/>
                  </a:lnTo>
                  <a:lnTo>
                    <a:pt x="54000" y="552123"/>
                  </a:lnTo>
                  <a:lnTo>
                    <a:pt x="4482054" y="552123"/>
                  </a:lnTo>
                  <a:lnTo>
                    <a:pt x="4503074" y="547879"/>
                  </a:lnTo>
                  <a:lnTo>
                    <a:pt x="4520239" y="536307"/>
                  </a:lnTo>
                  <a:lnTo>
                    <a:pt x="4521711" y="534123"/>
                  </a:lnTo>
                  <a:lnTo>
                    <a:pt x="54000" y="534123"/>
                  </a:lnTo>
                  <a:lnTo>
                    <a:pt x="39987" y="531294"/>
                  </a:lnTo>
                  <a:lnTo>
                    <a:pt x="28544" y="523579"/>
                  </a:lnTo>
                  <a:lnTo>
                    <a:pt x="20828" y="512136"/>
                  </a:lnTo>
                  <a:lnTo>
                    <a:pt x="17999" y="498123"/>
                  </a:lnTo>
                  <a:lnTo>
                    <a:pt x="17999" y="54000"/>
                  </a:lnTo>
                  <a:lnTo>
                    <a:pt x="20828" y="39987"/>
                  </a:lnTo>
                  <a:lnTo>
                    <a:pt x="28544" y="28544"/>
                  </a:lnTo>
                  <a:lnTo>
                    <a:pt x="39987" y="20829"/>
                  </a:lnTo>
                  <a:lnTo>
                    <a:pt x="54000" y="18000"/>
                  </a:lnTo>
                  <a:lnTo>
                    <a:pt x="4521711" y="18000"/>
                  </a:lnTo>
                  <a:lnTo>
                    <a:pt x="4520239" y="15816"/>
                  </a:lnTo>
                  <a:lnTo>
                    <a:pt x="4503074" y="4243"/>
                  </a:lnTo>
                  <a:lnTo>
                    <a:pt x="4482054" y="0"/>
                  </a:lnTo>
                  <a:close/>
                </a:path>
                <a:path w="4536440" h="552450">
                  <a:moveTo>
                    <a:pt x="4521711" y="18000"/>
                  </a:moveTo>
                  <a:lnTo>
                    <a:pt x="4482054" y="18000"/>
                  </a:lnTo>
                  <a:lnTo>
                    <a:pt x="4496067" y="20829"/>
                  </a:lnTo>
                  <a:lnTo>
                    <a:pt x="4507511" y="28544"/>
                  </a:lnTo>
                  <a:lnTo>
                    <a:pt x="4515226" y="39987"/>
                  </a:lnTo>
                  <a:lnTo>
                    <a:pt x="4518055" y="54000"/>
                  </a:lnTo>
                  <a:lnTo>
                    <a:pt x="4518055" y="498123"/>
                  </a:lnTo>
                  <a:lnTo>
                    <a:pt x="4515226" y="512136"/>
                  </a:lnTo>
                  <a:lnTo>
                    <a:pt x="4507511" y="523579"/>
                  </a:lnTo>
                  <a:lnTo>
                    <a:pt x="4496067" y="531294"/>
                  </a:lnTo>
                  <a:lnTo>
                    <a:pt x="4482054" y="534123"/>
                  </a:lnTo>
                  <a:lnTo>
                    <a:pt x="4521711" y="534123"/>
                  </a:lnTo>
                  <a:lnTo>
                    <a:pt x="4531811" y="519142"/>
                  </a:lnTo>
                  <a:lnTo>
                    <a:pt x="4536055" y="498123"/>
                  </a:lnTo>
                  <a:lnTo>
                    <a:pt x="4536055" y="54000"/>
                  </a:lnTo>
                  <a:lnTo>
                    <a:pt x="4531811" y="32980"/>
                  </a:lnTo>
                  <a:lnTo>
                    <a:pt x="4521711" y="18000"/>
                  </a:lnTo>
                  <a:close/>
                </a:path>
              </a:pathLst>
            </a:custGeom>
            <a:solidFill>
              <a:srgbClr val="3F3F3F"/>
            </a:solidFill>
          </p:spPr>
          <p:txBody>
            <a:bodyPr wrap="square" lIns="0" tIns="0" rIns="0" bIns="0" rtlCol="0"/>
            <a:lstStyle/>
            <a:p>
              <a:endParaRPr/>
            </a:p>
          </p:txBody>
        </p:sp>
        <p:sp>
          <p:nvSpPr>
            <p:cNvPr id="10" name="object 10"/>
            <p:cNvSpPr/>
            <p:nvPr/>
          </p:nvSpPr>
          <p:spPr>
            <a:xfrm>
              <a:off x="54004" y="1484046"/>
              <a:ext cx="4500245" cy="516255"/>
            </a:xfrm>
            <a:custGeom>
              <a:avLst/>
              <a:gdLst/>
              <a:ahLst/>
              <a:cxnLst/>
              <a:rect l="l" t="t" r="r" b="b"/>
              <a:pathLst>
                <a:path w="4500245" h="516255">
                  <a:moveTo>
                    <a:pt x="4464055" y="0"/>
                  </a:moveTo>
                  <a:lnTo>
                    <a:pt x="36000" y="0"/>
                  </a:lnTo>
                  <a:lnTo>
                    <a:pt x="21987" y="2829"/>
                  </a:lnTo>
                  <a:lnTo>
                    <a:pt x="10544" y="10544"/>
                  </a:lnTo>
                  <a:lnTo>
                    <a:pt x="2829" y="21987"/>
                  </a:lnTo>
                  <a:lnTo>
                    <a:pt x="0" y="36000"/>
                  </a:lnTo>
                  <a:lnTo>
                    <a:pt x="0" y="480123"/>
                  </a:lnTo>
                  <a:lnTo>
                    <a:pt x="2829" y="494136"/>
                  </a:lnTo>
                  <a:lnTo>
                    <a:pt x="10544" y="505579"/>
                  </a:lnTo>
                  <a:lnTo>
                    <a:pt x="21987" y="513294"/>
                  </a:lnTo>
                  <a:lnTo>
                    <a:pt x="36000" y="516123"/>
                  </a:lnTo>
                  <a:lnTo>
                    <a:pt x="4464055" y="516123"/>
                  </a:lnTo>
                  <a:lnTo>
                    <a:pt x="4478068" y="513294"/>
                  </a:lnTo>
                  <a:lnTo>
                    <a:pt x="4489511" y="505579"/>
                  </a:lnTo>
                  <a:lnTo>
                    <a:pt x="4497226" y="494136"/>
                  </a:lnTo>
                  <a:lnTo>
                    <a:pt x="4500055" y="480123"/>
                  </a:lnTo>
                  <a:lnTo>
                    <a:pt x="4500055" y="36000"/>
                  </a:lnTo>
                  <a:lnTo>
                    <a:pt x="4497226" y="21987"/>
                  </a:lnTo>
                  <a:lnTo>
                    <a:pt x="4489511" y="10544"/>
                  </a:lnTo>
                  <a:lnTo>
                    <a:pt x="4478068" y="2829"/>
                  </a:lnTo>
                  <a:lnTo>
                    <a:pt x="4464055" y="0"/>
                  </a:lnTo>
                  <a:close/>
                </a:path>
              </a:pathLst>
            </a:custGeom>
            <a:solidFill>
              <a:srgbClr val="FFFFFF"/>
            </a:solidFill>
          </p:spPr>
          <p:txBody>
            <a:bodyPr wrap="square" lIns="0" tIns="0" rIns="0" bIns="0" rtlCol="0"/>
            <a:lstStyle/>
            <a:p>
              <a:endParaRPr/>
            </a:p>
          </p:txBody>
        </p:sp>
      </p:grpSp>
      <p:grpSp>
        <p:nvGrpSpPr>
          <p:cNvPr id="11" name="object 11"/>
          <p:cNvGrpSpPr/>
          <p:nvPr/>
        </p:nvGrpSpPr>
        <p:grpSpPr>
          <a:xfrm>
            <a:off x="36004" y="2106722"/>
            <a:ext cx="4568825" cy="587375"/>
            <a:chOff x="36004" y="2106722"/>
            <a:chExt cx="4568825" cy="587375"/>
          </a:xfrm>
        </p:grpSpPr>
        <p:sp>
          <p:nvSpPr>
            <p:cNvPr id="12" name="object 12"/>
            <p:cNvSpPr/>
            <p:nvPr/>
          </p:nvSpPr>
          <p:spPr>
            <a:xfrm>
              <a:off x="79562" y="2150280"/>
              <a:ext cx="4525010" cy="543560"/>
            </a:xfrm>
            <a:custGeom>
              <a:avLst/>
              <a:gdLst/>
              <a:ahLst/>
              <a:cxnLst/>
              <a:rect l="l" t="t" r="r" b="b"/>
              <a:pathLst>
                <a:path w="4525010" h="543560">
                  <a:moveTo>
                    <a:pt x="0" y="508756"/>
                  </a:moveTo>
                  <a:lnTo>
                    <a:pt x="9403" y="522703"/>
                  </a:lnTo>
                  <a:lnTo>
                    <a:pt x="31717" y="537748"/>
                  </a:lnTo>
                  <a:lnTo>
                    <a:pt x="59042" y="543265"/>
                  </a:lnTo>
                  <a:lnTo>
                    <a:pt x="4454696" y="543265"/>
                  </a:lnTo>
                  <a:lnTo>
                    <a:pt x="4482022" y="537748"/>
                  </a:lnTo>
                  <a:lnTo>
                    <a:pt x="4504336" y="522703"/>
                  </a:lnTo>
                  <a:lnTo>
                    <a:pt x="4512318" y="510864"/>
                  </a:lnTo>
                  <a:lnTo>
                    <a:pt x="10442" y="510864"/>
                  </a:lnTo>
                  <a:lnTo>
                    <a:pt x="0" y="508756"/>
                  </a:lnTo>
                  <a:close/>
                </a:path>
                <a:path w="4525010" h="543560">
                  <a:moveTo>
                    <a:pt x="4490389" y="0"/>
                  </a:moveTo>
                  <a:lnTo>
                    <a:pt x="4492497" y="10442"/>
                  </a:lnTo>
                  <a:lnTo>
                    <a:pt x="4492497" y="456864"/>
                  </a:lnTo>
                  <a:lnTo>
                    <a:pt x="4488253" y="477884"/>
                  </a:lnTo>
                  <a:lnTo>
                    <a:pt x="4476681" y="495048"/>
                  </a:lnTo>
                  <a:lnTo>
                    <a:pt x="4459516" y="506621"/>
                  </a:lnTo>
                  <a:lnTo>
                    <a:pt x="4438497" y="510864"/>
                  </a:lnTo>
                  <a:lnTo>
                    <a:pt x="4512318" y="510864"/>
                  </a:lnTo>
                  <a:lnTo>
                    <a:pt x="4519380" y="500389"/>
                  </a:lnTo>
                  <a:lnTo>
                    <a:pt x="4524897" y="473064"/>
                  </a:lnTo>
                  <a:lnTo>
                    <a:pt x="4524897" y="59042"/>
                  </a:lnTo>
                  <a:lnTo>
                    <a:pt x="4519380" y="31717"/>
                  </a:lnTo>
                  <a:lnTo>
                    <a:pt x="4504336" y="9403"/>
                  </a:lnTo>
                  <a:lnTo>
                    <a:pt x="4490389" y="0"/>
                  </a:lnTo>
                  <a:close/>
                </a:path>
              </a:pathLst>
            </a:custGeom>
            <a:solidFill>
              <a:srgbClr val="7F7F7F">
                <a:alpha val="50000"/>
              </a:srgbClr>
            </a:solidFill>
          </p:spPr>
          <p:txBody>
            <a:bodyPr wrap="square" lIns="0" tIns="0" rIns="0" bIns="0" rtlCol="0"/>
            <a:lstStyle/>
            <a:p>
              <a:endParaRPr/>
            </a:p>
          </p:txBody>
        </p:sp>
        <p:sp>
          <p:nvSpPr>
            <p:cNvPr id="13" name="object 13"/>
            <p:cNvSpPr/>
            <p:nvPr/>
          </p:nvSpPr>
          <p:spPr>
            <a:xfrm>
              <a:off x="36004" y="2106722"/>
              <a:ext cx="4536440" cy="554990"/>
            </a:xfrm>
            <a:custGeom>
              <a:avLst/>
              <a:gdLst/>
              <a:ahLst/>
              <a:cxnLst/>
              <a:rect l="l" t="t" r="r" b="b"/>
              <a:pathLst>
                <a:path w="4536440" h="554989">
                  <a:moveTo>
                    <a:pt x="4482054" y="0"/>
                  </a:moveTo>
                  <a:lnTo>
                    <a:pt x="54000" y="0"/>
                  </a:lnTo>
                  <a:lnTo>
                    <a:pt x="32980" y="4243"/>
                  </a:lnTo>
                  <a:lnTo>
                    <a:pt x="15816" y="15816"/>
                  </a:lnTo>
                  <a:lnTo>
                    <a:pt x="4243" y="32980"/>
                  </a:lnTo>
                  <a:lnTo>
                    <a:pt x="0" y="54000"/>
                  </a:lnTo>
                  <a:lnTo>
                    <a:pt x="0" y="500422"/>
                  </a:lnTo>
                  <a:lnTo>
                    <a:pt x="4243" y="521442"/>
                  </a:lnTo>
                  <a:lnTo>
                    <a:pt x="15816" y="538606"/>
                  </a:lnTo>
                  <a:lnTo>
                    <a:pt x="32980" y="550179"/>
                  </a:lnTo>
                  <a:lnTo>
                    <a:pt x="54000" y="554422"/>
                  </a:lnTo>
                  <a:lnTo>
                    <a:pt x="4482054" y="554422"/>
                  </a:lnTo>
                  <a:lnTo>
                    <a:pt x="4503074" y="550179"/>
                  </a:lnTo>
                  <a:lnTo>
                    <a:pt x="4520239" y="538606"/>
                  </a:lnTo>
                  <a:lnTo>
                    <a:pt x="4521711" y="536423"/>
                  </a:lnTo>
                  <a:lnTo>
                    <a:pt x="54000" y="536423"/>
                  </a:lnTo>
                  <a:lnTo>
                    <a:pt x="39987" y="533594"/>
                  </a:lnTo>
                  <a:lnTo>
                    <a:pt x="28544" y="525878"/>
                  </a:lnTo>
                  <a:lnTo>
                    <a:pt x="20828" y="514435"/>
                  </a:lnTo>
                  <a:lnTo>
                    <a:pt x="17999" y="500422"/>
                  </a:lnTo>
                  <a:lnTo>
                    <a:pt x="17999" y="54000"/>
                  </a:lnTo>
                  <a:lnTo>
                    <a:pt x="20828" y="39987"/>
                  </a:lnTo>
                  <a:lnTo>
                    <a:pt x="28544" y="28544"/>
                  </a:lnTo>
                  <a:lnTo>
                    <a:pt x="39987" y="20829"/>
                  </a:lnTo>
                  <a:lnTo>
                    <a:pt x="54000" y="18000"/>
                  </a:lnTo>
                  <a:lnTo>
                    <a:pt x="4521711" y="18000"/>
                  </a:lnTo>
                  <a:lnTo>
                    <a:pt x="4520239" y="15816"/>
                  </a:lnTo>
                  <a:lnTo>
                    <a:pt x="4503074" y="4243"/>
                  </a:lnTo>
                  <a:lnTo>
                    <a:pt x="4482054" y="0"/>
                  </a:lnTo>
                  <a:close/>
                </a:path>
                <a:path w="4536440" h="554989">
                  <a:moveTo>
                    <a:pt x="4521711" y="18000"/>
                  </a:moveTo>
                  <a:lnTo>
                    <a:pt x="4482054" y="18000"/>
                  </a:lnTo>
                  <a:lnTo>
                    <a:pt x="4496067" y="20829"/>
                  </a:lnTo>
                  <a:lnTo>
                    <a:pt x="4507511" y="28544"/>
                  </a:lnTo>
                  <a:lnTo>
                    <a:pt x="4515226" y="39987"/>
                  </a:lnTo>
                  <a:lnTo>
                    <a:pt x="4518055" y="54000"/>
                  </a:lnTo>
                  <a:lnTo>
                    <a:pt x="4518055" y="500422"/>
                  </a:lnTo>
                  <a:lnTo>
                    <a:pt x="4515226" y="514435"/>
                  </a:lnTo>
                  <a:lnTo>
                    <a:pt x="4507511" y="525878"/>
                  </a:lnTo>
                  <a:lnTo>
                    <a:pt x="4496067" y="533594"/>
                  </a:lnTo>
                  <a:lnTo>
                    <a:pt x="4482054" y="536423"/>
                  </a:lnTo>
                  <a:lnTo>
                    <a:pt x="4521711" y="536423"/>
                  </a:lnTo>
                  <a:lnTo>
                    <a:pt x="4531811" y="521442"/>
                  </a:lnTo>
                  <a:lnTo>
                    <a:pt x="4536055" y="500422"/>
                  </a:lnTo>
                  <a:lnTo>
                    <a:pt x="4536055" y="54000"/>
                  </a:lnTo>
                  <a:lnTo>
                    <a:pt x="4531811" y="32980"/>
                  </a:lnTo>
                  <a:lnTo>
                    <a:pt x="4521711" y="18000"/>
                  </a:lnTo>
                  <a:close/>
                </a:path>
              </a:pathLst>
            </a:custGeom>
            <a:solidFill>
              <a:srgbClr val="3F3F3F"/>
            </a:solidFill>
          </p:spPr>
          <p:txBody>
            <a:bodyPr wrap="square" lIns="0" tIns="0" rIns="0" bIns="0" rtlCol="0"/>
            <a:lstStyle/>
            <a:p>
              <a:endParaRPr/>
            </a:p>
          </p:txBody>
        </p:sp>
        <p:sp>
          <p:nvSpPr>
            <p:cNvPr id="14" name="object 14"/>
            <p:cNvSpPr/>
            <p:nvPr/>
          </p:nvSpPr>
          <p:spPr>
            <a:xfrm>
              <a:off x="54004" y="2124722"/>
              <a:ext cx="4500245" cy="518795"/>
            </a:xfrm>
            <a:custGeom>
              <a:avLst/>
              <a:gdLst/>
              <a:ahLst/>
              <a:cxnLst/>
              <a:rect l="l" t="t" r="r" b="b"/>
              <a:pathLst>
                <a:path w="4500245" h="518794">
                  <a:moveTo>
                    <a:pt x="4464055" y="0"/>
                  </a:moveTo>
                  <a:lnTo>
                    <a:pt x="36000" y="0"/>
                  </a:lnTo>
                  <a:lnTo>
                    <a:pt x="21987" y="2829"/>
                  </a:lnTo>
                  <a:lnTo>
                    <a:pt x="10544" y="10544"/>
                  </a:lnTo>
                  <a:lnTo>
                    <a:pt x="2829" y="21987"/>
                  </a:lnTo>
                  <a:lnTo>
                    <a:pt x="0" y="36000"/>
                  </a:lnTo>
                  <a:lnTo>
                    <a:pt x="0" y="482422"/>
                  </a:lnTo>
                  <a:lnTo>
                    <a:pt x="2829" y="496435"/>
                  </a:lnTo>
                  <a:lnTo>
                    <a:pt x="10544" y="507878"/>
                  </a:lnTo>
                  <a:lnTo>
                    <a:pt x="21987" y="515593"/>
                  </a:lnTo>
                  <a:lnTo>
                    <a:pt x="36000" y="518423"/>
                  </a:lnTo>
                  <a:lnTo>
                    <a:pt x="4464055" y="518423"/>
                  </a:lnTo>
                  <a:lnTo>
                    <a:pt x="4478068" y="515593"/>
                  </a:lnTo>
                  <a:lnTo>
                    <a:pt x="4489511" y="507878"/>
                  </a:lnTo>
                  <a:lnTo>
                    <a:pt x="4497226" y="496435"/>
                  </a:lnTo>
                  <a:lnTo>
                    <a:pt x="4500055" y="482422"/>
                  </a:lnTo>
                  <a:lnTo>
                    <a:pt x="4500055" y="36000"/>
                  </a:lnTo>
                  <a:lnTo>
                    <a:pt x="4497226" y="21987"/>
                  </a:lnTo>
                  <a:lnTo>
                    <a:pt x="4489511" y="10544"/>
                  </a:lnTo>
                  <a:lnTo>
                    <a:pt x="4478068" y="2829"/>
                  </a:lnTo>
                  <a:lnTo>
                    <a:pt x="4464055" y="0"/>
                  </a:lnTo>
                  <a:close/>
                </a:path>
              </a:pathLst>
            </a:custGeom>
            <a:solidFill>
              <a:srgbClr val="FFFFFF"/>
            </a:solidFill>
          </p:spPr>
          <p:txBody>
            <a:bodyPr wrap="square" lIns="0" tIns="0" rIns="0" bIns="0" rtlCol="0"/>
            <a:lstStyle/>
            <a:p>
              <a:endParaRPr/>
            </a:p>
          </p:txBody>
        </p:sp>
      </p:grpSp>
      <p:sp>
        <p:nvSpPr>
          <p:cNvPr id="15" name="object 15"/>
          <p:cNvSpPr txBox="1"/>
          <p:nvPr/>
        </p:nvSpPr>
        <p:spPr>
          <a:xfrm>
            <a:off x="-14795" y="149895"/>
            <a:ext cx="4617720" cy="2399030"/>
          </a:xfrm>
          <a:prstGeom prst="rect">
            <a:avLst/>
          </a:prstGeom>
        </p:spPr>
        <p:txBody>
          <a:bodyPr vert="horz" wrap="square" lIns="0" tIns="12065" rIns="0" bIns="0" rtlCol="0">
            <a:spAutoFit/>
          </a:bodyPr>
          <a:lstStyle/>
          <a:p>
            <a:pPr marL="50800">
              <a:lnSpc>
                <a:spcPct val="100000"/>
              </a:lnSpc>
              <a:spcBef>
                <a:spcPts val="95"/>
              </a:spcBef>
            </a:pPr>
            <a:r>
              <a:rPr sz="1200" b="1" dirty="0">
                <a:solidFill>
                  <a:srgbClr val="4B81AE"/>
                </a:solidFill>
                <a:latin typeface="Arial"/>
                <a:cs typeface="Arial"/>
              </a:rPr>
              <a:t>CV</a:t>
            </a:r>
            <a:r>
              <a:rPr sz="1200" b="1" spc="185" dirty="0">
                <a:solidFill>
                  <a:srgbClr val="4B81AE"/>
                </a:solidFill>
                <a:latin typeface="Arial"/>
                <a:cs typeface="Arial"/>
              </a:rPr>
              <a:t> </a:t>
            </a:r>
            <a:r>
              <a:rPr sz="1200" b="1" spc="-10" dirty="0">
                <a:solidFill>
                  <a:srgbClr val="4B81AE"/>
                </a:solidFill>
                <a:latin typeface="Arial"/>
                <a:cs typeface="Arial"/>
              </a:rPr>
              <a:t>Algorithms</a:t>
            </a:r>
            <a:endParaRPr sz="1200">
              <a:latin typeface="Arial"/>
              <a:cs typeface="Arial"/>
            </a:endParaRPr>
          </a:p>
          <a:p>
            <a:pPr>
              <a:lnSpc>
                <a:spcPct val="100000"/>
              </a:lnSpc>
              <a:spcBef>
                <a:spcPts val="440"/>
              </a:spcBef>
            </a:pPr>
            <a:endParaRPr sz="1200">
              <a:latin typeface="Arial"/>
              <a:cs typeface="Arial"/>
            </a:endParaRPr>
          </a:p>
          <a:p>
            <a:pPr marL="325120" marR="68580" indent="-146050">
              <a:lnSpc>
                <a:spcPct val="102600"/>
              </a:lnSpc>
              <a:buClr>
                <a:srgbClr val="4B81AE"/>
              </a:buClr>
              <a:buSzPct val="72727"/>
              <a:buFont typeface="Lucida Sans Unicode"/>
              <a:buChar char="►"/>
              <a:tabLst>
                <a:tab pos="327660" algn="l"/>
              </a:tabLst>
            </a:pPr>
            <a:r>
              <a:rPr sz="1100" spc="-105" dirty="0">
                <a:solidFill>
                  <a:srgbClr val="333333"/>
                </a:solidFill>
                <a:latin typeface="Arial MT"/>
                <a:cs typeface="Arial MT"/>
              </a:rPr>
              <a:t>Some</a:t>
            </a:r>
            <a:r>
              <a:rPr sz="1100" spc="30" dirty="0">
                <a:solidFill>
                  <a:srgbClr val="333333"/>
                </a:solidFill>
                <a:latin typeface="Arial MT"/>
                <a:cs typeface="Arial MT"/>
              </a:rPr>
              <a:t> </a:t>
            </a:r>
            <a:r>
              <a:rPr sz="1100" spc="-20" dirty="0">
                <a:solidFill>
                  <a:srgbClr val="333333"/>
                </a:solidFill>
                <a:latin typeface="Arial MT"/>
                <a:cs typeface="Arial MT"/>
              </a:rPr>
              <a:t>CV</a:t>
            </a:r>
            <a:r>
              <a:rPr sz="1100" spc="10" dirty="0">
                <a:solidFill>
                  <a:srgbClr val="333333"/>
                </a:solidFill>
                <a:latin typeface="Arial MT"/>
                <a:cs typeface="Arial MT"/>
              </a:rPr>
              <a:t> </a:t>
            </a:r>
            <a:r>
              <a:rPr sz="1100" spc="-40" dirty="0">
                <a:solidFill>
                  <a:srgbClr val="333333"/>
                </a:solidFill>
                <a:latin typeface="Arial MT"/>
                <a:cs typeface="Arial MT"/>
              </a:rPr>
              <a:t>algorithms</a:t>
            </a:r>
            <a:r>
              <a:rPr sz="1100" spc="20" dirty="0">
                <a:solidFill>
                  <a:srgbClr val="333333"/>
                </a:solidFill>
                <a:latin typeface="Arial MT"/>
                <a:cs typeface="Arial MT"/>
              </a:rPr>
              <a:t> </a:t>
            </a:r>
            <a:r>
              <a:rPr sz="1100" dirty="0">
                <a:solidFill>
                  <a:srgbClr val="333333"/>
                </a:solidFill>
                <a:latin typeface="Arial MT"/>
                <a:cs typeface="Arial MT"/>
              </a:rPr>
              <a:t>try</a:t>
            </a:r>
            <a:r>
              <a:rPr sz="1100" spc="25" dirty="0">
                <a:solidFill>
                  <a:srgbClr val="333333"/>
                </a:solidFill>
                <a:latin typeface="Arial MT"/>
                <a:cs typeface="Arial MT"/>
              </a:rPr>
              <a:t> </a:t>
            </a:r>
            <a:r>
              <a:rPr sz="1100" dirty="0">
                <a:solidFill>
                  <a:srgbClr val="333333"/>
                </a:solidFill>
                <a:latin typeface="Arial MT"/>
                <a:cs typeface="Arial MT"/>
              </a:rPr>
              <a:t>to</a:t>
            </a:r>
            <a:r>
              <a:rPr sz="1100" spc="20" dirty="0">
                <a:solidFill>
                  <a:srgbClr val="333333"/>
                </a:solidFill>
                <a:latin typeface="Arial MT"/>
                <a:cs typeface="Arial MT"/>
              </a:rPr>
              <a:t> </a:t>
            </a:r>
            <a:r>
              <a:rPr sz="1100" spc="-60" dirty="0">
                <a:solidFill>
                  <a:srgbClr val="333333"/>
                </a:solidFill>
                <a:latin typeface="Arial MT"/>
                <a:cs typeface="Arial MT"/>
              </a:rPr>
              <a:t>copy</a:t>
            </a:r>
            <a:r>
              <a:rPr sz="1100" spc="20" dirty="0">
                <a:solidFill>
                  <a:srgbClr val="333333"/>
                </a:solidFill>
                <a:latin typeface="Arial MT"/>
                <a:cs typeface="Arial MT"/>
              </a:rPr>
              <a:t> </a:t>
            </a:r>
            <a:r>
              <a:rPr sz="1100" spc="-40" dirty="0">
                <a:solidFill>
                  <a:srgbClr val="333333"/>
                </a:solidFill>
                <a:latin typeface="Arial MT"/>
                <a:cs typeface="Arial MT"/>
              </a:rPr>
              <a:t>biological</a:t>
            </a:r>
            <a:r>
              <a:rPr sz="1100" spc="20" dirty="0">
                <a:solidFill>
                  <a:srgbClr val="333333"/>
                </a:solidFill>
                <a:latin typeface="Arial MT"/>
                <a:cs typeface="Arial MT"/>
              </a:rPr>
              <a:t> </a:t>
            </a:r>
            <a:r>
              <a:rPr sz="1100" spc="-45" dirty="0">
                <a:solidFill>
                  <a:srgbClr val="333333"/>
                </a:solidFill>
                <a:latin typeface="Arial MT"/>
                <a:cs typeface="Arial MT"/>
              </a:rPr>
              <a:t>vision</a:t>
            </a:r>
            <a:r>
              <a:rPr sz="1100" spc="25" dirty="0">
                <a:solidFill>
                  <a:srgbClr val="333333"/>
                </a:solidFill>
                <a:latin typeface="Arial MT"/>
                <a:cs typeface="Arial MT"/>
              </a:rPr>
              <a:t> </a:t>
            </a:r>
            <a:r>
              <a:rPr sz="1100" dirty="0">
                <a:solidFill>
                  <a:srgbClr val="333333"/>
                </a:solidFill>
                <a:latin typeface="Arial MT"/>
                <a:cs typeface="Arial MT"/>
              </a:rPr>
              <a:t>but</a:t>
            </a:r>
            <a:r>
              <a:rPr sz="1100" spc="20" dirty="0">
                <a:solidFill>
                  <a:srgbClr val="333333"/>
                </a:solidFill>
                <a:latin typeface="Arial MT"/>
                <a:cs typeface="Arial MT"/>
              </a:rPr>
              <a:t> </a:t>
            </a:r>
            <a:r>
              <a:rPr sz="1100" dirty="0">
                <a:solidFill>
                  <a:srgbClr val="333333"/>
                </a:solidFill>
                <a:latin typeface="Arial MT"/>
                <a:cs typeface="Arial MT"/>
              </a:rPr>
              <a:t>it</a:t>
            </a:r>
            <a:r>
              <a:rPr sz="1100" spc="20" dirty="0">
                <a:solidFill>
                  <a:srgbClr val="333333"/>
                </a:solidFill>
                <a:latin typeface="Arial MT"/>
                <a:cs typeface="Arial MT"/>
              </a:rPr>
              <a:t> </a:t>
            </a:r>
            <a:r>
              <a:rPr sz="1100" spc="-10" dirty="0">
                <a:solidFill>
                  <a:srgbClr val="333333"/>
                </a:solidFill>
                <a:latin typeface="Arial MT"/>
                <a:cs typeface="Arial MT"/>
              </a:rPr>
              <a:t>is</a:t>
            </a:r>
            <a:r>
              <a:rPr sz="1100" spc="20" dirty="0">
                <a:solidFill>
                  <a:srgbClr val="333333"/>
                </a:solidFill>
                <a:latin typeface="Arial MT"/>
                <a:cs typeface="Arial MT"/>
              </a:rPr>
              <a:t> </a:t>
            </a:r>
            <a:r>
              <a:rPr sz="1100" dirty="0">
                <a:solidFill>
                  <a:srgbClr val="333333"/>
                </a:solidFill>
                <a:latin typeface="Arial MT"/>
                <a:cs typeface="Arial MT"/>
              </a:rPr>
              <a:t>too</a:t>
            </a:r>
            <a:r>
              <a:rPr sz="1100" spc="25" dirty="0">
                <a:solidFill>
                  <a:srgbClr val="333333"/>
                </a:solidFill>
                <a:latin typeface="Arial MT"/>
                <a:cs typeface="Arial MT"/>
              </a:rPr>
              <a:t> </a:t>
            </a:r>
            <a:r>
              <a:rPr sz="1100" spc="-55" dirty="0">
                <a:solidFill>
                  <a:srgbClr val="333333"/>
                </a:solidFill>
                <a:latin typeface="Arial MT"/>
                <a:cs typeface="Arial MT"/>
              </a:rPr>
              <a:t>complex</a:t>
            </a:r>
            <a:r>
              <a:rPr sz="1100" spc="20" dirty="0">
                <a:solidFill>
                  <a:srgbClr val="333333"/>
                </a:solidFill>
                <a:latin typeface="Arial MT"/>
                <a:cs typeface="Arial MT"/>
              </a:rPr>
              <a:t> </a:t>
            </a:r>
            <a:r>
              <a:rPr sz="1100" spc="-25" dirty="0">
                <a:solidFill>
                  <a:srgbClr val="333333"/>
                </a:solidFill>
                <a:latin typeface="Arial MT"/>
                <a:cs typeface="Arial MT"/>
              </a:rPr>
              <a:t>to 	</a:t>
            </a:r>
            <a:r>
              <a:rPr sz="1100" spc="-55" dirty="0">
                <a:solidFill>
                  <a:srgbClr val="333333"/>
                </a:solidFill>
                <a:latin typeface="Arial MT"/>
                <a:cs typeface="Arial MT"/>
              </a:rPr>
              <a:t>understand</a:t>
            </a:r>
            <a:r>
              <a:rPr sz="1100" spc="-5" dirty="0">
                <a:solidFill>
                  <a:srgbClr val="333333"/>
                </a:solidFill>
                <a:latin typeface="Arial MT"/>
                <a:cs typeface="Arial MT"/>
              </a:rPr>
              <a:t> </a:t>
            </a:r>
            <a:r>
              <a:rPr sz="1100" spc="-55" dirty="0">
                <a:solidFill>
                  <a:srgbClr val="333333"/>
                </a:solidFill>
                <a:latin typeface="Arial MT"/>
                <a:cs typeface="Arial MT"/>
              </a:rPr>
              <a:t>and</a:t>
            </a:r>
            <a:r>
              <a:rPr sz="1100" dirty="0">
                <a:solidFill>
                  <a:srgbClr val="333333"/>
                </a:solidFill>
                <a:latin typeface="Arial MT"/>
                <a:cs typeface="Arial MT"/>
              </a:rPr>
              <a:t> </a:t>
            </a:r>
            <a:r>
              <a:rPr sz="1100" spc="-10" dirty="0">
                <a:solidFill>
                  <a:srgbClr val="333333"/>
                </a:solidFill>
                <a:latin typeface="Arial MT"/>
                <a:cs typeface="Arial MT"/>
              </a:rPr>
              <a:t>implement.</a:t>
            </a:r>
            <a:endParaRPr sz="1100">
              <a:latin typeface="Arial MT"/>
              <a:cs typeface="Arial MT"/>
            </a:endParaRPr>
          </a:p>
          <a:p>
            <a:pPr marL="325755" indent="-146050">
              <a:lnSpc>
                <a:spcPct val="100000"/>
              </a:lnSpc>
              <a:spcBef>
                <a:spcPts val="335"/>
              </a:spcBef>
              <a:buClr>
                <a:srgbClr val="4B81AE"/>
              </a:buClr>
              <a:buSzPct val="72727"/>
              <a:buFont typeface="Lucida Sans Unicode"/>
              <a:buChar char="►"/>
              <a:tabLst>
                <a:tab pos="325755" algn="l"/>
              </a:tabLst>
            </a:pPr>
            <a:r>
              <a:rPr sz="1100" spc="-105" dirty="0">
                <a:solidFill>
                  <a:srgbClr val="333333"/>
                </a:solidFill>
                <a:latin typeface="Arial MT"/>
                <a:cs typeface="Arial MT"/>
              </a:rPr>
              <a:t>Some</a:t>
            </a:r>
            <a:r>
              <a:rPr sz="1100" spc="30" dirty="0">
                <a:solidFill>
                  <a:srgbClr val="333333"/>
                </a:solidFill>
                <a:latin typeface="Arial MT"/>
                <a:cs typeface="Arial MT"/>
              </a:rPr>
              <a:t> </a:t>
            </a:r>
            <a:r>
              <a:rPr sz="1100" spc="-40" dirty="0">
                <a:solidFill>
                  <a:srgbClr val="333333"/>
                </a:solidFill>
                <a:latin typeface="Arial MT"/>
                <a:cs typeface="Arial MT"/>
              </a:rPr>
              <a:t>algorithms</a:t>
            </a:r>
            <a:r>
              <a:rPr sz="1100" spc="20" dirty="0">
                <a:solidFill>
                  <a:srgbClr val="333333"/>
                </a:solidFill>
                <a:latin typeface="Arial MT"/>
                <a:cs typeface="Arial MT"/>
              </a:rPr>
              <a:t> </a:t>
            </a:r>
            <a:r>
              <a:rPr sz="1100" spc="-114" dirty="0">
                <a:solidFill>
                  <a:srgbClr val="333333"/>
                </a:solidFill>
                <a:latin typeface="Arial MT"/>
                <a:cs typeface="Arial MT"/>
              </a:rPr>
              <a:t>use</a:t>
            </a:r>
            <a:r>
              <a:rPr sz="1100" spc="40" dirty="0">
                <a:solidFill>
                  <a:srgbClr val="333333"/>
                </a:solidFill>
                <a:latin typeface="Arial MT"/>
                <a:cs typeface="Arial MT"/>
              </a:rPr>
              <a:t> </a:t>
            </a:r>
            <a:r>
              <a:rPr sz="1100" spc="-25" dirty="0">
                <a:solidFill>
                  <a:srgbClr val="333333"/>
                </a:solidFill>
                <a:latin typeface="Arial MT"/>
                <a:cs typeface="Arial MT"/>
              </a:rPr>
              <a:t>statistical</a:t>
            </a:r>
            <a:r>
              <a:rPr sz="1100" spc="30" dirty="0">
                <a:solidFill>
                  <a:srgbClr val="333333"/>
                </a:solidFill>
                <a:latin typeface="Arial MT"/>
                <a:cs typeface="Arial MT"/>
              </a:rPr>
              <a:t> </a:t>
            </a:r>
            <a:r>
              <a:rPr sz="1100" spc="-10" dirty="0">
                <a:solidFill>
                  <a:srgbClr val="333333"/>
                </a:solidFill>
                <a:latin typeface="Arial MT"/>
                <a:cs typeface="Arial MT"/>
              </a:rPr>
              <a:t>approaches.</a:t>
            </a:r>
            <a:endParaRPr sz="1100">
              <a:latin typeface="Arial MT"/>
              <a:cs typeface="Arial MT"/>
            </a:endParaRPr>
          </a:p>
          <a:p>
            <a:pPr marL="325755" indent="-146050">
              <a:lnSpc>
                <a:spcPct val="100000"/>
              </a:lnSpc>
              <a:spcBef>
                <a:spcPts val="335"/>
              </a:spcBef>
              <a:buClr>
                <a:srgbClr val="4B81AE"/>
              </a:buClr>
              <a:buSzPct val="72727"/>
              <a:buFont typeface="Lucida Sans Unicode"/>
              <a:buChar char="►"/>
              <a:tabLst>
                <a:tab pos="325755" algn="l"/>
              </a:tabLst>
            </a:pPr>
            <a:r>
              <a:rPr sz="1100" spc="-10" dirty="0">
                <a:solidFill>
                  <a:srgbClr val="333333"/>
                </a:solidFill>
                <a:latin typeface="Arial MT"/>
                <a:cs typeface="Arial MT"/>
              </a:rPr>
              <a:t>Other</a:t>
            </a:r>
            <a:r>
              <a:rPr sz="1100" dirty="0">
                <a:solidFill>
                  <a:srgbClr val="333333"/>
                </a:solidFill>
                <a:latin typeface="Arial MT"/>
                <a:cs typeface="Arial MT"/>
              </a:rPr>
              <a:t> </a:t>
            </a:r>
            <a:r>
              <a:rPr sz="1100" spc="-40" dirty="0">
                <a:solidFill>
                  <a:srgbClr val="333333"/>
                </a:solidFill>
                <a:latin typeface="Arial MT"/>
                <a:cs typeface="Arial MT"/>
              </a:rPr>
              <a:t>algorithms</a:t>
            </a:r>
            <a:r>
              <a:rPr sz="1100" spc="5" dirty="0">
                <a:solidFill>
                  <a:srgbClr val="333333"/>
                </a:solidFill>
                <a:latin typeface="Arial MT"/>
                <a:cs typeface="Arial MT"/>
              </a:rPr>
              <a:t> </a:t>
            </a:r>
            <a:r>
              <a:rPr sz="1100" spc="-70" dirty="0">
                <a:solidFill>
                  <a:srgbClr val="333333"/>
                </a:solidFill>
                <a:latin typeface="Arial MT"/>
                <a:cs typeface="Arial MT"/>
              </a:rPr>
              <a:t>employ</a:t>
            </a:r>
            <a:r>
              <a:rPr sz="1100" dirty="0">
                <a:solidFill>
                  <a:srgbClr val="333333"/>
                </a:solidFill>
                <a:latin typeface="Arial MT"/>
                <a:cs typeface="Arial MT"/>
              </a:rPr>
              <a:t> </a:t>
            </a:r>
            <a:r>
              <a:rPr sz="1100" spc="-10" dirty="0">
                <a:solidFill>
                  <a:srgbClr val="333333"/>
                </a:solidFill>
                <a:latin typeface="Arial MT"/>
                <a:cs typeface="Arial MT"/>
              </a:rPr>
              <a:t>geometry.</a:t>
            </a:r>
            <a:endParaRPr sz="1100">
              <a:latin typeface="Arial MT"/>
              <a:cs typeface="Arial MT"/>
            </a:endParaRPr>
          </a:p>
          <a:p>
            <a:pPr>
              <a:lnSpc>
                <a:spcPct val="100000"/>
              </a:lnSpc>
              <a:spcBef>
                <a:spcPts val="375"/>
              </a:spcBef>
            </a:pPr>
            <a:endParaRPr sz="1100">
              <a:latin typeface="Arial MT"/>
              <a:cs typeface="Arial MT"/>
            </a:endParaRPr>
          </a:p>
          <a:p>
            <a:pPr marL="248285" marR="220345">
              <a:lnSpc>
                <a:spcPct val="102699"/>
              </a:lnSpc>
            </a:pPr>
            <a:r>
              <a:rPr sz="1100" spc="-30" dirty="0">
                <a:latin typeface="Arial MT"/>
                <a:cs typeface="Arial MT"/>
              </a:rPr>
              <a:t>Key</a:t>
            </a:r>
            <a:r>
              <a:rPr sz="1100" dirty="0">
                <a:latin typeface="Arial MT"/>
                <a:cs typeface="Arial MT"/>
              </a:rPr>
              <a:t> to </a:t>
            </a:r>
            <a:r>
              <a:rPr sz="1100" spc="-55" dirty="0">
                <a:latin typeface="Arial MT"/>
                <a:cs typeface="Arial MT"/>
              </a:rPr>
              <a:t>understanding</a:t>
            </a:r>
            <a:r>
              <a:rPr sz="1100" dirty="0">
                <a:latin typeface="Arial MT"/>
                <a:cs typeface="Arial MT"/>
              </a:rPr>
              <a:t> </a:t>
            </a:r>
            <a:r>
              <a:rPr sz="1100" spc="-25" dirty="0">
                <a:latin typeface="Arial MT"/>
                <a:cs typeface="Arial MT"/>
              </a:rPr>
              <a:t>most</a:t>
            </a:r>
            <a:r>
              <a:rPr sz="1100" dirty="0">
                <a:latin typeface="Arial MT"/>
                <a:cs typeface="Arial MT"/>
              </a:rPr>
              <a:t> </a:t>
            </a:r>
            <a:r>
              <a:rPr sz="1100" spc="-40" dirty="0">
                <a:latin typeface="Arial MT"/>
                <a:cs typeface="Arial MT"/>
              </a:rPr>
              <a:t>algorithms</a:t>
            </a:r>
            <a:r>
              <a:rPr sz="1100" dirty="0">
                <a:latin typeface="Arial MT"/>
                <a:cs typeface="Arial MT"/>
              </a:rPr>
              <a:t> </a:t>
            </a:r>
            <a:r>
              <a:rPr sz="1100" spc="-55" dirty="0">
                <a:latin typeface="Arial MT"/>
                <a:cs typeface="Arial MT"/>
              </a:rPr>
              <a:t>lies</a:t>
            </a:r>
            <a:r>
              <a:rPr sz="1100" dirty="0">
                <a:latin typeface="Arial MT"/>
                <a:cs typeface="Arial MT"/>
              </a:rPr>
              <a:t> in </a:t>
            </a:r>
            <a:r>
              <a:rPr sz="1100" spc="-35" dirty="0">
                <a:latin typeface="Arial MT"/>
                <a:cs typeface="Arial MT"/>
              </a:rPr>
              <a:t>solid</a:t>
            </a:r>
            <a:r>
              <a:rPr sz="1100" dirty="0">
                <a:latin typeface="Arial MT"/>
                <a:cs typeface="Arial MT"/>
              </a:rPr>
              <a:t> </a:t>
            </a:r>
            <a:r>
              <a:rPr sz="1100" spc="-55" dirty="0">
                <a:latin typeface="Arial MT"/>
                <a:cs typeface="Arial MT"/>
              </a:rPr>
              <a:t>understanding</a:t>
            </a:r>
            <a:r>
              <a:rPr sz="1100" spc="5" dirty="0">
                <a:latin typeface="Arial MT"/>
                <a:cs typeface="Arial MT"/>
              </a:rPr>
              <a:t> </a:t>
            </a:r>
            <a:r>
              <a:rPr sz="1100" dirty="0">
                <a:latin typeface="Arial MT"/>
                <a:cs typeface="Arial MT"/>
              </a:rPr>
              <a:t>of </a:t>
            </a:r>
            <a:r>
              <a:rPr sz="1100" spc="-20" dirty="0">
                <a:latin typeface="Arial MT"/>
                <a:cs typeface="Arial MT"/>
              </a:rPr>
              <a:t>cal- </a:t>
            </a:r>
            <a:r>
              <a:rPr sz="1100" spc="-50" dirty="0">
                <a:latin typeface="Arial MT"/>
                <a:cs typeface="Arial MT"/>
              </a:rPr>
              <a:t>culus</a:t>
            </a:r>
            <a:r>
              <a:rPr sz="1100" spc="-20" dirty="0">
                <a:latin typeface="Arial MT"/>
                <a:cs typeface="Arial MT"/>
              </a:rPr>
              <a:t> </a:t>
            </a:r>
            <a:r>
              <a:rPr sz="1100" spc="-55" dirty="0">
                <a:latin typeface="Arial MT"/>
                <a:cs typeface="Arial MT"/>
              </a:rPr>
              <a:t>and</a:t>
            </a:r>
            <a:r>
              <a:rPr sz="1100" spc="-15" dirty="0">
                <a:latin typeface="Arial MT"/>
                <a:cs typeface="Arial MT"/>
              </a:rPr>
              <a:t> </a:t>
            </a:r>
            <a:r>
              <a:rPr sz="1100" spc="-40" dirty="0">
                <a:latin typeface="Arial MT"/>
                <a:cs typeface="Arial MT"/>
              </a:rPr>
              <a:t>linear</a:t>
            </a:r>
            <a:r>
              <a:rPr sz="1100" spc="-15" dirty="0">
                <a:latin typeface="Arial MT"/>
                <a:cs typeface="Arial MT"/>
              </a:rPr>
              <a:t> </a:t>
            </a:r>
            <a:r>
              <a:rPr sz="1100" spc="-10" dirty="0">
                <a:latin typeface="Arial MT"/>
                <a:cs typeface="Arial MT"/>
              </a:rPr>
              <a:t>algebra.</a:t>
            </a:r>
            <a:endParaRPr sz="1100">
              <a:latin typeface="Arial MT"/>
              <a:cs typeface="Arial MT"/>
            </a:endParaRPr>
          </a:p>
          <a:p>
            <a:pPr>
              <a:lnSpc>
                <a:spcPct val="100000"/>
              </a:lnSpc>
              <a:spcBef>
                <a:spcPts val="1125"/>
              </a:spcBef>
            </a:pPr>
            <a:endParaRPr sz="1100">
              <a:latin typeface="Arial MT"/>
              <a:cs typeface="Arial MT"/>
            </a:endParaRPr>
          </a:p>
          <a:p>
            <a:pPr marL="248285">
              <a:lnSpc>
                <a:spcPct val="100000"/>
              </a:lnSpc>
            </a:pPr>
            <a:r>
              <a:rPr sz="1100" dirty="0">
                <a:latin typeface="Arial MT"/>
                <a:cs typeface="Arial MT"/>
              </a:rPr>
              <a:t>To</a:t>
            </a:r>
            <a:r>
              <a:rPr sz="1100" spc="-50" dirty="0">
                <a:latin typeface="Arial MT"/>
                <a:cs typeface="Arial MT"/>
              </a:rPr>
              <a:t> </a:t>
            </a:r>
            <a:r>
              <a:rPr sz="1100" spc="-80" dirty="0">
                <a:latin typeface="Arial MT"/>
                <a:cs typeface="Arial MT"/>
              </a:rPr>
              <a:t>become</a:t>
            </a:r>
            <a:r>
              <a:rPr sz="1100" spc="5" dirty="0">
                <a:latin typeface="Arial MT"/>
                <a:cs typeface="Arial MT"/>
              </a:rPr>
              <a:t> </a:t>
            </a:r>
            <a:r>
              <a:rPr sz="1100" spc="-35" dirty="0">
                <a:latin typeface="Arial MT"/>
                <a:cs typeface="Arial MT"/>
              </a:rPr>
              <a:t>good</a:t>
            </a:r>
            <a:r>
              <a:rPr sz="1100" spc="-20" dirty="0">
                <a:latin typeface="Arial MT"/>
                <a:cs typeface="Arial MT"/>
              </a:rPr>
              <a:t> </a:t>
            </a:r>
            <a:r>
              <a:rPr sz="1100" dirty="0">
                <a:latin typeface="Arial MT"/>
                <a:cs typeface="Arial MT"/>
              </a:rPr>
              <a:t>in</a:t>
            </a:r>
            <a:r>
              <a:rPr sz="1100" spc="-20" dirty="0">
                <a:latin typeface="Arial MT"/>
                <a:cs typeface="Arial MT"/>
              </a:rPr>
              <a:t> </a:t>
            </a:r>
            <a:r>
              <a:rPr sz="1100" spc="-10" dirty="0">
                <a:latin typeface="Arial MT"/>
                <a:cs typeface="Arial MT"/>
              </a:rPr>
              <a:t>CV,</a:t>
            </a:r>
            <a:r>
              <a:rPr sz="1100" spc="-20" dirty="0">
                <a:latin typeface="Arial MT"/>
                <a:cs typeface="Arial MT"/>
              </a:rPr>
              <a:t> </a:t>
            </a:r>
            <a:r>
              <a:rPr sz="1100" spc="-55" dirty="0">
                <a:latin typeface="Arial MT"/>
                <a:cs typeface="Arial MT"/>
              </a:rPr>
              <a:t>you</a:t>
            </a:r>
            <a:r>
              <a:rPr sz="1100" spc="-20" dirty="0">
                <a:latin typeface="Arial MT"/>
                <a:cs typeface="Arial MT"/>
              </a:rPr>
              <a:t> must </a:t>
            </a:r>
            <a:r>
              <a:rPr sz="1100" spc="-40" dirty="0">
                <a:latin typeface="Arial MT"/>
                <a:cs typeface="Arial MT"/>
              </a:rPr>
              <a:t>be</a:t>
            </a:r>
            <a:r>
              <a:rPr sz="1100" spc="-20" dirty="0">
                <a:latin typeface="Arial MT"/>
                <a:cs typeface="Arial MT"/>
              </a:rPr>
              <a:t> </a:t>
            </a:r>
            <a:r>
              <a:rPr sz="1100" dirty="0">
                <a:latin typeface="Arial MT"/>
                <a:cs typeface="Arial MT"/>
              </a:rPr>
              <a:t>(or</a:t>
            </a:r>
            <a:r>
              <a:rPr sz="1100" spc="-20" dirty="0">
                <a:latin typeface="Arial MT"/>
                <a:cs typeface="Arial MT"/>
              </a:rPr>
              <a:t> </a:t>
            </a:r>
            <a:r>
              <a:rPr sz="1100" i="1" spc="-55" dirty="0">
                <a:solidFill>
                  <a:srgbClr val="4B81AE"/>
                </a:solidFill>
                <a:latin typeface="Arial"/>
                <a:cs typeface="Arial"/>
              </a:rPr>
              <a:t>become</a:t>
            </a:r>
            <a:r>
              <a:rPr sz="1100" spc="-55" dirty="0">
                <a:latin typeface="Arial MT"/>
                <a:cs typeface="Arial MT"/>
              </a:rPr>
              <a:t>)</a:t>
            </a:r>
            <a:r>
              <a:rPr sz="1100" spc="-20" dirty="0">
                <a:latin typeface="Arial MT"/>
                <a:cs typeface="Arial MT"/>
              </a:rPr>
              <a:t> </a:t>
            </a:r>
            <a:r>
              <a:rPr sz="1100" spc="-35" dirty="0">
                <a:latin typeface="Arial MT"/>
                <a:cs typeface="Arial MT"/>
              </a:rPr>
              <a:t>good</a:t>
            </a:r>
            <a:r>
              <a:rPr sz="1100" spc="-20" dirty="0">
                <a:latin typeface="Arial MT"/>
                <a:cs typeface="Arial MT"/>
              </a:rPr>
              <a:t> </a:t>
            </a:r>
            <a:r>
              <a:rPr sz="1100" dirty="0">
                <a:latin typeface="Arial MT"/>
                <a:cs typeface="Arial MT"/>
              </a:rPr>
              <a:t>at</a:t>
            </a:r>
            <a:r>
              <a:rPr sz="1100" spc="-20" dirty="0">
                <a:latin typeface="Arial MT"/>
                <a:cs typeface="Arial MT"/>
              </a:rPr>
              <a:t> </a:t>
            </a:r>
            <a:r>
              <a:rPr sz="1100" i="1" spc="-10" dirty="0">
                <a:solidFill>
                  <a:srgbClr val="4B81AE"/>
                </a:solidFill>
                <a:latin typeface="Arial"/>
                <a:cs typeface="Arial"/>
              </a:rPr>
              <a:t>mathematics</a:t>
            </a:r>
            <a:endParaRPr sz="1100">
              <a:latin typeface="Arial"/>
              <a:cs typeface="Arial"/>
            </a:endParaRPr>
          </a:p>
          <a:p>
            <a:pPr marL="248285">
              <a:lnSpc>
                <a:spcPct val="100000"/>
              </a:lnSpc>
              <a:spcBef>
                <a:spcPts val="35"/>
              </a:spcBef>
            </a:pPr>
            <a:r>
              <a:rPr sz="1100" spc="-55" dirty="0">
                <a:latin typeface="Arial MT"/>
                <a:cs typeface="Arial MT"/>
              </a:rPr>
              <a:t>and</a:t>
            </a:r>
            <a:r>
              <a:rPr sz="1100" spc="-15" dirty="0">
                <a:latin typeface="Arial MT"/>
                <a:cs typeface="Arial MT"/>
              </a:rPr>
              <a:t> </a:t>
            </a:r>
            <a:r>
              <a:rPr sz="1100" i="1" spc="-10" dirty="0">
                <a:solidFill>
                  <a:srgbClr val="4B81AE"/>
                </a:solidFill>
                <a:latin typeface="Arial"/>
                <a:cs typeface="Arial"/>
              </a:rPr>
              <a:t>programming</a:t>
            </a:r>
            <a:r>
              <a:rPr sz="1100" spc="-10" dirty="0">
                <a:latin typeface="Arial MT"/>
                <a:cs typeface="Arial MT"/>
              </a:rPr>
              <a:t>.</a:t>
            </a:r>
            <a:endParaRPr sz="1100">
              <a:latin typeface="Arial MT"/>
              <a:cs typeface="Arial MT"/>
            </a:endParaRPr>
          </a:p>
        </p:txBody>
      </p:sp>
      <p:sp>
        <p:nvSpPr>
          <p:cNvPr id="16" name="object 16"/>
          <p:cNvSpPr/>
          <p:nvPr/>
        </p:nvSpPr>
        <p:spPr>
          <a:xfrm>
            <a:off x="68834" y="3308210"/>
            <a:ext cx="4470400" cy="0"/>
          </a:xfrm>
          <a:custGeom>
            <a:avLst/>
            <a:gdLst/>
            <a:ahLst/>
            <a:cxnLst/>
            <a:rect l="l" t="t" r="r" b="b"/>
            <a:pathLst>
              <a:path w="4470400">
                <a:moveTo>
                  <a:pt x="0" y="0"/>
                </a:moveTo>
                <a:lnTo>
                  <a:pt x="4470336" y="0"/>
                </a:lnTo>
              </a:path>
            </a:pathLst>
          </a:custGeom>
          <a:ln w="7594">
            <a:solidFill>
              <a:srgbClr val="4B81AE"/>
            </a:solidFill>
          </a:ln>
        </p:spPr>
        <p:txBody>
          <a:bodyPr wrap="square" lIns="0" tIns="0" rIns="0" bIns="0" rtlCol="0"/>
          <a:lstStyle/>
          <a:p>
            <a:endParaRPr/>
          </a:p>
        </p:txBody>
      </p:sp>
      <p:sp>
        <p:nvSpPr>
          <p:cNvPr id="17" name="object 17"/>
          <p:cNvSpPr txBox="1"/>
          <p:nvPr/>
        </p:nvSpPr>
        <p:spPr>
          <a:xfrm>
            <a:off x="1779498" y="3332022"/>
            <a:ext cx="648335" cy="122555"/>
          </a:xfrm>
          <a:prstGeom prst="rect">
            <a:avLst/>
          </a:prstGeom>
        </p:spPr>
        <p:txBody>
          <a:bodyPr vert="horz" wrap="square" lIns="0" tIns="7620" rIns="0" bIns="0" rtlCol="0">
            <a:spAutoFit/>
          </a:bodyPr>
          <a:lstStyle/>
          <a:p>
            <a:pPr marL="12700">
              <a:lnSpc>
                <a:spcPct val="100000"/>
              </a:lnSpc>
              <a:spcBef>
                <a:spcPts val="60"/>
              </a:spcBef>
            </a:pPr>
            <a:r>
              <a:rPr sz="600" i="1" spc="-20" dirty="0">
                <a:solidFill>
                  <a:srgbClr val="333333"/>
                </a:solidFill>
                <a:latin typeface="Verdana"/>
                <a:cs typeface="Verdana"/>
                <a:hlinkClick r:id="rId3" action="ppaction://hlinksldjump"/>
              </a:rPr>
              <a:t>Computer</a:t>
            </a:r>
            <a:r>
              <a:rPr sz="600" i="1" spc="25" dirty="0">
                <a:solidFill>
                  <a:srgbClr val="333333"/>
                </a:solidFill>
                <a:latin typeface="Verdana"/>
                <a:cs typeface="Verdana"/>
                <a:hlinkClick r:id="rId3" action="ppaction://hlinksldjump"/>
              </a:rPr>
              <a:t> </a:t>
            </a:r>
            <a:r>
              <a:rPr sz="600" i="1" spc="-10" dirty="0">
                <a:solidFill>
                  <a:srgbClr val="333333"/>
                </a:solidFill>
                <a:latin typeface="Verdana"/>
                <a:cs typeface="Verdana"/>
                <a:hlinkClick r:id="rId3" action="ppaction://hlinksldjump"/>
              </a:rPr>
              <a:t>Vision</a:t>
            </a:r>
            <a:endParaRPr sz="600">
              <a:latin typeface="Verdana"/>
              <a:cs typeface="Verdana"/>
            </a:endParaRPr>
          </a:p>
        </p:txBody>
      </p:sp>
      <p:sp>
        <p:nvSpPr>
          <p:cNvPr id="18" name="object 18"/>
          <p:cNvSpPr txBox="1"/>
          <p:nvPr/>
        </p:nvSpPr>
        <p:spPr>
          <a:xfrm>
            <a:off x="2577040" y="3332022"/>
            <a:ext cx="281305" cy="122555"/>
          </a:xfrm>
          <a:prstGeom prst="rect">
            <a:avLst/>
          </a:prstGeom>
        </p:spPr>
        <p:txBody>
          <a:bodyPr vert="horz" wrap="square" lIns="0" tIns="7620" rIns="0" bIns="0" rtlCol="0">
            <a:spAutoFit/>
          </a:bodyPr>
          <a:lstStyle/>
          <a:p>
            <a:pPr marL="15240">
              <a:lnSpc>
                <a:spcPct val="100000"/>
              </a:lnSpc>
              <a:spcBef>
                <a:spcPts val="60"/>
              </a:spcBef>
            </a:pPr>
            <a:fld id="{81D60167-4931-47E6-BA6A-407CBD079E47}" type="slidenum">
              <a:rPr sz="600" i="1" spc="-45" dirty="0">
                <a:solidFill>
                  <a:srgbClr val="333333"/>
                </a:solidFill>
                <a:latin typeface="Verdana"/>
                <a:cs typeface="Verdana"/>
              </a:rPr>
              <a:t>12</a:t>
            </a:fld>
            <a:r>
              <a:rPr sz="600" i="1" spc="-90" dirty="0">
                <a:solidFill>
                  <a:srgbClr val="333333"/>
                </a:solidFill>
                <a:latin typeface="Verdana"/>
                <a:cs typeface="Verdana"/>
              </a:rPr>
              <a:t> </a:t>
            </a:r>
            <a:r>
              <a:rPr sz="600" i="1" spc="70" dirty="0">
                <a:solidFill>
                  <a:srgbClr val="333333"/>
                </a:solidFill>
                <a:latin typeface="Verdana"/>
                <a:cs typeface="Verdana"/>
              </a:rPr>
              <a:t>/</a:t>
            </a:r>
            <a:r>
              <a:rPr sz="600" i="1" spc="-85" dirty="0">
                <a:solidFill>
                  <a:srgbClr val="333333"/>
                </a:solidFill>
                <a:latin typeface="Verdana"/>
                <a:cs typeface="Verdana"/>
              </a:rPr>
              <a:t> </a:t>
            </a:r>
            <a:r>
              <a:rPr sz="600" i="1" spc="-25" dirty="0">
                <a:solidFill>
                  <a:srgbClr val="333333"/>
                </a:solidFill>
                <a:latin typeface="Verdana"/>
                <a:cs typeface="Verdana"/>
              </a:rPr>
              <a:t>59</a:t>
            </a:r>
            <a:endParaRPr sz="600">
              <a:latin typeface="Verdana"/>
              <a:cs typeface="Verdana"/>
            </a:endParaRPr>
          </a:p>
        </p:txBody>
      </p:sp>
    </p:spTree>
  </p:cSld>
  <p:clrMapOvr>
    <a:masterClrMapping/>
  </p:clrMapOvr>
  <p:transition>
    <p:cut/>
  </p:transition>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object 2"/>
          <p:cNvPicPr/>
          <p:nvPr/>
        </p:nvPicPr>
        <p:blipFill>
          <a:blip r:embed="rId2" cstate="print"/>
          <a:stretch>
            <a:fillRect/>
          </a:stretch>
        </p:blipFill>
        <p:spPr>
          <a:xfrm>
            <a:off x="133599" y="494404"/>
            <a:ext cx="4215902" cy="2864151"/>
          </a:xfrm>
          <a:prstGeom prst="rect">
            <a:avLst/>
          </a:prstGeom>
        </p:spPr>
      </p:pic>
      <p:sp>
        <p:nvSpPr>
          <p:cNvPr id="6" name="object 6"/>
          <p:cNvSpPr txBox="1">
            <a:spLocks noGrp="1"/>
          </p:cNvSpPr>
          <p:nvPr>
            <p:ph type="title"/>
          </p:nvPr>
        </p:nvSpPr>
        <p:spPr>
          <a:xfrm>
            <a:off x="264095" y="172262"/>
            <a:ext cx="1631708" cy="221154"/>
          </a:xfrm>
          <a:prstGeom prst="rect">
            <a:avLst/>
          </a:prstGeom>
        </p:spPr>
        <p:txBody>
          <a:bodyPr vert="horz" wrap="square" lIns="0" tIns="5655" rIns="0" bIns="0" rtlCol="0">
            <a:spAutoFit/>
          </a:bodyPr>
          <a:lstStyle/>
          <a:p>
            <a:pPr marL="5655">
              <a:spcBef>
                <a:spcPts val="45"/>
              </a:spcBef>
            </a:pPr>
            <a:r>
              <a:rPr dirty="0"/>
              <a:t>Related</a:t>
            </a:r>
            <a:r>
              <a:rPr spc="-67" dirty="0"/>
              <a:t> </a:t>
            </a:r>
            <a:r>
              <a:rPr spc="-4" dirty="0"/>
              <a:t>disciplines</a:t>
            </a:r>
          </a:p>
        </p:txBody>
      </p:sp>
      <p:sp>
        <p:nvSpPr>
          <p:cNvPr id="7" name="object 7"/>
          <p:cNvSpPr txBox="1"/>
          <p:nvPr/>
        </p:nvSpPr>
        <p:spPr>
          <a:xfrm>
            <a:off x="2914781" y="1859984"/>
            <a:ext cx="764249" cy="434431"/>
          </a:xfrm>
          <a:prstGeom prst="rect">
            <a:avLst/>
          </a:prstGeom>
        </p:spPr>
        <p:txBody>
          <a:bodyPr vert="horz" wrap="square" lIns="0" tIns="1414" rIns="0" bIns="0" rtlCol="0">
            <a:spAutoFit/>
          </a:bodyPr>
          <a:lstStyle/>
          <a:p>
            <a:pPr marL="75781" marR="2262" indent="-70126">
              <a:lnSpc>
                <a:spcPct val="101899"/>
              </a:lnSpc>
              <a:spcBef>
                <a:spcPts val="11"/>
              </a:spcBef>
            </a:pPr>
            <a:r>
              <a:rPr sz="1425" spc="-4" dirty="0">
                <a:solidFill>
                  <a:srgbClr val="666666"/>
                </a:solidFill>
                <a:latin typeface="Arial MT"/>
                <a:cs typeface="Arial MT"/>
              </a:rPr>
              <a:t>Cognitive science</a:t>
            </a:r>
            <a:endParaRPr sz="1425">
              <a:latin typeface="Arial MT"/>
              <a:cs typeface="Arial MT"/>
            </a:endParaRPr>
          </a:p>
        </p:txBody>
      </p:sp>
      <p:pic>
        <p:nvPicPr>
          <p:cNvPr id="8" name="object 8"/>
          <p:cNvPicPr/>
          <p:nvPr/>
        </p:nvPicPr>
        <p:blipFill>
          <a:blip r:embed="rId3" cstate="print"/>
          <a:stretch>
            <a:fillRect/>
          </a:stretch>
        </p:blipFill>
        <p:spPr>
          <a:xfrm>
            <a:off x="523923" y="719293"/>
            <a:ext cx="3355947" cy="2073434"/>
          </a:xfrm>
          <a:prstGeom prst="rect">
            <a:avLst/>
          </a:prstGeom>
        </p:spPr>
      </p:pic>
      <p:sp>
        <p:nvSpPr>
          <p:cNvPr id="9" name="object 9"/>
          <p:cNvSpPr txBox="1"/>
          <p:nvPr/>
        </p:nvSpPr>
        <p:spPr>
          <a:xfrm>
            <a:off x="1786079" y="2321417"/>
            <a:ext cx="864904" cy="225001"/>
          </a:xfrm>
          <a:prstGeom prst="rect">
            <a:avLst/>
          </a:prstGeom>
        </p:spPr>
        <p:txBody>
          <a:bodyPr vert="horz" wrap="square" lIns="0" tIns="5655" rIns="0" bIns="0" rtlCol="0">
            <a:spAutoFit/>
          </a:bodyPr>
          <a:lstStyle/>
          <a:p>
            <a:pPr marL="5655">
              <a:spcBef>
                <a:spcPts val="45"/>
              </a:spcBef>
            </a:pPr>
            <a:r>
              <a:rPr sz="1425" spc="-4" dirty="0">
                <a:solidFill>
                  <a:srgbClr val="666666"/>
                </a:solidFill>
                <a:latin typeface="Arial MT"/>
                <a:cs typeface="Arial MT"/>
              </a:rPr>
              <a:t>Algorithms</a:t>
            </a:r>
            <a:endParaRPr sz="1425">
              <a:latin typeface="Arial MT"/>
              <a:cs typeface="Arial MT"/>
            </a:endParaRPr>
          </a:p>
        </p:txBody>
      </p:sp>
      <p:sp>
        <p:nvSpPr>
          <p:cNvPr id="10" name="object 10"/>
          <p:cNvSpPr txBox="1"/>
          <p:nvPr/>
        </p:nvSpPr>
        <p:spPr>
          <a:xfrm>
            <a:off x="698845" y="1859984"/>
            <a:ext cx="884696" cy="434431"/>
          </a:xfrm>
          <a:prstGeom prst="rect">
            <a:avLst/>
          </a:prstGeom>
        </p:spPr>
        <p:txBody>
          <a:bodyPr vert="horz" wrap="square" lIns="0" tIns="1414" rIns="0" bIns="0" rtlCol="0">
            <a:spAutoFit/>
          </a:bodyPr>
          <a:lstStyle/>
          <a:p>
            <a:pPr marL="5655" marR="2262" indent="185494">
              <a:lnSpc>
                <a:spcPct val="101899"/>
              </a:lnSpc>
              <a:spcBef>
                <a:spcPts val="11"/>
              </a:spcBef>
            </a:pPr>
            <a:r>
              <a:rPr sz="1425" spc="-4" dirty="0">
                <a:solidFill>
                  <a:srgbClr val="666666"/>
                </a:solidFill>
                <a:latin typeface="Arial MT"/>
                <a:cs typeface="Arial MT"/>
              </a:rPr>
              <a:t>Image processing</a:t>
            </a:r>
            <a:endParaRPr sz="1425">
              <a:latin typeface="Arial MT"/>
              <a:cs typeface="Arial MT"/>
            </a:endParaRPr>
          </a:p>
        </p:txBody>
      </p:sp>
      <p:sp>
        <p:nvSpPr>
          <p:cNvPr id="11" name="object 11"/>
          <p:cNvSpPr txBox="1"/>
          <p:nvPr/>
        </p:nvSpPr>
        <p:spPr>
          <a:xfrm>
            <a:off x="1675622" y="817687"/>
            <a:ext cx="914384" cy="432075"/>
          </a:xfrm>
          <a:prstGeom prst="rect">
            <a:avLst/>
          </a:prstGeom>
        </p:spPr>
        <p:txBody>
          <a:bodyPr vert="horz" wrap="square" lIns="0" tIns="2827" rIns="0" bIns="0" rtlCol="0">
            <a:spAutoFit/>
          </a:bodyPr>
          <a:lstStyle/>
          <a:p>
            <a:pPr marL="5655" marR="2262" indent="134879">
              <a:lnSpc>
                <a:spcPct val="101299"/>
              </a:lnSpc>
              <a:spcBef>
                <a:spcPts val="22"/>
              </a:spcBef>
            </a:pPr>
            <a:r>
              <a:rPr sz="1425" spc="-4" dirty="0">
                <a:solidFill>
                  <a:srgbClr val="666666"/>
                </a:solidFill>
                <a:latin typeface="Arial MT"/>
                <a:cs typeface="Arial MT"/>
              </a:rPr>
              <a:t>Artificial intelligence</a:t>
            </a:r>
            <a:endParaRPr sz="1425">
              <a:latin typeface="Arial MT"/>
              <a:cs typeface="Arial MT"/>
            </a:endParaRPr>
          </a:p>
        </p:txBody>
      </p:sp>
      <p:sp>
        <p:nvSpPr>
          <p:cNvPr id="12" name="object 12"/>
          <p:cNvSpPr txBox="1"/>
          <p:nvPr/>
        </p:nvSpPr>
        <p:spPr>
          <a:xfrm>
            <a:off x="739937" y="1292692"/>
            <a:ext cx="734561" cy="225001"/>
          </a:xfrm>
          <a:prstGeom prst="rect">
            <a:avLst/>
          </a:prstGeom>
        </p:spPr>
        <p:txBody>
          <a:bodyPr vert="horz" wrap="square" lIns="0" tIns="5655" rIns="0" bIns="0" rtlCol="0">
            <a:spAutoFit/>
          </a:bodyPr>
          <a:lstStyle/>
          <a:p>
            <a:pPr marL="5655">
              <a:spcBef>
                <a:spcPts val="45"/>
              </a:spcBef>
            </a:pPr>
            <a:r>
              <a:rPr sz="1425" spc="-4" dirty="0">
                <a:solidFill>
                  <a:srgbClr val="666666"/>
                </a:solidFill>
                <a:latin typeface="Arial MT"/>
                <a:cs typeface="Arial MT"/>
              </a:rPr>
              <a:t>Graphics</a:t>
            </a:r>
            <a:endParaRPr sz="1425">
              <a:latin typeface="Arial MT"/>
              <a:cs typeface="Arial MT"/>
            </a:endParaRPr>
          </a:p>
        </p:txBody>
      </p:sp>
      <p:sp>
        <p:nvSpPr>
          <p:cNvPr id="13" name="object 13"/>
          <p:cNvSpPr txBox="1"/>
          <p:nvPr/>
        </p:nvSpPr>
        <p:spPr>
          <a:xfrm>
            <a:off x="2829205" y="1124405"/>
            <a:ext cx="694129" cy="434431"/>
          </a:xfrm>
          <a:prstGeom prst="rect">
            <a:avLst/>
          </a:prstGeom>
        </p:spPr>
        <p:txBody>
          <a:bodyPr vert="horz" wrap="square" lIns="0" tIns="1414" rIns="0" bIns="0" rtlCol="0">
            <a:spAutoFit/>
          </a:bodyPr>
          <a:lstStyle/>
          <a:p>
            <a:pPr marL="25732" marR="2262" indent="-20359">
              <a:lnSpc>
                <a:spcPct val="101899"/>
              </a:lnSpc>
              <a:spcBef>
                <a:spcPts val="11"/>
              </a:spcBef>
            </a:pPr>
            <a:r>
              <a:rPr sz="1425" spc="-4" dirty="0">
                <a:solidFill>
                  <a:srgbClr val="666666"/>
                </a:solidFill>
                <a:latin typeface="Arial MT"/>
                <a:cs typeface="Arial MT"/>
              </a:rPr>
              <a:t>Machine learning</a:t>
            </a:r>
            <a:endParaRPr sz="1425">
              <a:latin typeface="Arial MT"/>
              <a:cs typeface="Arial MT"/>
            </a:endParaRPr>
          </a:p>
        </p:txBody>
      </p:sp>
      <p:sp>
        <p:nvSpPr>
          <p:cNvPr id="14" name="object 14"/>
          <p:cNvSpPr txBox="1"/>
          <p:nvPr/>
        </p:nvSpPr>
        <p:spPr>
          <a:xfrm>
            <a:off x="1713319" y="1535171"/>
            <a:ext cx="856988" cy="460369"/>
          </a:xfrm>
          <a:prstGeom prst="rect">
            <a:avLst/>
          </a:prstGeom>
        </p:spPr>
        <p:txBody>
          <a:bodyPr vert="horz" wrap="square" lIns="0" tIns="4241" rIns="0" bIns="0" rtlCol="0">
            <a:spAutoFit/>
          </a:bodyPr>
          <a:lstStyle/>
          <a:p>
            <a:pPr marL="181818" marR="2262" indent="-176446">
              <a:lnSpc>
                <a:spcPct val="100600"/>
              </a:lnSpc>
              <a:spcBef>
                <a:spcPts val="33"/>
              </a:spcBef>
            </a:pPr>
            <a:r>
              <a:rPr sz="1514" spc="-4" dirty="0">
                <a:solidFill>
                  <a:srgbClr val="41B6E6"/>
                </a:solidFill>
                <a:latin typeface="Arial MT"/>
                <a:cs typeface="Arial MT"/>
              </a:rPr>
              <a:t>Computer vision</a:t>
            </a:r>
            <a:endParaRPr sz="1514">
              <a:latin typeface="Arial MT"/>
              <a:cs typeface="Arial MT"/>
            </a:endParaRPr>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3" descr="hypertrophic patchymeningitis mri brain.jpg"/>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2839483" y="767273"/>
            <a:ext cx="1467467" cy="978618"/>
          </a:xfrm>
          <a:prstGeom prst="rect">
            <a:avLst/>
          </a:prstGeom>
          <a:ln>
            <a:noFill/>
          </a:ln>
          <a:effectLst/>
        </p:spPr>
      </p:pic>
      <p:pic>
        <p:nvPicPr>
          <p:cNvPr id="5" name="Picture 4" descr="cell imaging frontpage.jpg"/>
          <p:cNvPicPr>
            <a:picLocks/>
          </p:cNvPicPr>
          <p:nvPr/>
        </p:nvPicPr>
        <p:blipFill>
          <a:blip r:embed="rId3" cstate="print">
            <a:extLst>
              <a:ext uri="{28A0092B-C50C-407E-A947-70E740481C1C}">
                <a14:useLocalDpi xmlns:a14="http://schemas.microsoft.com/office/drawing/2010/main" val="0"/>
              </a:ext>
            </a:extLst>
          </a:blip>
          <a:stretch>
            <a:fillRect/>
          </a:stretch>
        </p:blipFill>
        <p:spPr>
          <a:xfrm>
            <a:off x="143055" y="767273"/>
            <a:ext cx="1308233" cy="978618"/>
          </a:xfrm>
          <a:prstGeom prst="rect">
            <a:avLst/>
          </a:prstGeom>
          <a:ln>
            <a:noFill/>
          </a:ln>
          <a:effectLst/>
        </p:spPr>
      </p:pic>
      <p:pic>
        <p:nvPicPr>
          <p:cNvPr id="7" name="Picture 6" descr="Surveillance_video_cameras,_Gdynia.jpeg"/>
          <p:cNvPicPr>
            <a:picLocks/>
          </p:cNvPicPr>
          <p:nvPr/>
        </p:nvPicPr>
        <p:blipFill>
          <a:blip r:embed="rId4" cstate="print">
            <a:extLst>
              <a:ext uri="{28A0092B-C50C-407E-A947-70E740481C1C}">
                <a14:useLocalDpi xmlns:a14="http://schemas.microsoft.com/office/drawing/2010/main" val="0"/>
              </a:ext>
            </a:extLst>
          </a:blip>
          <a:stretch>
            <a:fillRect/>
          </a:stretch>
        </p:blipFill>
        <p:spPr>
          <a:xfrm>
            <a:off x="1539677" y="767273"/>
            <a:ext cx="1245973" cy="978618"/>
          </a:xfrm>
          <a:prstGeom prst="rect">
            <a:avLst/>
          </a:prstGeom>
          <a:ln>
            <a:noFill/>
          </a:ln>
          <a:effectLst/>
        </p:spPr>
      </p:pic>
      <p:sp>
        <p:nvSpPr>
          <p:cNvPr id="11" name="Rectangle 10"/>
          <p:cNvSpPr/>
          <p:nvPr/>
        </p:nvSpPr>
        <p:spPr>
          <a:xfrm>
            <a:off x="2041445" y="3683357"/>
            <a:ext cx="2265506" cy="369332"/>
          </a:xfrm>
          <a:prstGeom prst="rect">
            <a:avLst/>
          </a:prstGeom>
        </p:spPr>
        <p:txBody>
          <a:bodyPr wrap="square">
            <a:spAutoFit/>
          </a:bodyPr>
          <a:lstStyle/>
          <a:p>
            <a:pPr algn="ctr"/>
            <a:r>
              <a:rPr lang="en-US" b="1" dirty="0">
                <a:latin typeface="Century Gothic" panose="020B0502020202020204" pitchFamily="34" charset="0"/>
              </a:rPr>
              <a:t>Social Media</a:t>
            </a:r>
          </a:p>
        </p:txBody>
      </p:sp>
      <p:pic>
        <p:nvPicPr>
          <p:cNvPr id="9" name="Picture 8" descr="google-car.jpg"/>
          <p:cNvPicPr>
            <a:picLocks noChangeAspect="1"/>
          </p:cNvPicPr>
          <p:nvPr/>
        </p:nvPicPr>
        <p:blipFill>
          <a:blip r:embed="rId5" cstate="print">
            <a:extLst>
              <a:ext uri="{28A0092B-C50C-407E-A947-70E740481C1C}">
                <a14:useLocalDpi xmlns:a14="http://schemas.microsoft.com/office/drawing/2010/main" val="0"/>
              </a:ext>
            </a:extLst>
          </a:blip>
          <a:stretch>
            <a:fillRect/>
          </a:stretch>
        </p:blipFill>
        <p:spPr>
          <a:xfrm>
            <a:off x="143055" y="1835620"/>
            <a:ext cx="1308233" cy="829818"/>
          </a:xfrm>
          <a:prstGeom prst="rect">
            <a:avLst/>
          </a:prstGeom>
          <a:ln>
            <a:noFill/>
          </a:ln>
          <a:effectLst/>
        </p:spPr>
      </p:pic>
      <p:pic>
        <p:nvPicPr>
          <p:cNvPr id="12" name="Picture 11" descr="5619057200_efc8b2fdf7.jpg"/>
          <p:cNvPicPr>
            <a:picLocks noChangeAspect="1"/>
          </p:cNvPicPr>
          <p:nvPr/>
        </p:nvPicPr>
        <p:blipFill>
          <a:blip r:embed="rId6" cstate="print">
            <a:extLst>
              <a:ext uri="{28A0092B-C50C-407E-A947-70E740481C1C}">
                <a14:useLocalDpi xmlns:a14="http://schemas.microsoft.com/office/drawing/2010/main" val="0"/>
              </a:ext>
            </a:extLst>
          </a:blip>
          <a:stretch>
            <a:fillRect/>
          </a:stretch>
        </p:blipFill>
        <p:spPr>
          <a:xfrm>
            <a:off x="1539677" y="1835620"/>
            <a:ext cx="1245973" cy="829818"/>
          </a:xfrm>
          <a:prstGeom prst="rect">
            <a:avLst/>
          </a:prstGeom>
          <a:ln>
            <a:noFill/>
          </a:ln>
          <a:effectLst/>
        </p:spPr>
      </p:pic>
      <p:pic>
        <p:nvPicPr>
          <p:cNvPr id="13" name="Picture 12" descr="20130711_WithAtlas-2.jpg"/>
          <p:cNvPicPr>
            <a:picLocks noChangeAspect="1"/>
          </p:cNvPicPr>
          <p:nvPr/>
        </p:nvPicPr>
        <p:blipFill>
          <a:blip r:embed="rId7" cstate="print">
            <a:extLst>
              <a:ext uri="{28A0092B-C50C-407E-A947-70E740481C1C}">
                <a14:useLocalDpi xmlns:a14="http://schemas.microsoft.com/office/drawing/2010/main" val="0"/>
              </a:ext>
            </a:extLst>
          </a:blip>
          <a:stretch>
            <a:fillRect/>
          </a:stretch>
        </p:blipFill>
        <p:spPr>
          <a:xfrm>
            <a:off x="2839483" y="1835620"/>
            <a:ext cx="1467467" cy="829818"/>
          </a:xfrm>
          <a:prstGeom prst="rect">
            <a:avLst/>
          </a:prstGeom>
          <a:ln>
            <a:noFill/>
          </a:ln>
          <a:effectLst/>
        </p:spPr>
      </p:pic>
      <p:sp>
        <p:nvSpPr>
          <p:cNvPr id="15" name="Rectangle 14"/>
          <p:cNvSpPr/>
          <p:nvPr/>
        </p:nvSpPr>
        <p:spPr>
          <a:xfrm>
            <a:off x="143055" y="2665438"/>
            <a:ext cx="1308233" cy="523220"/>
          </a:xfrm>
          <a:prstGeom prst="rect">
            <a:avLst/>
          </a:prstGeom>
        </p:spPr>
        <p:txBody>
          <a:bodyPr wrap="square">
            <a:spAutoFit/>
          </a:bodyPr>
          <a:lstStyle/>
          <a:p>
            <a:pPr algn="ctr"/>
            <a:r>
              <a:rPr lang="en-US" sz="1400" b="1" dirty="0">
                <a:latin typeface="Century Gothic" panose="020B0502020202020204" pitchFamily="34" charset="0"/>
              </a:rPr>
              <a:t>Autonomous Cars</a:t>
            </a:r>
          </a:p>
        </p:txBody>
      </p:sp>
      <p:sp>
        <p:nvSpPr>
          <p:cNvPr id="16" name="Rectangle 15"/>
          <p:cNvSpPr/>
          <p:nvPr/>
        </p:nvSpPr>
        <p:spPr>
          <a:xfrm>
            <a:off x="1539677" y="2665438"/>
            <a:ext cx="1245972" cy="307777"/>
          </a:xfrm>
          <a:prstGeom prst="rect">
            <a:avLst/>
          </a:prstGeom>
        </p:spPr>
        <p:txBody>
          <a:bodyPr wrap="square">
            <a:spAutoFit/>
          </a:bodyPr>
          <a:lstStyle/>
          <a:p>
            <a:pPr algn="ctr"/>
            <a:r>
              <a:rPr lang="en-US" sz="1400" b="1" dirty="0">
                <a:latin typeface="Century Gothic" panose="020B0502020202020204" pitchFamily="34" charset="0"/>
              </a:rPr>
              <a:t>Mapping</a:t>
            </a:r>
          </a:p>
        </p:txBody>
      </p:sp>
      <p:sp>
        <p:nvSpPr>
          <p:cNvPr id="17" name="Rectangle 16"/>
          <p:cNvSpPr/>
          <p:nvPr/>
        </p:nvSpPr>
        <p:spPr>
          <a:xfrm>
            <a:off x="2839483" y="2665438"/>
            <a:ext cx="1467467" cy="307777"/>
          </a:xfrm>
          <a:prstGeom prst="rect">
            <a:avLst/>
          </a:prstGeom>
        </p:spPr>
        <p:txBody>
          <a:bodyPr wrap="square">
            <a:spAutoFit/>
          </a:bodyPr>
          <a:lstStyle/>
          <a:p>
            <a:pPr algn="ctr"/>
            <a:r>
              <a:rPr lang="en-US" sz="1400" b="1" dirty="0">
                <a:latin typeface="Century Gothic" panose="020B0502020202020204" pitchFamily="34" charset="0"/>
              </a:rPr>
              <a:t>Robotics</a:t>
            </a:r>
          </a:p>
        </p:txBody>
      </p:sp>
      <p:sp>
        <p:nvSpPr>
          <p:cNvPr id="19" name="Rectangle 18"/>
          <p:cNvSpPr/>
          <p:nvPr/>
        </p:nvSpPr>
        <p:spPr>
          <a:xfrm>
            <a:off x="169187" y="360459"/>
            <a:ext cx="1245972" cy="307777"/>
          </a:xfrm>
          <a:prstGeom prst="rect">
            <a:avLst/>
          </a:prstGeom>
        </p:spPr>
        <p:txBody>
          <a:bodyPr wrap="square">
            <a:spAutoFit/>
          </a:bodyPr>
          <a:lstStyle/>
          <a:p>
            <a:pPr algn="ctr"/>
            <a:r>
              <a:rPr lang="en-US" sz="1400" b="1" dirty="0">
                <a:latin typeface="Century Gothic" panose="020B0502020202020204" pitchFamily="34" charset="0"/>
              </a:rPr>
              <a:t>Bio-Imaging</a:t>
            </a:r>
          </a:p>
        </p:txBody>
      </p:sp>
      <p:sp>
        <p:nvSpPr>
          <p:cNvPr id="20" name="Rectangle 19"/>
          <p:cNvSpPr/>
          <p:nvPr/>
        </p:nvSpPr>
        <p:spPr>
          <a:xfrm>
            <a:off x="1527196" y="360459"/>
            <a:ext cx="1598096" cy="307777"/>
          </a:xfrm>
          <a:prstGeom prst="rect">
            <a:avLst/>
          </a:prstGeom>
        </p:spPr>
        <p:txBody>
          <a:bodyPr wrap="square">
            <a:spAutoFit/>
          </a:bodyPr>
          <a:lstStyle/>
          <a:p>
            <a:pPr algn="ctr"/>
            <a:r>
              <a:rPr lang="en-US" sz="1400" b="1" dirty="0">
                <a:latin typeface="Century Gothic" panose="020B0502020202020204" pitchFamily="34" charset="0"/>
              </a:rPr>
              <a:t>Surveillance</a:t>
            </a:r>
          </a:p>
        </p:txBody>
      </p:sp>
      <p:sp>
        <p:nvSpPr>
          <p:cNvPr id="21" name="Rectangle 20"/>
          <p:cNvSpPr/>
          <p:nvPr/>
        </p:nvSpPr>
        <p:spPr>
          <a:xfrm>
            <a:off x="3003997" y="238798"/>
            <a:ext cx="1463048" cy="523220"/>
          </a:xfrm>
          <a:prstGeom prst="rect">
            <a:avLst/>
          </a:prstGeom>
        </p:spPr>
        <p:txBody>
          <a:bodyPr wrap="square">
            <a:spAutoFit/>
          </a:bodyPr>
          <a:lstStyle/>
          <a:p>
            <a:pPr algn="ctr"/>
            <a:r>
              <a:rPr lang="en-US" sz="1400" b="1" dirty="0">
                <a:latin typeface="Century Gothic" panose="020B0502020202020204" pitchFamily="34" charset="0"/>
              </a:rPr>
              <a:t>Medical Imaging</a:t>
            </a:r>
          </a:p>
        </p:txBody>
      </p:sp>
    </p:spTree>
    <p:extLst>
      <p:ext uri="{BB962C8B-B14F-4D97-AF65-F5344CB8AC3E}">
        <p14:creationId xmlns:p14="http://schemas.microsoft.com/office/powerpoint/2010/main" val="236134713"/>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pic>
        <p:nvPicPr>
          <p:cNvPr id="3" name="object 3"/>
          <p:cNvPicPr/>
          <p:nvPr/>
        </p:nvPicPr>
        <p:blipFill>
          <a:blip r:embed="rId2" cstate="print"/>
          <a:stretch>
            <a:fillRect/>
          </a:stretch>
        </p:blipFill>
        <p:spPr>
          <a:xfrm>
            <a:off x="68834" y="112855"/>
            <a:ext cx="4470398" cy="7591"/>
          </a:xfrm>
          <a:prstGeom prst="rect">
            <a:avLst/>
          </a:prstGeom>
        </p:spPr>
      </p:pic>
      <p:sp>
        <p:nvSpPr>
          <p:cNvPr id="4" name="object 4"/>
          <p:cNvSpPr txBox="1"/>
          <p:nvPr/>
        </p:nvSpPr>
        <p:spPr>
          <a:xfrm>
            <a:off x="-14795" y="-9546"/>
            <a:ext cx="3154045" cy="2585085"/>
          </a:xfrm>
          <a:prstGeom prst="rect">
            <a:avLst/>
          </a:prstGeom>
        </p:spPr>
        <p:txBody>
          <a:bodyPr vert="horz" wrap="square" lIns="0" tIns="36830" rIns="0" bIns="0" rtlCol="0">
            <a:spAutoFit/>
          </a:bodyPr>
          <a:lstStyle/>
          <a:p>
            <a:pPr marL="83185">
              <a:lnSpc>
                <a:spcPct val="100000"/>
              </a:lnSpc>
              <a:spcBef>
                <a:spcPts val="290"/>
              </a:spcBef>
              <a:tabLst>
                <a:tab pos="1499235" algn="l"/>
                <a:tab pos="2885440" algn="l"/>
              </a:tabLst>
            </a:pPr>
            <a:r>
              <a:rPr sz="500" b="1" spc="-10" dirty="0">
                <a:solidFill>
                  <a:srgbClr val="3F3F3F"/>
                </a:solidFill>
                <a:latin typeface="Arial"/>
                <a:cs typeface="Arial"/>
                <a:hlinkClick r:id="rId3" action="ppaction://hlinksldjump"/>
              </a:rPr>
              <a:t>Introduction</a:t>
            </a:r>
            <a:r>
              <a:rPr sz="500" b="1" dirty="0">
                <a:solidFill>
                  <a:srgbClr val="3F3F3F"/>
                </a:solidFill>
                <a:latin typeface="Arial"/>
                <a:cs typeface="Arial"/>
              </a:rPr>
              <a:t>	</a:t>
            </a:r>
            <a:r>
              <a:rPr sz="500" b="1" dirty="0">
                <a:solidFill>
                  <a:srgbClr val="E2E2E2"/>
                </a:solidFill>
                <a:latin typeface="Arial"/>
                <a:cs typeface="Arial"/>
              </a:rPr>
              <a:t>	</a:t>
            </a:r>
            <a:endParaRPr sz="500" dirty="0">
              <a:latin typeface="Arial"/>
              <a:cs typeface="Arial"/>
            </a:endParaRPr>
          </a:p>
          <a:p>
            <a:pPr marL="50800">
              <a:lnSpc>
                <a:spcPct val="100000"/>
              </a:lnSpc>
              <a:spcBef>
                <a:spcPts val="459"/>
              </a:spcBef>
            </a:pPr>
            <a:r>
              <a:rPr sz="1200" b="1" spc="-10" dirty="0">
                <a:solidFill>
                  <a:srgbClr val="4B81AE"/>
                </a:solidFill>
                <a:latin typeface="Arial"/>
                <a:cs typeface="Arial"/>
              </a:rPr>
              <a:t>Applications</a:t>
            </a:r>
            <a:endParaRPr sz="1200" dirty="0">
              <a:latin typeface="Arial"/>
              <a:cs typeface="Arial"/>
            </a:endParaRPr>
          </a:p>
          <a:p>
            <a:pPr marL="50800">
              <a:lnSpc>
                <a:spcPct val="100000"/>
              </a:lnSpc>
              <a:spcBef>
                <a:spcPts val="1260"/>
              </a:spcBef>
            </a:pPr>
            <a:r>
              <a:rPr sz="1100" spc="-105" dirty="0">
                <a:solidFill>
                  <a:srgbClr val="333333"/>
                </a:solidFill>
                <a:latin typeface="Arial MT"/>
                <a:cs typeface="Arial MT"/>
              </a:rPr>
              <a:t>Some</a:t>
            </a:r>
            <a:r>
              <a:rPr sz="1100" spc="30" dirty="0">
                <a:solidFill>
                  <a:srgbClr val="333333"/>
                </a:solidFill>
                <a:latin typeface="Arial MT"/>
                <a:cs typeface="Arial MT"/>
              </a:rPr>
              <a:t> </a:t>
            </a:r>
            <a:r>
              <a:rPr sz="1100" spc="-45" dirty="0">
                <a:solidFill>
                  <a:srgbClr val="333333"/>
                </a:solidFill>
                <a:latin typeface="Arial MT"/>
                <a:cs typeface="Arial MT"/>
              </a:rPr>
              <a:t>applications</a:t>
            </a:r>
            <a:r>
              <a:rPr sz="1100" dirty="0">
                <a:solidFill>
                  <a:srgbClr val="333333"/>
                </a:solidFill>
                <a:latin typeface="Arial MT"/>
                <a:cs typeface="Arial MT"/>
              </a:rPr>
              <a:t> of</a:t>
            </a:r>
            <a:r>
              <a:rPr sz="1100" spc="15" dirty="0">
                <a:solidFill>
                  <a:srgbClr val="333333"/>
                </a:solidFill>
                <a:latin typeface="Arial MT"/>
                <a:cs typeface="Arial MT"/>
              </a:rPr>
              <a:t> </a:t>
            </a:r>
            <a:r>
              <a:rPr sz="1100" spc="-40" dirty="0">
                <a:solidFill>
                  <a:srgbClr val="333333"/>
                </a:solidFill>
                <a:latin typeface="Arial MT"/>
                <a:cs typeface="Arial MT"/>
              </a:rPr>
              <a:t>computer</a:t>
            </a:r>
            <a:r>
              <a:rPr sz="1100" spc="15" dirty="0">
                <a:solidFill>
                  <a:srgbClr val="333333"/>
                </a:solidFill>
                <a:latin typeface="Arial MT"/>
                <a:cs typeface="Arial MT"/>
              </a:rPr>
              <a:t> </a:t>
            </a:r>
            <a:r>
              <a:rPr sz="1100" spc="-45" dirty="0">
                <a:solidFill>
                  <a:srgbClr val="333333"/>
                </a:solidFill>
                <a:latin typeface="Arial MT"/>
                <a:cs typeface="Arial MT"/>
              </a:rPr>
              <a:t>vision</a:t>
            </a:r>
            <a:r>
              <a:rPr sz="1100" spc="15" dirty="0">
                <a:solidFill>
                  <a:srgbClr val="333333"/>
                </a:solidFill>
                <a:latin typeface="Arial MT"/>
                <a:cs typeface="Arial MT"/>
              </a:rPr>
              <a:t> </a:t>
            </a:r>
            <a:r>
              <a:rPr sz="1100" spc="-10" dirty="0">
                <a:solidFill>
                  <a:srgbClr val="333333"/>
                </a:solidFill>
                <a:latin typeface="Arial MT"/>
                <a:cs typeface="Arial MT"/>
              </a:rPr>
              <a:t>include</a:t>
            </a:r>
            <a:endParaRPr sz="1100" dirty="0">
              <a:latin typeface="Arial MT"/>
              <a:cs typeface="Arial MT"/>
            </a:endParaRPr>
          </a:p>
          <a:p>
            <a:pPr marL="325755" indent="-146050">
              <a:lnSpc>
                <a:spcPct val="100000"/>
              </a:lnSpc>
              <a:spcBef>
                <a:spcPts val="334"/>
              </a:spcBef>
              <a:buClr>
                <a:srgbClr val="4B81AE"/>
              </a:buClr>
              <a:buSzPct val="72727"/>
              <a:buFont typeface="Lucida Sans Unicode"/>
              <a:buChar char="►"/>
              <a:tabLst>
                <a:tab pos="325755" algn="l"/>
              </a:tabLst>
            </a:pPr>
            <a:r>
              <a:rPr sz="1100" spc="-95" dirty="0">
                <a:solidFill>
                  <a:srgbClr val="333333"/>
                </a:solidFill>
                <a:latin typeface="Arial MT"/>
                <a:cs typeface="Arial MT"/>
              </a:rPr>
              <a:t>Face</a:t>
            </a:r>
            <a:r>
              <a:rPr sz="1100" spc="20" dirty="0">
                <a:solidFill>
                  <a:srgbClr val="333333"/>
                </a:solidFill>
                <a:latin typeface="Arial MT"/>
                <a:cs typeface="Arial MT"/>
              </a:rPr>
              <a:t> </a:t>
            </a:r>
            <a:r>
              <a:rPr sz="1100" spc="-35" dirty="0">
                <a:solidFill>
                  <a:srgbClr val="333333"/>
                </a:solidFill>
                <a:latin typeface="Arial MT"/>
                <a:cs typeface="Arial MT"/>
              </a:rPr>
              <a:t>Detection</a:t>
            </a:r>
            <a:r>
              <a:rPr sz="1100" spc="-10" dirty="0">
                <a:solidFill>
                  <a:srgbClr val="333333"/>
                </a:solidFill>
                <a:latin typeface="Arial MT"/>
                <a:cs typeface="Arial MT"/>
              </a:rPr>
              <a:t> </a:t>
            </a:r>
            <a:r>
              <a:rPr sz="1100" spc="-55" dirty="0">
                <a:solidFill>
                  <a:srgbClr val="333333"/>
                </a:solidFill>
                <a:latin typeface="Arial MT"/>
                <a:cs typeface="Arial MT"/>
              </a:rPr>
              <a:t>and</a:t>
            </a:r>
            <a:r>
              <a:rPr sz="1100" spc="10" dirty="0">
                <a:solidFill>
                  <a:srgbClr val="333333"/>
                </a:solidFill>
                <a:latin typeface="Arial MT"/>
                <a:cs typeface="Arial MT"/>
              </a:rPr>
              <a:t> </a:t>
            </a:r>
            <a:r>
              <a:rPr sz="1100" spc="-10" dirty="0">
                <a:solidFill>
                  <a:srgbClr val="333333"/>
                </a:solidFill>
                <a:latin typeface="Arial MT"/>
                <a:cs typeface="Arial MT"/>
              </a:rPr>
              <a:t>Recognition</a:t>
            </a:r>
            <a:endParaRPr sz="1100" dirty="0">
              <a:latin typeface="Arial MT"/>
              <a:cs typeface="Arial MT"/>
            </a:endParaRPr>
          </a:p>
          <a:p>
            <a:pPr marL="325755" indent="-146050">
              <a:lnSpc>
                <a:spcPct val="100000"/>
              </a:lnSpc>
              <a:spcBef>
                <a:spcPts val="330"/>
              </a:spcBef>
              <a:buClr>
                <a:srgbClr val="4B81AE"/>
              </a:buClr>
              <a:buSzPct val="72727"/>
              <a:buFont typeface="Lucida Sans Unicode"/>
              <a:buChar char="►"/>
              <a:tabLst>
                <a:tab pos="325755" algn="l"/>
              </a:tabLst>
            </a:pPr>
            <a:r>
              <a:rPr sz="1100" spc="-75" dirty="0">
                <a:solidFill>
                  <a:srgbClr val="333333"/>
                </a:solidFill>
                <a:latin typeface="Arial MT"/>
                <a:cs typeface="Arial MT"/>
              </a:rPr>
              <a:t>Gesture</a:t>
            </a:r>
            <a:r>
              <a:rPr sz="1100" spc="40" dirty="0">
                <a:solidFill>
                  <a:srgbClr val="333333"/>
                </a:solidFill>
                <a:latin typeface="Arial MT"/>
                <a:cs typeface="Arial MT"/>
              </a:rPr>
              <a:t> </a:t>
            </a:r>
            <a:r>
              <a:rPr sz="1100" spc="-10" dirty="0">
                <a:solidFill>
                  <a:srgbClr val="333333"/>
                </a:solidFill>
                <a:latin typeface="Arial MT"/>
                <a:cs typeface="Arial MT"/>
              </a:rPr>
              <a:t>Recognition</a:t>
            </a:r>
            <a:endParaRPr sz="1100" dirty="0">
              <a:latin typeface="Arial MT"/>
              <a:cs typeface="Arial MT"/>
            </a:endParaRPr>
          </a:p>
          <a:p>
            <a:pPr marL="325755" indent="-146050">
              <a:lnSpc>
                <a:spcPct val="100000"/>
              </a:lnSpc>
              <a:spcBef>
                <a:spcPts val="335"/>
              </a:spcBef>
              <a:buClr>
                <a:srgbClr val="4B81AE"/>
              </a:buClr>
              <a:buSzPct val="72727"/>
              <a:buFont typeface="Lucida Sans Unicode"/>
              <a:buChar char="►"/>
              <a:tabLst>
                <a:tab pos="325755" algn="l"/>
              </a:tabLst>
            </a:pPr>
            <a:r>
              <a:rPr sz="1100" spc="-30" dirty="0">
                <a:solidFill>
                  <a:srgbClr val="333333"/>
                </a:solidFill>
                <a:latin typeface="Arial MT"/>
                <a:cs typeface="Arial MT"/>
              </a:rPr>
              <a:t>Industrial</a:t>
            </a:r>
            <a:r>
              <a:rPr sz="1100" spc="5" dirty="0">
                <a:solidFill>
                  <a:srgbClr val="333333"/>
                </a:solidFill>
                <a:latin typeface="Arial MT"/>
                <a:cs typeface="Arial MT"/>
              </a:rPr>
              <a:t> </a:t>
            </a:r>
            <a:r>
              <a:rPr sz="1100" spc="-40" dirty="0">
                <a:solidFill>
                  <a:srgbClr val="333333"/>
                </a:solidFill>
                <a:latin typeface="Arial MT"/>
                <a:cs typeface="Arial MT"/>
              </a:rPr>
              <a:t>Inspection,</a:t>
            </a:r>
            <a:r>
              <a:rPr sz="1100" spc="5" dirty="0">
                <a:solidFill>
                  <a:srgbClr val="333333"/>
                </a:solidFill>
                <a:latin typeface="Arial MT"/>
                <a:cs typeface="Arial MT"/>
              </a:rPr>
              <a:t> </a:t>
            </a:r>
            <a:r>
              <a:rPr sz="1100" spc="-25" dirty="0">
                <a:solidFill>
                  <a:srgbClr val="333333"/>
                </a:solidFill>
                <a:latin typeface="Arial MT"/>
                <a:cs typeface="Arial MT"/>
              </a:rPr>
              <a:t>Monitoring</a:t>
            </a:r>
            <a:r>
              <a:rPr sz="1100" spc="5" dirty="0">
                <a:solidFill>
                  <a:srgbClr val="333333"/>
                </a:solidFill>
                <a:latin typeface="Arial MT"/>
                <a:cs typeface="Arial MT"/>
              </a:rPr>
              <a:t> </a:t>
            </a:r>
            <a:r>
              <a:rPr sz="1100" spc="-55" dirty="0">
                <a:solidFill>
                  <a:srgbClr val="333333"/>
                </a:solidFill>
                <a:latin typeface="Arial MT"/>
                <a:cs typeface="Arial MT"/>
              </a:rPr>
              <a:t>and</a:t>
            </a:r>
            <a:r>
              <a:rPr sz="1100" spc="5" dirty="0">
                <a:solidFill>
                  <a:srgbClr val="333333"/>
                </a:solidFill>
                <a:latin typeface="Arial MT"/>
                <a:cs typeface="Arial MT"/>
              </a:rPr>
              <a:t> </a:t>
            </a:r>
            <a:r>
              <a:rPr sz="1100" spc="-10" dirty="0">
                <a:solidFill>
                  <a:srgbClr val="333333"/>
                </a:solidFill>
                <a:latin typeface="Arial MT"/>
                <a:cs typeface="Arial MT"/>
              </a:rPr>
              <a:t>Control</a:t>
            </a:r>
            <a:endParaRPr sz="1100" dirty="0">
              <a:latin typeface="Arial MT"/>
              <a:cs typeface="Arial MT"/>
            </a:endParaRPr>
          </a:p>
          <a:p>
            <a:pPr marL="325755" indent="-146050">
              <a:lnSpc>
                <a:spcPct val="100000"/>
              </a:lnSpc>
              <a:spcBef>
                <a:spcPts val="335"/>
              </a:spcBef>
              <a:buClr>
                <a:srgbClr val="4B81AE"/>
              </a:buClr>
              <a:buSzPct val="72727"/>
              <a:buFont typeface="Lucida Sans Unicode"/>
              <a:buChar char="►"/>
              <a:tabLst>
                <a:tab pos="325755" algn="l"/>
              </a:tabLst>
            </a:pPr>
            <a:r>
              <a:rPr sz="1100" spc="-10" dirty="0">
                <a:solidFill>
                  <a:srgbClr val="333333"/>
                </a:solidFill>
                <a:latin typeface="Arial MT"/>
                <a:cs typeface="Arial MT"/>
              </a:rPr>
              <a:t>Surveillance</a:t>
            </a:r>
            <a:endParaRPr sz="1100" dirty="0">
              <a:latin typeface="Arial MT"/>
              <a:cs typeface="Arial MT"/>
            </a:endParaRPr>
          </a:p>
          <a:p>
            <a:pPr marL="325755" indent="-146050">
              <a:lnSpc>
                <a:spcPct val="100000"/>
              </a:lnSpc>
              <a:spcBef>
                <a:spcPts val="334"/>
              </a:spcBef>
              <a:buClr>
                <a:srgbClr val="4B81AE"/>
              </a:buClr>
              <a:buSzPct val="72727"/>
              <a:buFont typeface="Lucida Sans Unicode"/>
              <a:buChar char="►"/>
              <a:tabLst>
                <a:tab pos="325755" algn="l"/>
              </a:tabLst>
            </a:pPr>
            <a:r>
              <a:rPr sz="1100" spc="-55" dirty="0">
                <a:solidFill>
                  <a:srgbClr val="333333"/>
                </a:solidFill>
                <a:latin typeface="Arial MT"/>
                <a:cs typeface="Arial MT"/>
              </a:rPr>
              <a:t>Augmented</a:t>
            </a:r>
            <a:r>
              <a:rPr sz="1100" dirty="0">
                <a:solidFill>
                  <a:srgbClr val="333333"/>
                </a:solidFill>
                <a:latin typeface="Arial MT"/>
                <a:cs typeface="Arial MT"/>
              </a:rPr>
              <a:t> </a:t>
            </a:r>
            <a:r>
              <a:rPr sz="1100" spc="-10" dirty="0">
                <a:solidFill>
                  <a:srgbClr val="333333"/>
                </a:solidFill>
                <a:latin typeface="Arial MT"/>
                <a:cs typeface="Arial MT"/>
              </a:rPr>
              <a:t>reality</a:t>
            </a:r>
            <a:endParaRPr sz="1100" dirty="0">
              <a:latin typeface="Arial MT"/>
              <a:cs typeface="Arial MT"/>
            </a:endParaRPr>
          </a:p>
          <a:p>
            <a:pPr marL="325755" indent="-146050">
              <a:lnSpc>
                <a:spcPct val="100000"/>
              </a:lnSpc>
              <a:spcBef>
                <a:spcPts val="330"/>
              </a:spcBef>
              <a:buClr>
                <a:srgbClr val="4B81AE"/>
              </a:buClr>
              <a:buSzPct val="72727"/>
              <a:buFont typeface="Lucida Sans Unicode"/>
              <a:buChar char="►"/>
              <a:tabLst>
                <a:tab pos="325755" algn="l"/>
              </a:tabLst>
            </a:pPr>
            <a:r>
              <a:rPr sz="1100" spc="-40" dirty="0">
                <a:solidFill>
                  <a:srgbClr val="333333"/>
                </a:solidFill>
                <a:latin typeface="Arial MT"/>
                <a:cs typeface="Arial MT"/>
              </a:rPr>
              <a:t>Medical</a:t>
            </a:r>
            <a:r>
              <a:rPr sz="1100" spc="10" dirty="0">
                <a:solidFill>
                  <a:srgbClr val="333333"/>
                </a:solidFill>
                <a:latin typeface="Arial MT"/>
                <a:cs typeface="Arial MT"/>
              </a:rPr>
              <a:t> </a:t>
            </a:r>
            <a:r>
              <a:rPr sz="1100" spc="-70" dirty="0">
                <a:solidFill>
                  <a:srgbClr val="333333"/>
                </a:solidFill>
                <a:latin typeface="Arial MT"/>
                <a:cs typeface="Arial MT"/>
              </a:rPr>
              <a:t>image</a:t>
            </a:r>
            <a:r>
              <a:rPr sz="1100" spc="15" dirty="0">
                <a:solidFill>
                  <a:srgbClr val="333333"/>
                </a:solidFill>
                <a:latin typeface="Arial MT"/>
                <a:cs typeface="Arial MT"/>
              </a:rPr>
              <a:t> </a:t>
            </a:r>
            <a:r>
              <a:rPr sz="1100" spc="-10" dirty="0">
                <a:solidFill>
                  <a:srgbClr val="333333"/>
                </a:solidFill>
                <a:latin typeface="Arial MT"/>
                <a:cs typeface="Arial MT"/>
              </a:rPr>
              <a:t>analysis</a:t>
            </a:r>
            <a:endParaRPr sz="1100" dirty="0">
              <a:latin typeface="Arial MT"/>
              <a:cs typeface="Arial MT"/>
            </a:endParaRPr>
          </a:p>
          <a:p>
            <a:pPr marL="325755" indent="-146050">
              <a:lnSpc>
                <a:spcPct val="100000"/>
              </a:lnSpc>
              <a:spcBef>
                <a:spcPts val="335"/>
              </a:spcBef>
              <a:buClr>
                <a:srgbClr val="4B81AE"/>
              </a:buClr>
              <a:buSzPct val="72727"/>
              <a:buFont typeface="Lucida Sans Unicode"/>
              <a:buChar char="►"/>
              <a:tabLst>
                <a:tab pos="325755" algn="l"/>
              </a:tabLst>
            </a:pPr>
            <a:r>
              <a:rPr sz="1100" spc="-40" dirty="0">
                <a:solidFill>
                  <a:srgbClr val="333333"/>
                </a:solidFill>
                <a:latin typeface="Arial MT"/>
                <a:cs typeface="Arial MT"/>
              </a:rPr>
              <a:t>Document</a:t>
            </a:r>
            <a:r>
              <a:rPr sz="1100" spc="15" dirty="0">
                <a:solidFill>
                  <a:srgbClr val="333333"/>
                </a:solidFill>
                <a:latin typeface="Arial MT"/>
                <a:cs typeface="Arial MT"/>
              </a:rPr>
              <a:t> </a:t>
            </a:r>
            <a:r>
              <a:rPr sz="1100" spc="-75" dirty="0">
                <a:solidFill>
                  <a:srgbClr val="333333"/>
                </a:solidFill>
                <a:latin typeface="Arial MT"/>
                <a:cs typeface="Arial MT"/>
              </a:rPr>
              <a:t>analysis</a:t>
            </a:r>
            <a:r>
              <a:rPr sz="1100" spc="15" dirty="0">
                <a:solidFill>
                  <a:srgbClr val="333333"/>
                </a:solidFill>
                <a:latin typeface="Arial MT"/>
                <a:cs typeface="Arial MT"/>
              </a:rPr>
              <a:t> </a:t>
            </a:r>
            <a:r>
              <a:rPr sz="1100" spc="-55" dirty="0">
                <a:solidFill>
                  <a:srgbClr val="333333"/>
                </a:solidFill>
                <a:latin typeface="Arial MT"/>
                <a:cs typeface="Arial MT"/>
              </a:rPr>
              <a:t>and</a:t>
            </a:r>
            <a:r>
              <a:rPr sz="1100" spc="15" dirty="0">
                <a:solidFill>
                  <a:srgbClr val="333333"/>
                </a:solidFill>
                <a:latin typeface="Arial MT"/>
                <a:cs typeface="Arial MT"/>
              </a:rPr>
              <a:t> </a:t>
            </a:r>
            <a:r>
              <a:rPr sz="1100" dirty="0">
                <a:solidFill>
                  <a:srgbClr val="333333"/>
                </a:solidFill>
                <a:latin typeface="Arial MT"/>
                <a:cs typeface="Arial MT"/>
              </a:rPr>
              <a:t>text</a:t>
            </a:r>
            <a:r>
              <a:rPr sz="1100" spc="15" dirty="0">
                <a:solidFill>
                  <a:srgbClr val="333333"/>
                </a:solidFill>
                <a:latin typeface="Arial MT"/>
                <a:cs typeface="Arial MT"/>
              </a:rPr>
              <a:t> </a:t>
            </a:r>
            <a:r>
              <a:rPr sz="1100" spc="-10" dirty="0">
                <a:solidFill>
                  <a:srgbClr val="333333"/>
                </a:solidFill>
                <a:latin typeface="Arial MT"/>
                <a:cs typeface="Arial MT"/>
              </a:rPr>
              <a:t>recognition</a:t>
            </a:r>
            <a:endParaRPr sz="1100" dirty="0">
              <a:latin typeface="Arial MT"/>
              <a:cs typeface="Arial MT"/>
            </a:endParaRPr>
          </a:p>
          <a:p>
            <a:pPr marL="325755" indent="-146050">
              <a:lnSpc>
                <a:spcPct val="100000"/>
              </a:lnSpc>
              <a:spcBef>
                <a:spcPts val="335"/>
              </a:spcBef>
              <a:buClr>
                <a:srgbClr val="4B81AE"/>
              </a:buClr>
              <a:buSzPct val="72727"/>
              <a:buFont typeface="Lucida Sans Unicode"/>
              <a:buChar char="►"/>
              <a:tabLst>
                <a:tab pos="325755" algn="l"/>
              </a:tabLst>
            </a:pPr>
            <a:r>
              <a:rPr sz="1100" spc="-25" dirty="0">
                <a:solidFill>
                  <a:srgbClr val="333333"/>
                </a:solidFill>
                <a:latin typeface="Arial MT"/>
                <a:cs typeface="Arial MT"/>
              </a:rPr>
              <a:t>Object</a:t>
            </a:r>
            <a:r>
              <a:rPr sz="1100" spc="-15" dirty="0">
                <a:solidFill>
                  <a:srgbClr val="333333"/>
                </a:solidFill>
                <a:latin typeface="Arial MT"/>
                <a:cs typeface="Arial MT"/>
              </a:rPr>
              <a:t> </a:t>
            </a:r>
            <a:r>
              <a:rPr sz="1100" spc="-10" dirty="0">
                <a:solidFill>
                  <a:srgbClr val="333333"/>
                </a:solidFill>
                <a:latin typeface="Arial MT"/>
                <a:cs typeface="Arial MT"/>
              </a:rPr>
              <a:t>tracking</a:t>
            </a:r>
            <a:endParaRPr sz="1100" dirty="0">
              <a:latin typeface="Arial MT"/>
              <a:cs typeface="Arial MT"/>
            </a:endParaRPr>
          </a:p>
          <a:p>
            <a:pPr marL="325755" indent="-146050">
              <a:lnSpc>
                <a:spcPct val="100000"/>
              </a:lnSpc>
              <a:spcBef>
                <a:spcPts val="334"/>
              </a:spcBef>
              <a:buClr>
                <a:srgbClr val="4B81AE"/>
              </a:buClr>
              <a:buSzPct val="72727"/>
              <a:buFont typeface="Lucida Sans Unicode"/>
              <a:buChar char="►"/>
              <a:tabLst>
                <a:tab pos="325755" algn="l"/>
              </a:tabLst>
            </a:pPr>
            <a:r>
              <a:rPr sz="1100" spc="-10" dirty="0">
                <a:solidFill>
                  <a:srgbClr val="333333"/>
                </a:solidFill>
                <a:latin typeface="Arial MT"/>
                <a:cs typeface="Arial MT"/>
              </a:rPr>
              <a:t>Segmentation</a:t>
            </a:r>
            <a:endParaRPr sz="1100" dirty="0">
              <a:latin typeface="Arial MT"/>
              <a:cs typeface="Arial MT"/>
            </a:endParaRPr>
          </a:p>
        </p:txBody>
      </p:sp>
      <p:sp>
        <p:nvSpPr>
          <p:cNvPr id="5" name="object 5"/>
          <p:cNvSpPr/>
          <p:nvPr/>
        </p:nvSpPr>
        <p:spPr>
          <a:xfrm>
            <a:off x="68834" y="3308210"/>
            <a:ext cx="4470400" cy="0"/>
          </a:xfrm>
          <a:custGeom>
            <a:avLst/>
            <a:gdLst/>
            <a:ahLst/>
            <a:cxnLst/>
            <a:rect l="l" t="t" r="r" b="b"/>
            <a:pathLst>
              <a:path w="4470400">
                <a:moveTo>
                  <a:pt x="0" y="0"/>
                </a:moveTo>
                <a:lnTo>
                  <a:pt x="4470336" y="0"/>
                </a:lnTo>
              </a:path>
            </a:pathLst>
          </a:custGeom>
          <a:ln w="7594">
            <a:solidFill>
              <a:srgbClr val="4B81AE"/>
            </a:solidFill>
          </a:ln>
        </p:spPr>
        <p:txBody>
          <a:bodyPr wrap="square" lIns="0" tIns="0" rIns="0" bIns="0" rtlCol="0"/>
          <a:lstStyle/>
          <a:p>
            <a:endParaRPr/>
          </a:p>
        </p:txBody>
      </p:sp>
      <p:sp>
        <p:nvSpPr>
          <p:cNvPr id="6" name="object 6"/>
          <p:cNvSpPr txBox="1"/>
          <p:nvPr/>
        </p:nvSpPr>
        <p:spPr>
          <a:xfrm>
            <a:off x="1779498" y="3332022"/>
            <a:ext cx="648335" cy="122555"/>
          </a:xfrm>
          <a:prstGeom prst="rect">
            <a:avLst/>
          </a:prstGeom>
        </p:spPr>
        <p:txBody>
          <a:bodyPr vert="horz" wrap="square" lIns="0" tIns="7620" rIns="0" bIns="0" rtlCol="0">
            <a:spAutoFit/>
          </a:bodyPr>
          <a:lstStyle/>
          <a:p>
            <a:pPr marL="12700">
              <a:lnSpc>
                <a:spcPct val="100000"/>
              </a:lnSpc>
              <a:spcBef>
                <a:spcPts val="60"/>
              </a:spcBef>
            </a:pPr>
            <a:r>
              <a:rPr sz="600" i="1" spc="-20" dirty="0">
                <a:solidFill>
                  <a:srgbClr val="333333"/>
                </a:solidFill>
                <a:latin typeface="Verdana"/>
                <a:cs typeface="Verdana"/>
                <a:hlinkClick r:id="rId4" action="ppaction://hlinksldjump"/>
              </a:rPr>
              <a:t>Computer</a:t>
            </a:r>
            <a:r>
              <a:rPr sz="600" i="1" spc="25" dirty="0">
                <a:solidFill>
                  <a:srgbClr val="333333"/>
                </a:solidFill>
                <a:latin typeface="Verdana"/>
                <a:cs typeface="Verdana"/>
                <a:hlinkClick r:id="rId4" action="ppaction://hlinksldjump"/>
              </a:rPr>
              <a:t> </a:t>
            </a:r>
            <a:r>
              <a:rPr sz="600" i="1" spc="-10" dirty="0">
                <a:solidFill>
                  <a:srgbClr val="333333"/>
                </a:solidFill>
                <a:latin typeface="Verdana"/>
                <a:cs typeface="Verdana"/>
                <a:hlinkClick r:id="rId4" action="ppaction://hlinksldjump"/>
              </a:rPr>
              <a:t>Vision</a:t>
            </a:r>
            <a:endParaRPr sz="600">
              <a:latin typeface="Verdana"/>
              <a:cs typeface="Verdana"/>
            </a:endParaRPr>
          </a:p>
        </p:txBody>
      </p:sp>
      <p:sp>
        <p:nvSpPr>
          <p:cNvPr id="7" name="object 7"/>
          <p:cNvSpPr txBox="1"/>
          <p:nvPr/>
        </p:nvSpPr>
        <p:spPr>
          <a:xfrm>
            <a:off x="2577040" y="3332022"/>
            <a:ext cx="281305" cy="122555"/>
          </a:xfrm>
          <a:prstGeom prst="rect">
            <a:avLst/>
          </a:prstGeom>
        </p:spPr>
        <p:txBody>
          <a:bodyPr vert="horz" wrap="square" lIns="0" tIns="7620" rIns="0" bIns="0" rtlCol="0">
            <a:spAutoFit/>
          </a:bodyPr>
          <a:lstStyle/>
          <a:p>
            <a:pPr marL="15240">
              <a:lnSpc>
                <a:spcPct val="100000"/>
              </a:lnSpc>
              <a:spcBef>
                <a:spcPts val="60"/>
              </a:spcBef>
            </a:pPr>
            <a:fld id="{81D60167-4931-47E6-BA6A-407CBD079E47}" type="slidenum">
              <a:rPr sz="600" i="1" spc="-45" dirty="0">
                <a:solidFill>
                  <a:srgbClr val="333333"/>
                </a:solidFill>
                <a:latin typeface="Verdana"/>
                <a:cs typeface="Verdana"/>
              </a:rPr>
              <a:t>15</a:t>
            </a:fld>
            <a:r>
              <a:rPr sz="600" i="1" spc="-90" dirty="0">
                <a:solidFill>
                  <a:srgbClr val="333333"/>
                </a:solidFill>
                <a:latin typeface="Verdana"/>
                <a:cs typeface="Verdana"/>
              </a:rPr>
              <a:t> </a:t>
            </a:r>
            <a:r>
              <a:rPr sz="600" i="1" spc="70" dirty="0">
                <a:solidFill>
                  <a:srgbClr val="333333"/>
                </a:solidFill>
                <a:latin typeface="Verdana"/>
                <a:cs typeface="Verdana"/>
              </a:rPr>
              <a:t>/</a:t>
            </a:r>
            <a:r>
              <a:rPr sz="600" i="1" spc="-85" dirty="0">
                <a:solidFill>
                  <a:srgbClr val="333333"/>
                </a:solidFill>
                <a:latin typeface="Verdana"/>
                <a:cs typeface="Verdana"/>
              </a:rPr>
              <a:t> </a:t>
            </a:r>
            <a:r>
              <a:rPr sz="600" i="1" spc="-25" dirty="0">
                <a:solidFill>
                  <a:srgbClr val="333333"/>
                </a:solidFill>
                <a:latin typeface="Verdana"/>
                <a:cs typeface="Verdana"/>
              </a:rPr>
              <a:t>59</a:t>
            </a:r>
            <a:endParaRPr sz="600">
              <a:latin typeface="Verdana"/>
              <a:cs typeface="Verdana"/>
            </a:endParaRPr>
          </a:p>
        </p:txBody>
      </p:sp>
    </p:spTree>
  </p:cSld>
  <p:clrMapOvr>
    <a:masterClrMapping/>
  </p:clrMapOvr>
  <p:transition>
    <p:cut/>
  </p:transition>
</p:sld>
</file>

<file path=ppt/slides/slide16.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pic>
        <p:nvPicPr>
          <p:cNvPr id="4" name="object 4"/>
          <p:cNvPicPr/>
          <p:nvPr/>
        </p:nvPicPr>
        <p:blipFill>
          <a:blip r:embed="rId2" cstate="print"/>
          <a:stretch>
            <a:fillRect/>
          </a:stretch>
        </p:blipFill>
        <p:spPr>
          <a:xfrm>
            <a:off x="68833" y="112855"/>
            <a:ext cx="4470398" cy="7591"/>
          </a:xfrm>
          <a:prstGeom prst="rect">
            <a:avLst/>
          </a:prstGeom>
        </p:spPr>
      </p:pic>
      <p:sp>
        <p:nvSpPr>
          <p:cNvPr id="5" name="object 5"/>
          <p:cNvSpPr txBox="1"/>
          <p:nvPr/>
        </p:nvSpPr>
        <p:spPr>
          <a:xfrm>
            <a:off x="23304" y="-14801"/>
            <a:ext cx="2308860" cy="367665"/>
          </a:xfrm>
          <a:prstGeom prst="rect">
            <a:avLst/>
          </a:prstGeom>
        </p:spPr>
        <p:txBody>
          <a:bodyPr vert="horz" wrap="square" lIns="0" tIns="36830" rIns="0" bIns="0" rtlCol="0">
            <a:spAutoFit/>
          </a:bodyPr>
          <a:lstStyle/>
          <a:p>
            <a:pPr marL="45085">
              <a:lnSpc>
                <a:spcPct val="100000"/>
              </a:lnSpc>
              <a:spcBef>
                <a:spcPts val="290"/>
              </a:spcBef>
              <a:tabLst>
                <a:tab pos="1461135" algn="l"/>
              </a:tabLst>
            </a:pPr>
            <a:r>
              <a:rPr sz="500" b="1" spc="-10" dirty="0">
                <a:solidFill>
                  <a:srgbClr val="3F3F3F"/>
                </a:solidFill>
                <a:latin typeface="Arial"/>
                <a:cs typeface="Arial"/>
                <a:hlinkClick r:id="rId3" action="ppaction://hlinksldjump"/>
              </a:rPr>
              <a:t>Introduction</a:t>
            </a:r>
            <a:r>
              <a:rPr sz="500" b="1" dirty="0">
                <a:solidFill>
                  <a:srgbClr val="3F3F3F"/>
                </a:solidFill>
                <a:latin typeface="Arial"/>
                <a:cs typeface="Arial"/>
              </a:rPr>
              <a:t>	</a:t>
            </a:r>
            <a:endParaRPr sz="500" dirty="0">
              <a:latin typeface="Arial"/>
              <a:cs typeface="Arial"/>
            </a:endParaRPr>
          </a:p>
          <a:p>
            <a:pPr marL="12700">
              <a:lnSpc>
                <a:spcPct val="100000"/>
              </a:lnSpc>
              <a:spcBef>
                <a:spcPts val="459"/>
              </a:spcBef>
            </a:pPr>
            <a:r>
              <a:rPr sz="1200" b="1" spc="-10" dirty="0">
                <a:solidFill>
                  <a:srgbClr val="4B81AE"/>
                </a:solidFill>
                <a:latin typeface="Arial"/>
                <a:cs typeface="Arial"/>
              </a:rPr>
              <a:t>Face </a:t>
            </a:r>
            <a:r>
              <a:rPr sz="1200" b="1" dirty="0">
                <a:solidFill>
                  <a:srgbClr val="4B81AE"/>
                </a:solidFill>
                <a:latin typeface="Arial"/>
                <a:cs typeface="Arial"/>
              </a:rPr>
              <a:t>Detection</a:t>
            </a:r>
            <a:r>
              <a:rPr sz="1200" b="1" spc="-10" dirty="0">
                <a:solidFill>
                  <a:srgbClr val="4B81AE"/>
                </a:solidFill>
                <a:latin typeface="Arial"/>
                <a:cs typeface="Arial"/>
              </a:rPr>
              <a:t> </a:t>
            </a:r>
            <a:r>
              <a:rPr sz="1200" b="1" dirty="0">
                <a:solidFill>
                  <a:srgbClr val="4B81AE"/>
                </a:solidFill>
                <a:latin typeface="Arial"/>
                <a:cs typeface="Arial"/>
              </a:rPr>
              <a:t>and</a:t>
            </a:r>
            <a:r>
              <a:rPr sz="1200" b="1" spc="-5" dirty="0">
                <a:solidFill>
                  <a:srgbClr val="4B81AE"/>
                </a:solidFill>
                <a:latin typeface="Arial"/>
                <a:cs typeface="Arial"/>
              </a:rPr>
              <a:t> </a:t>
            </a:r>
            <a:r>
              <a:rPr sz="1200" b="1" spc="-25" dirty="0">
                <a:solidFill>
                  <a:srgbClr val="4B81AE"/>
                </a:solidFill>
                <a:latin typeface="Arial"/>
                <a:cs typeface="Arial"/>
              </a:rPr>
              <a:t>Recognition</a:t>
            </a:r>
            <a:endParaRPr sz="1200" dirty="0">
              <a:latin typeface="Arial"/>
              <a:cs typeface="Arial"/>
            </a:endParaRPr>
          </a:p>
        </p:txBody>
      </p:sp>
      <p:pic>
        <p:nvPicPr>
          <p:cNvPr id="6" name="object 6"/>
          <p:cNvPicPr/>
          <p:nvPr/>
        </p:nvPicPr>
        <p:blipFill>
          <a:blip r:embed="rId4" cstate="print"/>
          <a:stretch>
            <a:fillRect/>
          </a:stretch>
        </p:blipFill>
        <p:spPr>
          <a:xfrm>
            <a:off x="308152" y="636956"/>
            <a:ext cx="3991826" cy="1172844"/>
          </a:xfrm>
          <a:prstGeom prst="rect">
            <a:avLst/>
          </a:prstGeom>
        </p:spPr>
      </p:pic>
      <p:sp>
        <p:nvSpPr>
          <p:cNvPr id="7" name="object 7"/>
          <p:cNvSpPr/>
          <p:nvPr/>
        </p:nvSpPr>
        <p:spPr>
          <a:xfrm>
            <a:off x="68834" y="3308210"/>
            <a:ext cx="4470400" cy="0"/>
          </a:xfrm>
          <a:custGeom>
            <a:avLst/>
            <a:gdLst/>
            <a:ahLst/>
            <a:cxnLst/>
            <a:rect l="l" t="t" r="r" b="b"/>
            <a:pathLst>
              <a:path w="4470400">
                <a:moveTo>
                  <a:pt x="0" y="0"/>
                </a:moveTo>
                <a:lnTo>
                  <a:pt x="4470336" y="0"/>
                </a:lnTo>
              </a:path>
            </a:pathLst>
          </a:custGeom>
          <a:ln w="7594">
            <a:solidFill>
              <a:srgbClr val="4B81AE"/>
            </a:solidFill>
          </a:ln>
        </p:spPr>
        <p:txBody>
          <a:bodyPr wrap="square" lIns="0" tIns="0" rIns="0" bIns="0" rtlCol="0"/>
          <a:lstStyle/>
          <a:p>
            <a:endParaRPr/>
          </a:p>
        </p:txBody>
      </p:sp>
      <p:sp>
        <p:nvSpPr>
          <p:cNvPr id="8" name="object 8"/>
          <p:cNvSpPr txBox="1"/>
          <p:nvPr/>
        </p:nvSpPr>
        <p:spPr>
          <a:xfrm>
            <a:off x="1779498" y="3332022"/>
            <a:ext cx="648335" cy="122555"/>
          </a:xfrm>
          <a:prstGeom prst="rect">
            <a:avLst/>
          </a:prstGeom>
        </p:spPr>
        <p:txBody>
          <a:bodyPr vert="horz" wrap="square" lIns="0" tIns="7620" rIns="0" bIns="0" rtlCol="0">
            <a:spAutoFit/>
          </a:bodyPr>
          <a:lstStyle/>
          <a:p>
            <a:pPr marL="12700">
              <a:lnSpc>
                <a:spcPct val="100000"/>
              </a:lnSpc>
              <a:spcBef>
                <a:spcPts val="60"/>
              </a:spcBef>
            </a:pPr>
            <a:r>
              <a:rPr sz="600" i="1" spc="-20" dirty="0">
                <a:solidFill>
                  <a:srgbClr val="333333"/>
                </a:solidFill>
                <a:latin typeface="Verdana"/>
                <a:cs typeface="Verdana"/>
                <a:hlinkClick r:id="rId5" action="ppaction://hlinksldjump"/>
              </a:rPr>
              <a:t>Computer</a:t>
            </a:r>
            <a:r>
              <a:rPr sz="600" i="1" spc="25" dirty="0">
                <a:solidFill>
                  <a:srgbClr val="333333"/>
                </a:solidFill>
                <a:latin typeface="Verdana"/>
                <a:cs typeface="Verdana"/>
                <a:hlinkClick r:id="rId5" action="ppaction://hlinksldjump"/>
              </a:rPr>
              <a:t> </a:t>
            </a:r>
            <a:r>
              <a:rPr sz="600" i="1" spc="-10" dirty="0">
                <a:solidFill>
                  <a:srgbClr val="333333"/>
                </a:solidFill>
                <a:latin typeface="Verdana"/>
                <a:cs typeface="Verdana"/>
                <a:hlinkClick r:id="rId5" action="ppaction://hlinksldjump"/>
              </a:rPr>
              <a:t>Vision</a:t>
            </a:r>
            <a:endParaRPr sz="600">
              <a:latin typeface="Verdana"/>
              <a:cs typeface="Verdana"/>
            </a:endParaRPr>
          </a:p>
        </p:txBody>
      </p:sp>
      <p:sp>
        <p:nvSpPr>
          <p:cNvPr id="9" name="object 9"/>
          <p:cNvSpPr txBox="1"/>
          <p:nvPr/>
        </p:nvSpPr>
        <p:spPr>
          <a:xfrm>
            <a:off x="2577040" y="3332022"/>
            <a:ext cx="281305" cy="122555"/>
          </a:xfrm>
          <a:prstGeom prst="rect">
            <a:avLst/>
          </a:prstGeom>
        </p:spPr>
        <p:txBody>
          <a:bodyPr vert="horz" wrap="square" lIns="0" tIns="7620" rIns="0" bIns="0" rtlCol="0">
            <a:spAutoFit/>
          </a:bodyPr>
          <a:lstStyle/>
          <a:p>
            <a:pPr marL="15240">
              <a:lnSpc>
                <a:spcPct val="100000"/>
              </a:lnSpc>
              <a:spcBef>
                <a:spcPts val="60"/>
              </a:spcBef>
            </a:pPr>
            <a:fld id="{81D60167-4931-47E6-BA6A-407CBD079E47}" type="slidenum">
              <a:rPr sz="600" i="1" spc="-45" dirty="0">
                <a:solidFill>
                  <a:srgbClr val="333333"/>
                </a:solidFill>
                <a:latin typeface="Verdana"/>
                <a:cs typeface="Verdana"/>
              </a:rPr>
              <a:t>16</a:t>
            </a:fld>
            <a:r>
              <a:rPr sz="600" i="1" spc="-90" dirty="0">
                <a:solidFill>
                  <a:srgbClr val="333333"/>
                </a:solidFill>
                <a:latin typeface="Verdana"/>
                <a:cs typeface="Verdana"/>
              </a:rPr>
              <a:t> </a:t>
            </a:r>
            <a:r>
              <a:rPr sz="600" i="1" spc="70" dirty="0">
                <a:solidFill>
                  <a:srgbClr val="333333"/>
                </a:solidFill>
                <a:latin typeface="Verdana"/>
                <a:cs typeface="Verdana"/>
              </a:rPr>
              <a:t>/</a:t>
            </a:r>
            <a:r>
              <a:rPr sz="600" i="1" spc="-85" dirty="0">
                <a:solidFill>
                  <a:srgbClr val="333333"/>
                </a:solidFill>
                <a:latin typeface="Verdana"/>
                <a:cs typeface="Verdana"/>
              </a:rPr>
              <a:t> </a:t>
            </a:r>
            <a:r>
              <a:rPr sz="600" i="1" spc="-25" dirty="0">
                <a:solidFill>
                  <a:srgbClr val="333333"/>
                </a:solidFill>
                <a:latin typeface="Verdana"/>
                <a:cs typeface="Verdana"/>
              </a:rPr>
              <a:t>59</a:t>
            </a:r>
            <a:endParaRPr sz="600">
              <a:latin typeface="Verdana"/>
              <a:cs typeface="Verdana"/>
            </a:endParaRPr>
          </a:p>
        </p:txBody>
      </p:sp>
    </p:spTree>
  </p:cSld>
  <p:clrMapOvr>
    <a:masterClrMapping/>
  </p:clrMapOvr>
  <p:transition>
    <p:cut/>
  </p:transition>
</p:sld>
</file>

<file path=ppt/slides/slide17.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pic>
        <p:nvPicPr>
          <p:cNvPr id="3" name="object 3"/>
          <p:cNvPicPr/>
          <p:nvPr/>
        </p:nvPicPr>
        <p:blipFill>
          <a:blip r:embed="rId3" cstate="print"/>
          <a:stretch>
            <a:fillRect/>
          </a:stretch>
        </p:blipFill>
        <p:spPr>
          <a:xfrm>
            <a:off x="68834" y="112855"/>
            <a:ext cx="4470398" cy="7591"/>
          </a:xfrm>
          <a:prstGeom prst="rect">
            <a:avLst/>
          </a:prstGeom>
        </p:spPr>
      </p:pic>
      <p:sp>
        <p:nvSpPr>
          <p:cNvPr id="4" name="object 4"/>
          <p:cNvSpPr txBox="1"/>
          <p:nvPr/>
        </p:nvSpPr>
        <p:spPr>
          <a:xfrm>
            <a:off x="23304" y="-9546"/>
            <a:ext cx="3241675" cy="367665"/>
          </a:xfrm>
          <a:prstGeom prst="rect">
            <a:avLst/>
          </a:prstGeom>
        </p:spPr>
        <p:txBody>
          <a:bodyPr vert="horz" wrap="square" lIns="0" tIns="36830" rIns="0" bIns="0" rtlCol="0">
            <a:spAutoFit/>
          </a:bodyPr>
          <a:lstStyle/>
          <a:p>
            <a:pPr marL="45085">
              <a:lnSpc>
                <a:spcPct val="100000"/>
              </a:lnSpc>
              <a:spcBef>
                <a:spcPts val="290"/>
              </a:spcBef>
              <a:tabLst>
                <a:tab pos="1461135" algn="l"/>
                <a:tab pos="2847340" algn="l"/>
              </a:tabLst>
            </a:pPr>
            <a:r>
              <a:rPr sz="500" b="1" spc="-10" dirty="0">
                <a:solidFill>
                  <a:srgbClr val="3F3F3F"/>
                </a:solidFill>
                <a:latin typeface="Arial"/>
                <a:cs typeface="Arial"/>
                <a:hlinkClick r:id="rId4" action="ppaction://hlinksldjump"/>
              </a:rPr>
              <a:t>Introduction</a:t>
            </a:r>
            <a:r>
              <a:rPr sz="500" b="1" dirty="0">
                <a:solidFill>
                  <a:srgbClr val="3F3F3F"/>
                </a:solidFill>
                <a:latin typeface="Arial"/>
                <a:cs typeface="Arial"/>
              </a:rPr>
              <a:t>	</a:t>
            </a:r>
            <a:r>
              <a:rPr sz="500" b="1" dirty="0">
                <a:solidFill>
                  <a:srgbClr val="E2E2E2"/>
                </a:solidFill>
                <a:latin typeface="Arial"/>
                <a:cs typeface="Arial"/>
              </a:rPr>
              <a:t>	</a:t>
            </a:r>
            <a:endParaRPr sz="500" dirty="0">
              <a:latin typeface="Arial"/>
              <a:cs typeface="Arial"/>
            </a:endParaRPr>
          </a:p>
          <a:p>
            <a:pPr marL="12700">
              <a:lnSpc>
                <a:spcPct val="100000"/>
              </a:lnSpc>
              <a:spcBef>
                <a:spcPts val="459"/>
              </a:spcBef>
            </a:pPr>
            <a:r>
              <a:rPr sz="1200" b="1" spc="-20" dirty="0">
                <a:solidFill>
                  <a:srgbClr val="4B81AE"/>
                </a:solidFill>
                <a:latin typeface="Arial"/>
                <a:cs typeface="Arial"/>
              </a:rPr>
              <a:t>Industrial</a:t>
            </a:r>
            <a:r>
              <a:rPr sz="1200" b="1" spc="5" dirty="0">
                <a:solidFill>
                  <a:srgbClr val="4B81AE"/>
                </a:solidFill>
                <a:latin typeface="Arial"/>
                <a:cs typeface="Arial"/>
              </a:rPr>
              <a:t> </a:t>
            </a:r>
            <a:r>
              <a:rPr sz="1200" b="1" spc="-25" dirty="0">
                <a:solidFill>
                  <a:srgbClr val="4B81AE"/>
                </a:solidFill>
                <a:latin typeface="Arial"/>
                <a:cs typeface="Arial"/>
              </a:rPr>
              <a:t>Inspection,</a:t>
            </a:r>
            <a:r>
              <a:rPr sz="1200" b="1" spc="10" dirty="0">
                <a:solidFill>
                  <a:srgbClr val="4B81AE"/>
                </a:solidFill>
                <a:latin typeface="Arial"/>
                <a:cs typeface="Arial"/>
              </a:rPr>
              <a:t> </a:t>
            </a:r>
            <a:r>
              <a:rPr sz="1200" b="1" dirty="0">
                <a:solidFill>
                  <a:srgbClr val="4B81AE"/>
                </a:solidFill>
                <a:latin typeface="Arial"/>
                <a:cs typeface="Arial"/>
              </a:rPr>
              <a:t>Monitoring</a:t>
            </a:r>
            <a:r>
              <a:rPr sz="1200" b="1" spc="5" dirty="0">
                <a:solidFill>
                  <a:srgbClr val="4B81AE"/>
                </a:solidFill>
                <a:latin typeface="Arial"/>
                <a:cs typeface="Arial"/>
              </a:rPr>
              <a:t> </a:t>
            </a:r>
            <a:r>
              <a:rPr sz="1200" b="1" dirty="0">
                <a:solidFill>
                  <a:srgbClr val="4B81AE"/>
                </a:solidFill>
                <a:latin typeface="Arial"/>
                <a:cs typeface="Arial"/>
              </a:rPr>
              <a:t>and</a:t>
            </a:r>
            <a:r>
              <a:rPr sz="1200" b="1" spc="5" dirty="0">
                <a:solidFill>
                  <a:srgbClr val="4B81AE"/>
                </a:solidFill>
                <a:latin typeface="Arial"/>
                <a:cs typeface="Arial"/>
              </a:rPr>
              <a:t> </a:t>
            </a:r>
            <a:r>
              <a:rPr sz="1200" b="1" spc="-10" dirty="0">
                <a:solidFill>
                  <a:srgbClr val="4B81AE"/>
                </a:solidFill>
                <a:latin typeface="Arial"/>
                <a:cs typeface="Arial"/>
              </a:rPr>
              <a:t>Control</a:t>
            </a:r>
            <a:endParaRPr sz="1200" dirty="0">
              <a:latin typeface="Arial"/>
              <a:cs typeface="Arial"/>
            </a:endParaRPr>
          </a:p>
        </p:txBody>
      </p:sp>
      <p:grpSp>
        <p:nvGrpSpPr>
          <p:cNvPr id="5" name="object 5"/>
          <p:cNvGrpSpPr/>
          <p:nvPr/>
        </p:nvGrpSpPr>
        <p:grpSpPr>
          <a:xfrm>
            <a:off x="36004" y="485122"/>
            <a:ext cx="4536440" cy="2548255"/>
            <a:chOff x="36004" y="485122"/>
            <a:chExt cx="4536440" cy="2548255"/>
          </a:xfrm>
        </p:grpSpPr>
        <p:pic>
          <p:nvPicPr>
            <p:cNvPr id="6" name="object 6"/>
            <p:cNvPicPr/>
            <p:nvPr/>
          </p:nvPicPr>
          <p:blipFill>
            <a:blip r:embed="rId5" cstate="print"/>
            <a:stretch>
              <a:fillRect/>
            </a:stretch>
          </p:blipFill>
          <p:spPr>
            <a:xfrm>
              <a:off x="36004" y="610629"/>
              <a:ext cx="2267990" cy="2296654"/>
            </a:xfrm>
            <a:prstGeom prst="rect">
              <a:avLst/>
            </a:prstGeom>
          </p:spPr>
        </p:pic>
        <p:pic>
          <p:nvPicPr>
            <p:cNvPr id="7" name="object 7"/>
            <p:cNvPicPr/>
            <p:nvPr/>
          </p:nvPicPr>
          <p:blipFill>
            <a:blip r:embed="rId6" cstate="print"/>
            <a:stretch>
              <a:fillRect/>
            </a:stretch>
          </p:blipFill>
          <p:spPr>
            <a:xfrm>
              <a:off x="2303995" y="485122"/>
              <a:ext cx="2267963" cy="1276228"/>
            </a:xfrm>
            <a:prstGeom prst="rect">
              <a:avLst/>
            </a:prstGeom>
          </p:spPr>
        </p:pic>
        <p:pic>
          <p:nvPicPr>
            <p:cNvPr id="8" name="object 8"/>
            <p:cNvPicPr/>
            <p:nvPr/>
          </p:nvPicPr>
          <p:blipFill>
            <a:blip r:embed="rId7" cstate="print"/>
            <a:stretch>
              <a:fillRect/>
            </a:stretch>
          </p:blipFill>
          <p:spPr>
            <a:xfrm>
              <a:off x="2303995" y="1946082"/>
              <a:ext cx="2267955" cy="1086728"/>
            </a:xfrm>
            <a:prstGeom prst="rect">
              <a:avLst/>
            </a:prstGeom>
          </p:spPr>
        </p:pic>
      </p:grpSp>
      <p:sp>
        <p:nvSpPr>
          <p:cNvPr id="9" name="object 9"/>
          <p:cNvSpPr/>
          <p:nvPr/>
        </p:nvSpPr>
        <p:spPr>
          <a:xfrm>
            <a:off x="68834" y="3308210"/>
            <a:ext cx="4470400" cy="0"/>
          </a:xfrm>
          <a:custGeom>
            <a:avLst/>
            <a:gdLst/>
            <a:ahLst/>
            <a:cxnLst/>
            <a:rect l="l" t="t" r="r" b="b"/>
            <a:pathLst>
              <a:path w="4470400">
                <a:moveTo>
                  <a:pt x="0" y="0"/>
                </a:moveTo>
                <a:lnTo>
                  <a:pt x="4470336" y="0"/>
                </a:lnTo>
              </a:path>
            </a:pathLst>
          </a:custGeom>
          <a:ln w="7594">
            <a:solidFill>
              <a:srgbClr val="4B81AE"/>
            </a:solidFill>
          </a:ln>
        </p:spPr>
        <p:txBody>
          <a:bodyPr wrap="square" lIns="0" tIns="0" rIns="0" bIns="0" rtlCol="0"/>
          <a:lstStyle/>
          <a:p>
            <a:endParaRPr/>
          </a:p>
        </p:txBody>
      </p:sp>
      <p:sp>
        <p:nvSpPr>
          <p:cNvPr id="10" name="object 10"/>
          <p:cNvSpPr txBox="1"/>
          <p:nvPr/>
        </p:nvSpPr>
        <p:spPr>
          <a:xfrm>
            <a:off x="1779498" y="3332022"/>
            <a:ext cx="648335" cy="122555"/>
          </a:xfrm>
          <a:prstGeom prst="rect">
            <a:avLst/>
          </a:prstGeom>
        </p:spPr>
        <p:txBody>
          <a:bodyPr vert="horz" wrap="square" lIns="0" tIns="7620" rIns="0" bIns="0" rtlCol="0">
            <a:spAutoFit/>
          </a:bodyPr>
          <a:lstStyle/>
          <a:p>
            <a:pPr marL="12700">
              <a:lnSpc>
                <a:spcPct val="100000"/>
              </a:lnSpc>
              <a:spcBef>
                <a:spcPts val="60"/>
              </a:spcBef>
            </a:pPr>
            <a:r>
              <a:rPr sz="600" i="1" spc="-20" dirty="0">
                <a:solidFill>
                  <a:srgbClr val="333333"/>
                </a:solidFill>
                <a:latin typeface="Verdana"/>
                <a:cs typeface="Verdana"/>
                <a:hlinkClick r:id="rId8" action="ppaction://hlinksldjump"/>
              </a:rPr>
              <a:t>Computer</a:t>
            </a:r>
            <a:r>
              <a:rPr sz="600" i="1" spc="25" dirty="0">
                <a:solidFill>
                  <a:srgbClr val="333333"/>
                </a:solidFill>
                <a:latin typeface="Verdana"/>
                <a:cs typeface="Verdana"/>
                <a:hlinkClick r:id="rId8" action="ppaction://hlinksldjump"/>
              </a:rPr>
              <a:t> </a:t>
            </a:r>
            <a:r>
              <a:rPr sz="600" i="1" spc="-10" dirty="0">
                <a:solidFill>
                  <a:srgbClr val="333333"/>
                </a:solidFill>
                <a:latin typeface="Verdana"/>
                <a:cs typeface="Verdana"/>
                <a:hlinkClick r:id="rId8" action="ppaction://hlinksldjump"/>
              </a:rPr>
              <a:t>Vision</a:t>
            </a:r>
            <a:endParaRPr sz="600">
              <a:latin typeface="Verdana"/>
              <a:cs typeface="Verdana"/>
            </a:endParaRPr>
          </a:p>
        </p:txBody>
      </p:sp>
      <p:sp>
        <p:nvSpPr>
          <p:cNvPr id="11" name="object 11"/>
          <p:cNvSpPr txBox="1"/>
          <p:nvPr/>
        </p:nvSpPr>
        <p:spPr>
          <a:xfrm>
            <a:off x="2577040" y="3332022"/>
            <a:ext cx="281305" cy="122555"/>
          </a:xfrm>
          <a:prstGeom prst="rect">
            <a:avLst/>
          </a:prstGeom>
        </p:spPr>
        <p:txBody>
          <a:bodyPr vert="horz" wrap="square" lIns="0" tIns="7620" rIns="0" bIns="0" rtlCol="0">
            <a:spAutoFit/>
          </a:bodyPr>
          <a:lstStyle/>
          <a:p>
            <a:pPr marL="15240">
              <a:lnSpc>
                <a:spcPct val="100000"/>
              </a:lnSpc>
              <a:spcBef>
                <a:spcPts val="60"/>
              </a:spcBef>
            </a:pPr>
            <a:fld id="{81D60167-4931-47E6-BA6A-407CBD079E47}" type="slidenum">
              <a:rPr sz="600" i="1" spc="-45" dirty="0">
                <a:solidFill>
                  <a:srgbClr val="333333"/>
                </a:solidFill>
                <a:latin typeface="Verdana"/>
                <a:cs typeface="Verdana"/>
              </a:rPr>
              <a:t>17</a:t>
            </a:fld>
            <a:r>
              <a:rPr sz="600" i="1" spc="-90" dirty="0">
                <a:solidFill>
                  <a:srgbClr val="333333"/>
                </a:solidFill>
                <a:latin typeface="Verdana"/>
                <a:cs typeface="Verdana"/>
              </a:rPr>
              <a:t> </a:t>
            </a:r>
            <a:r>
              <a:rPr sz="600" i="1" spc="70" dirty="0">
                <a:solidFill>
                  <a:srgbClr val="333333"/>
                </a:solidFill>
                <a:latin typeface="Verdana"/>
                <a:cs typeface="Verdana"/>
              </a:rPr>
              <a:t>/</a:t>
            </a:r>
            <a:r>
              <a:rPr sz="600" i="1" spc="-85" dirty="0">
                <a:solidFill>
                  <a:srgbClr val="333333"/>
                </a:solidFill>
                <a:latin typeface="Verdana"/>
                <a:cs typeface="Verdana"/>
              </a:rPr>
              <a:t> </a:t>
            </a:r>
            <a:r>
              <a:rPr sz="600" i="1" spc="-25" dirty="0">
                <a:solidFill>
                  <a:srgbClr val="333333"/>
                </a:solidFill>
                <a:latin typeface="Verdana"/>
                <a:cs typeface="Verdana"/>
              </a:rPr>
              <a:t>59</a:t>
            </a:r>
            <a:endParaRPr sz="600">
              <a:latin typeface="Verdana"/>
              <a:cs typeface="Verdana"/>
            </a:endParaRPr>
          </a:p>
        </p:txBody>
      </p:sp>
    </p:spTree>
  </p:cSld>
  <p:clrMapOvr>
    <a:masterClrMapping/>
  </p:clrMapOvr>
  <p:transition>
    <p:cut/>
  </p:transition>
</p:sld>
</file>

<file path=ppt/slides/slide18.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object 2"/>
          <p:cNvSpPr txBox="1"/>
          <p:nvPr/>
        </p:nvSpPr>
        <p:spPr>
          <a:xfrm>
            <a:off x="56134" y="15020"/>
            <a:ext cx="412115" cy="101600"/>
          </a:xfrm>
          <a:prstGeom prst="rect">
            <a:avLst/>
          </a:prstGeom>
        </p:spPr>
        <p:txBody>
          <a:bodyPr vert="horz" wrap="square" lIns="0" tIns="12065" rIns="0" bIns="0" rtlCol="0">
            <a:spAutoFit/>
          </a:bodyPr>
          <a:lstStyle/>
          <a:p>
            <a:pPr marL="12700">
              <a:lnSpc>
                <a:spcPct val="100000"/>
              </a:lnSpc>
              <a:spcBef>
                <a:spcPts val="95"/>
              </a:spcBef>
            </a:pPr>
            <a:r>
              <a:rPr sz="500" b="1" spc="-10" dirty="0">
                <a:solidFill>
                  <a:srgbClr val="3F3F3F"/>
                </a:solidFill>
                <a:latin typeface="Arial"/>
                <a:cs typeface="Arial"/>
                <a:hlinkClick r:id="rId2" action="ppaction://hlinksldjump"/>
              </a:rPr>
              <a:t>Introduction</a:t>
            </a:r>
            <a:endParaRPr sz="500">
              <a:latin typeface="Arial"/>
              <a:cs typeface="Arial"/>
            </a:endParaRPr>
          </a:p>
        </p:txBody>
      </p:sp>
      <p:pic>
        <p:nvPicPr>
          <p:cNvPr id="6" name="object 6"/>
          <p:cNvPicPr/>
          <p:nvPr/>
        </p:nvPicPr>
        <p:blipFill>
          <a:blip r:embed="rId3" cstate="print"/>
          <a:stretch>
            <a:fillRect/>
          </a:stretch>
        </p:blipFill>
        <p:spPr>
          <a:xfrm>
            <a:off x="68833" y="112855"/>
            <a:ext cx="4470399" cy="7591"/>
          </a:xfrm>
          <a:prstGeom prst="rect">
            <a:avLst/>
          </a:prstGeom>
        </p:spPr>
      </p:pic>
      <p:sp>
        <p:nvSpPr>
          <p:cNvPr id="7" name="object 7"/>
          <p:cNvSpPr txBox="1"/>
          <p:nvPr/>
        </p:nvSpPr>
        <p:spPr>
          <a:xfrm>
            <a:off x="23304" y="149895"/>
            <a:ext cx="1381760" cy="207645"/>
          </a:xfrm>
          <a:prstGeom prst="rect">
            <a:avLst/>
          </a:prstGeom>
        </p:spPr>
        <p:txBody>
          <a:bodyPr vert="horz" wrap="square" lIns="0" tIns="12065" rIns="0" bIns="0" rtlCol="0">
            <a:spAutoFit/>
          </a:bodyPr>
          <a:lstStyle/>
          <a:p>
            <a:pPr marL="12700">
              <a:lnSpc>
                <a:spcPct val="100000"/>
              </a:lnSpc>
              <a:spcBef>
                <a:spcPts val="95"/>
              </a:spcBef>
            </a:pPr>
            <a:r>
              <a:rPr sz="1200" b="1" spc="-10" dirty="0">
                <a:solidFill>
                  <a:srgbClr val="4B81AE"/>
                </a:solidFill>
                <a:latin typeface="Arial"/>
                <a:cs typeface="Arial"/>
              </a:rPr>
              <a:t>Augmented</a:t>
            </a:r>
            <a:r>
              <a:rPr sz="1200" b="1" spc="-40" dirty="0">
                <a:solidFill>
                  <a:srgbClr val="4B81AE"/>
                </a:solidFill>
                <a:latin typeface="Arial"/>
                <a:cs typeface="Arial"/>
              </a:rPr>
              <a:t> </a:t>
            </a:r>
            <a:r>
              <a:rPr sz="1200" b="1" spc="-10" dirty="0">
                <a:solidFill>
                  <a:srgbClr val="4B81AE"/>
                </a:solidFill>
                <a:latin typeface="Arial"/>
                <a:cs typeface="Arial"/>
              </a:rPr>
              <a:t>Reality</a:t>
            </a:r>
            <a:endParaRPr sz="1200">
              <a:latin typeface="Arial"/>
              <a:cs typeface="Arial"/>
            </a:endParaRPr>
          </a:p>
        </p:txBody>
      </p:sp>
      <p:pic>
        <p:nvPicPr>
          <p:cNvPr id="8" name="object 8"/>
          <p:cNvPicPr/>
          <p:nvPr/>
        </p:nvPicPr>
        <p:blipFill>
          <a:blip r:embed="rId4" cstate="print"/>
          <a:stretch>
            <a:fillRect/>
          </a:stretch>
        </p:blipFill>
        <p:spPr>
          <a:xfrm>
            <a:off x="36004" y="596336"/>
            <a:ext cx="4536035" cy="2546214"/>
          </a:xfrm>
          <a:prstGeom prst="rect">
            <a:avLst/>
          </a:prstGeom>
        </p:spPr>
      </p:pic>
      <p:sp>
        <p:nvSpPr>
          <p:cNvPr id="9" name="object 9"/>
          <p:cNvSpPr/>
          <p:nvPr/>
        </p:nvSpPr>
        <p:spPr>
          <a:xfrm>
            <a:off x="68834" y="3308210"/>
            <a:ext cx="4470400" cy="0"/>
          </a:xfrm>
          <a:custGeom>
            <a:avLst/>
            <a:gdLst/>
            <a:ahLst/>
            <a:cxnLst/>
            <a:rect l="l" t="t" r="r" b="b"/>
            <a:pathLst>
              <a:path w="4470400">
                <a:moveTo>
                  <a:pt x="0" y="0"/>
                </a:moveTo>
                <a:lnTo>
                  <a:pt x="4470336" y="0"/>
                </a:lnTo>
              </a:path>
            </a:pathLst>
          </a:custGeom>
          <a:ln w="7594">
            <a:solidFill>
              <a:srgbClr val="4B81AE"/>
            </a:solidFill>
          </a:ln>
        </p:spPr>
        <p:txBody>
          <a:bodyPr wrap="square" lIns="0" tIns="0" rIns="0" bIns="0" rtlCol="0"/>
          <a:lstStyle/>
          <a:p>
            <a:endParaRPr/>
          </a:p>
        </p:txBody>
      </p:sp>
      <p:sp>
        <p:nvSpPr>
          <p:cNvPr id="10" name="object 10"/>
          <p:cNvSpPr txBox="1"/>
          <p:nvPr/>
        </p:nvSpPr>
        <p:spPr>
          <a:xfrm>
            <a:off x="1779498" y="3332022"/>
            <a:ext cx="648335" cy="122555"/>
          </a:xfrm>
          <a:prstGeom prst="rect">
            <a:avLst/>
          </a:prstGeom>
        </p:spPr>
        <p:txBody>
          <a:bodyPr vert="horz" wrap="square" lIns="0" tIns="7620" rIns="0" bIns="0" rtlCol="0">
            <a:spAutoFit/>
          </a:bodyPr>
          <a:lstStyle/>
          <a:p>
            <a:pPr marL="12700">
              <a:lnSpc>
                <a:spcPct val="100000"/>
              </a:lnSpc>
              <a:spcBef>
                <a:spcPts val="60"/>
              </a:spcBef>
            </a:pPr>
            <a:r>
              <a:rPr sz="600" i="1" spc="-20" dirty="0">
                <a:solidFill>
                  <a:srgbClr val="333333"/>
                </a:solidFill>
                <a:latin typeface="Verdana"/>
                <a:cs typeface="Verdana"/>
                <a:hlinkClick r:id="rId5" action="ppaction://hlinksldjump"/>
              </a:rPr>
              <a:t>Computer</a:t>
            </a:r>
            <a:r>
              <a:rPr sz="600" i="1" spc="25" dirty="0">
                <a:solidFill>
                  <a:srgbClr val="333333"/>
                </a:solidFill>
                <a:latin typeface="Verdana"/>
                <a:cs typeface="Verdana"/>
                <a:hlinkClick r:id="rId5" action="ppaction://hlinksldjump"/>
              </a:rPr>
              <a:t> </a:t>
            </a:r>
            <a:r>
              <a:rPr sz="600" i="1" spc="-10" dirty="0">
                <a:solidFill>
                  <a:srgbClr val="333333"/>
                </a:solidFill>
                <a:latin typeface="Verdana"/>
                <a:cs typeface="Verdana"/>
                <a:hlinkClick r:id="rId5" action="ppaction://hlinksldjump"/>
              </a:rPr>
              <a:t>Vision</a:t>
            </a:r>
            <a:endParaRPr sz="600">
              <a:latin typeface="Verdana"/>
              <a:cs typeface="Verdana"/>
            </a:endParaRPr>
          </a:p>
        </p:txBody>
      </p:sp>
      <p:sp>
        <p:nvSpPr>
          <p:cNvPr id="11" name="object 11"/>
          <p:cNvSpPr txBox="1"/>
          <p:nvPr/>
        </p:nvSpPr>
        <p:spPr>
          <a:xfrm>
            <a:off x="2577040" y="3332022"/>
            <a:ext cx="281305" cy="122555"/>
          </a:xfrm>
          <a:prstGeom prst="rect">
            <a:avLst/>
          </a:prstGeom>
        </p:spPr>
        <p:txBody>
          <a:bodyPr vert="horz" wrap="square" lIns="0" tIns="7620" rIns="0" bIns="0" rtlCol="0">
            <a:spAutoFit/>
          </a:bodyPr>
          <a:lstStyle/>
          <a:p>
            <a:pPr marL="15240">
              <a:lnSpc>
                <a:spcPct val="100000"/>
              </a:lnSpc>
              <a:spcBef>
                <a:spcPts val="60"/>
              </a:spcBef>
            </a:pPr>
            <a:fld id="{81D60167-4931-47E6-BA6A-407CBD079E47}" type="slidenum">
              <a:rPr sz="600" i="1" spc="-45" dirty="0">
                <a:solidFill>
                  <a:srgbClr val="333333"/>
                </a:solidFill>
                <a:latin typeface="Verdana"/>
                <a:cs typeface="Verdana"/>
              </a:rPr>
              <a:t>18</a:t>
            </a:fld>
            <a:r>
              <a:rPr sz="600" i="1" spc="-90" dirty="0">
                <a:solidFill>
                  <a:srgbClr val="333333"/>
                </a:solidFill>
                <a:latin typeface="Verdana"/>
                <a:cs typeface="Verdana"/>
              </a:rPr>
              <a:t> </a:t>
            </a:r>
            <a:r>
              <a:rPr sz="600" i="1" spc="70" dirty="0">
                <a:solidFill>
                  <a:srgbClr val="333333"/>
                </a:solidFill>
                <a:latin typeface="Verdana"/>
                <a:cs typeface="Verdana"/>
              </a:rPr>
              <a:t>/</a:t>
            </a:r>
            <a:r>
              <a:rPr sz="600" i="1" spc="-85" dirty="0">
                <a:solidFill>
                  <a:srgbClr val="333333"/>
                </a:solidFill>
                <a:latin typeface="Verdana"/>
                <a:cs typeface="Verdana"/>
              </a:rPr>
              <a:t> </a:t>
            </a:r>
            <a:r>
              <a:rPr sz="600" i="1" spc="-25" dirty="0">
                <a:solidFill>
                  <a:srgbClr val="333333"/>
                </a:solidFill>
                <a:latin typeface="Verdana"/>
                <a:cs typeface="Verdana"/>
              </a:rPr>
              <a:t>59</a:t>
            </a:r>
            <a:endParaRPr sz="600">
              <a:latin typeface="Verdana"/>
              <a:cs typeface="Verdana"/>
            </a:endParaRPr>
          </a:p>
        </p:txBody>
      </p:sp>
    </p:spTree>
  </p:cSld>
  <p:clrMapOvr>
    <a:masterClrMapping/>
  </p:clrMapOvr>
  <p:transition>
    <p:cut/>
  </p:transition>
</p:sld>
</file>

<file path=ppt/slides/slide19.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object 2"/>
          <p:cNvSpPr txBox="1"/>
          <p:nvPr/>
        </p:nvSpPr>
        <p:spPr>
          <a:xfrm>
            <a:off x="56134" y="15020"/>
            <a:ext cx="412115" cy="101600"/>
          </a:xfrm>
          <a:prstGeom prst="rect">
            <a:avLst/>
          </a:prstGeom>
        </p:spPr>
        <p:txBody>
          <a:bodyPr vert="horz" wrap="square" lIns="0" tIns="12065" rIns="0" bIns="0" rtlCol="0">
            <a:spAutoFit/>
          </a:bodyPr>
          <a:lstStyle/>
          <a:p>
            <a:pPr marL="12700">
              <a:lnSpc>
                <a:spcPct val="100000"/>
              </a:lnSpc>
              <a:spcBef>
                <a:spcPts val="95"/>
              </a:spcBef>
            </a:pPr>
            <a:r>
              <a:rPr sz="500" b="1" spc="-10" dirty="0">
                <a:solidFill>
                  <a:srgbClr val="3F3F3F"/>
                </a:solidFill>
                <a:latin typeface="Arial"/>
                <a:cs typeface="Arial"/>
                <a:hlinkClick r:id="rId2" action="ppaction://hlinksldjump"/>
              </a:rPr>
              <a:t>Introduction</a:t>
            </a:r>
            <a:endParaRPr sz="500">
              <a:latin typeface="Arial"/>
              <a:cs typeface="Arial"/>
            </a:endParaRPr>
          </a:p>
        </p:txBody>
      </p:sp>
      <p:pic>
        <p:nvPicPr>
          <p:cNvPr id="6" name="object 6"/>
          <p:cNvPicPr/>
          <p:nvPr/>
        </p:nvPicPr>
        <p:blipFill>
          <a:blip r:embed="rId3" cstate="print"/>
          <a:stretch>
            <a:fillRect/>
          </a:stretch>
        </p:blipFill>
        <p:spPr>
          <a:xfrm>
            <a:off x="68833" y="112855"/>
            <a:ext cx="4470398" cy="7591"/>
          </a:xfrm>
          <a:prstGeom prst="rect">
            <a:avLst/>
          </a:prstGeom>
        </p:spPr>
      </p:pic>
      <p:sp>
        <p:nvSpPr>
          <p:cNvPr id="7" name="object 7"/>
          <p:cNvSpPr txBox="1"/>
          <p:nvPr/>
        </p:nvSpPr>
        <p:spPr>
          <a:xfrm>
            <a:off x="23304" y="149895"/>
            <a:ext cx="1381760" cy="207645"/>
          </a:xfrm>
          <a:prstGeom prst="rect">
            <a:avLst/>
          </a:prstGeom>
        </p:spPr>
        <p:txBody>
          <a:bodyPr vert="horz" wrap="square" lIns="0" tIns="12065" rIns="0" bIns="0" rtlCol="0">
            <a:spAutoFit/>
          </a:bodyPr>
          <a:lstStyle/>
          <a:p>
            <a:pPr marL="12700">
              <a:lnSpc>
                <a:spcPct val="100000"/>
              </a:lnSpc>
              <a:spcBef>
                <a:spcPts val="95"/>
              </a:spcBef>
            </a:pPr>
            <a:r>
              <a:rPr sz="1200" b="1" spc="-10" dirty="0">
                <a:solidFill>
                  <a:srgbClr val="4B81AE"/>
                </a:solidFill>
                <a:latin typeface="Arial"/>
                <a:cs typeface="Arial"/>
              </a:rPr>
              <a:t>Augmented</a:t>
            </a:r>
            <a:r>
              <a:rPr sz="1200" b="1" spc="-40" dirty="0">
                <a:solidFill>
                  <a:srgbClr val="4B81AE"/>
                </a:solidFill>
                <a:latin typeface="Arial"/>
                <a:cs typeface="Arial"/>
              </a:rPr>
              <a:t> </a:t>
            </a:r>
            <a:r>
              <a:rPr sz="1200" b="1" spc="-10" dirty="0">
                <a:solidFill>
                  <a:srgbClr val="4B81AE"/>
                </a:solidFill>
                <a:latin typeface="Arial"/>
                <a:cs typeface="Arial"/>
              </a:rPr>
              <a:t>Reality</a:t>
            </a:r>
            <a:endParaRPr sz="1200">
              <a:latin typeface="Arial"/>
              <a:cs typeface="Arial"/>
            </a:endParaRPr>
          </a:p>
        </p:txBody>
      </p:sp>
      <p:pic>
        <p:nvPicPr>
          <p:cNvPr id="8" name="object 8"/>
          <p:cNvPicPr/>
          <p:nvPr/>
        </p:nvPicPr>
        <p:blipFill>
          <a:blip r:embed="rId4" cstate="print"/>
          <a:stretch>
            <a:fillRect/>
          </a:stretch>
        </p:blipFill>
        <p:spPr>
          <a:xfrm>
            <a:off x="36004" y="596336"/>
            <a:ext cx="4536035" cy="2546214"/>
          </a:xfrm>
          <a:prstGeom prst="rect">
            <a:avLst/>
          </a:prstGeom>
        </p:spPr>
      </p:pic>
      <p:sp>
        <p:nvSpPr>
          <p:cNvPr id="9" name="object 9"/>
          <p:cNvSpPr/>
          <p:nvPr/>
        </p:nvSpPr>
        <p:spPr>
          <a:xfrm>
            <a:off x="68834" y="3308210"/>
            <a:ext cx="4470400" cy="0"/>
          </a:xfrm>
          <a:custGeom>
            <a:avLst/>
            <a:gdLst/>
            <a:ahLst/>
            <a:cxnLst/>
            <a:rect l="l" t="t" r="r" b="b"/>
            <a:pathLst>
              <a:path w="4470400">
                <a:moveTo>
                  <a:pt x="0" y="0"/>
                </a:moveTo>
                <a:lnTo>
                  <a:pt x="4470336" y="0"/>
                </a:lnTo>
              </a:path>
            </a:pathLst>
          </a:custGeom>
          <a:ln w="7594">
            <a:solidFill>
              <a:srgbClr val="4B81AE"/>
            </a:solidFill>
          </a:ln>
        </p:spPr>
        <p:txBody>
          <a:bodyPr wrap="square" lIns="0" tIns="0" rIns="0" bIns="0" rtlCol="0"/>
          <a:lstStyle/>
          <a:p>
            <a:endParaRPr/>
          </a:p>
        </p:txBody>
      </p:sp>
      <p:sp>
        <p:nvSpPr>
          <p:cNvPr id="10" name="object 10"/>
          <p:cNvSpPr txBox="1"/>
          <p:nvPr/>
        </p:nvSpPr>
        <p:spPr>
          <a:xfrm>
            <a:off x="1779498" y="3332022"/>
            <a:ext cx="648335" cy="122555"/>
          </a:xfrm>
          <a:prstGeom prst="rect">
            <a:avLst/>
          </a:prstGeom>
        </p:spPr>
        <p:txBody>
          <a:bodyPr vert="horz" wrap="square" lIns="0" tIns="7620" rIns="0" bIns="0" rtlCol="0">
            <a:spAutoFit/>
          </a:bodyPr>
          <a:lstStyle/>
          <a:p>
            <a:pPr marL="12700">
              <a:lnSpc>
                <a:spcPct val="100000"/>
              </a:lnSpc>
              <a:spcBef>
                <a:spcPts val="60"/>
              </a:spcBef>
            </a:pPr>
            <a:r>
              <a:rPr sz="600" i="1" spc="-20" dirty="0">
                <a:solidFill>
                  <a:srgbClr val="333333"/>
                </a:solidFill>
                <a:latin typeface="Verdana"/>
                <a:cs typeface="Verdana"/>
                <a:hlinkClick r:id="rId5" action="ppaction://hlinksldjump"/>
              </a:rPr>
              <a:t>Computer</a:t>
            </a:r>
            <a:r>
              <a:rPr sz="600" i="1" spc="25" dirty="0">
                <a:solidFill>
                  <a:srgbClr val="333333"/>
                </a:solidFill>
                <a:latin typeface="Verdana"/>
                <a:cs typeface="Verdana"/>
                <a:hlinkClick r:id="rId5" action="ppaction://hlinksldjump"/>
              </a:rPr>
              <a:t> </a:t>
            </a:r>
            <a:r>
              <a:rPr sz="600" i="1" spc="-10" dirty="0">
                <a:solidFill>
                  <a:srgbClr val="333333"/>
                </a:solidFill>
                <a:latin typeface="Verdana"/>
                <a:cs typeface="Verdana"/>
                <a:hlinkClick r:id="rId5" action="ppaction://hlinksldjump"/>
              </a:rPr>
              <a:t>Vision</a:t>
            </a:r>
            <a:endParaRPr sz="600">
              <a:latin typeface="Verdana"/>
              <a:cs typeface="Verdana"/>
            </a:endParaRPr>
          </a:p>
        </p:txBody>
      </p:sp>
      <p:sp>
        <p:nvSpPr>
          <p:cNvPr id="11" name="object 11"/>
          <p:cNvSpPr txBox="1"/>
          <p:nvPr/>
        </p:nvSpPr>
        <p:spPr>
          <a:xfrm>
            <a:off x="2577040" y="3332022"/>
            <a:ext cx="281305" cy="122555"/>
          </a:xfrm>
          <a:prstGeom prst="rect">
            <a:avLst/>
          </a:prstGeom>
        </p:spPr>
        <p:txBody>
          <a:bodyPr vert="horz" wrap="square" lIns="0" tIns="7620" rIns="0" bIns="0" rtlCol="0">
            <a:spAutoFit/>
          </a:bodyPr>
          <a:lstStyle/>
          <a:p>
            <a:pPr marL="15240">
              <a:lnSpc>
                <a:spcPct val="100000"/>
              </a:lnSpc>
              <a:spcBef>
                <a:spcPts val="60"/>
              </a:spcBef>
            </a:pPr>
            <a:fld id="{81D60167-4931-47E6-BA6A-407CBD079E47}" type="slidenum">
              <a:rPr sz="600" i="1" spc="-45" dirty="0">
                <a:solidFill>
                  <a:srgbClr val="333333"/>
                </a:solidFill>
                <a:latin typeface="Verdana"/>
                <a:cs typeface="Verdana"/>
              </a:rPr>
              <a:t>19</a:t>
            </a:fld>
            <a:r>
              <a:rPr sz="600" i="1" spc="-90" dirty="0">
                <a:solidFill>
                  <a:srgbClr val="333333"/>
                </a:solidFill>
                <a:latin typeface="Verdana"/>
                <a:cs typeface="Verdana"/>
              </a:rPr>
              <a:t> </a:t>
            </a:r>
            <a:r>
              <a:rPr sz="600" i="1" spc="70" dirty="0">
                <a:solidFill>
                  <a:srgbClr val="333333"/>
                </a:solidFill>
                <a:latin typeface="Verdana"/>
                <a:cs typeface="Verdana"/>
              </a:rPr>
              <a:t>/</a:t>
            </a:r>
            <a:r>
              <a:rPr sz="600" i="1" spc="-85" dirty="0">
                <a:solidFill>
                  <a:srgbClr val="333333"/>
                </a:solidFill>
                <a:latin typeface="Verdana"/>
                <a:cs typeface="Verdana"/>
              </a:rPr>
              <a:t> </a:t>
            </a:r>
            <a:r>
              <a:rPr sz="600" i="1" spc="-25" dirty="0">
                <a:solidFill>
                  <a:srgbClr val="333333"/>
                </a:solidFill>
                <a:latin typeface="Verdana"/>
                <a:cs typeface="Verdana"/>
              </a:rPr>
              <a:t>59</a:t>
            </a:r>
            <a:endParaRPr sz="600">
              <a:latin typeface="Verdana"/>
              <a:cs typeface="Verdana"/>
            </a:endParaRPr>
          </a:p>
        </p:txBody>
      </p:sp>
    </p:spTree>
  </p:cSld>
  <p:clrMapOvr>
    <a:masterClrMapping/>
  </p:clrMapOvr>
  <p:transition>
    <p:cut/>
  </p:transition>
</p:sld>
</file>

<file path=ppt/slides/slide20.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object 2"/>
          <p:cNvSpPr txBox="1"/>
          <p:nvPr/>
        </p:nvSpPr>
        <p:spPr>
          <a:xfrm>
            <a:off x="56134" y="15020"/>
            <a:ext cx="412115" cy="101600"/>
          </a:xfrm>
          <a:prstGeom prst="rect">
            <a:avLst/>
          </a:prstGeom>
        </p:spPr>
        <p:txBody>
          <a:bodyPr vert="horz" wrap="square" lIns="0" tIns="12065" rIns="0" bIns="0" rtlCol="0">
            <a:spAutoFit/>
          </a:bodyPr>
          <a:lstStyle/>
          <a:p>
            <a:pPr marL="12700">
              <a:lnSpc>
                <a:spcPct val="100000"/>
              </a:lnSpc>
              <a:spcBef>
                <a:spcPts val="95"/>
              </a:spcBef>
            </a:pPr>
            <a:r>
              <a:rPr sz="500" b="1" spc="-10" dirty="0">
                <a:solidFill>
                  <a:srgbClr val="3F3F3F"/>
                </a:solidFill>
                <a:latin typeface="Arial"/>
                <a:cs typeface="Arial"/>
                <a:hlinkClick r:id="rId2" action="ppaction://hlinksldjump"/>
              </a:rPr>
              <a:t>Introduction</a:t>
            </a:r>
            <a:endParaRPr sz="500" dirty="0">
              <a:latin typeface="Arial"/>
              <a:cs typeface="Arial"/>
            </a:endParaRPr>
          </a:p>
        </p:txBody>
      </p:sp>
      <p:pic>
        <p:nvPicPr>
          <p:cNvPr id="6" name="object 6"/>
          <p:cNvPicPr/>
          <p:nvPr/>
        </p:nvPicPr>
        <p:blipFill>
          <a:blip r:embed="rId3" cstate="print"/>
          <a:stretch>
            <a:fillRect/>
          </a:stretch>
        </p:blipFill>
        <p:spPr>
          <a:xfrm>
            <a:off x="68834" y="107599"/>
            <a:ext cx="4470398" cy="7591"/>
          </a:xfrm>
          <a:prstGeom prst="rect">
            <a:avLst/>
          </a:prstGeom>
        </p:spPr>
      </p:pic>
      <p:sp>
        <p:nvSpPr>
          <p:cNvPr id="7" name="object 7"/>
          <p:cNvSpPr txBox="1"/>
          <p:nvPr/>
        </p:nvSpPr>
        <p:spPr>
          <a:xfrm>
            <a:off x="23304" y="149895"/>
            <a:ext cx="1381760" cy="207645"/>
          </a:xfrm>
          <a:prstGeom prst="rect">
            <a:avLst/>
          </a:prstGeom>
        </p:spPr>
        <p:txBody>
          <a:bodyPr vert="horz" wrap="square" lIns="0" tIns="12065" rIns="0" bIns="0" rtlCol="0">
            <a:spAutoFit/>
          </a:bodyPr>
          <a:lstStyle/>
          <a:p>
            <a:pPr marL="12700">
              <a:lnSpc>
                <a:spcPct val="100000"/>
              </a:lnSpc>
              <a:spcBef>
                <a:spcPts val="95"/>
              </a:spcBef>
            </a:pPr>
            <a:r>
              <a:rPr sz="1200" b="1" spc="-10" dirty="0">
                <a:solidFill>
                  <a:srgbClr val="4B81AE"/>
                </a:solidFill>
                <a:latin typeface="Arial"/>
                <a:cs typeface="Arial"/>
              </a:rPr>
              <a:t>Augmented</a:t>
            </a:r>
            <a:r>
              <a:rPr sz="1200" b="1" spc="-40" dirty="0">
                <a:solidFill>
                  <a:srgbClr val="4B81AE"/>
                </a:solidFill>
                <a:latin typeface="Arial"/>
                <a:cs typeface="Arial"/>
              </a:rPr>
              <a:t> </a:t>
            </a:r>
            <a:r>
              <a:rPr sz="1200" b="1" spc="-10" dirty="0">
                <a:solidFill>
                  <a:srgbClr val="4B81AE"/>
                </a:solidFill>
                <a:latin typeface="Arial"/>
                <a:cs typeface="Arial"/>
              </a:rPr>
              <a:t>Reality</a:t>
            </a:r>
            <a:endParaRPr sz="1200">
              <a:latin typeface="Arial"/>
              <a:cs typeface="Arial"/>
            </a:endParaRPr>
          </a:p>
        </p:txBody>
      </p:sp>
      <p:pic>
        <p:nvPicPr>
          <p:cNvPr id="8" name="object 8"/>
          <p:cNvPicPr/>
          <p:nvPr/>
        </p:nvPicPr>
        <p:blipFill>
          <a:blip r:embed="rId4" cstate="print"/>
          <a:stretch>
            <a:fillRect/>
          </a:stretch>
        </p:blipFill>
        <p:spPr>
          <a:xfrm>
            <a:off x="36004" y="591630"/>
            <a:ext cx="4536035" cy="2555645"/>
          </a:xfrm>
          <a:prstGeom prst="rect">
            <a:avLst/>
          </a:prstGeom>
        </p:spPr>
      </p:pic>
      <p:sp>
        <p:nvSpPr>
          <p:cNvPr id="9" name="object 9"/>
          <p:cNvSpPr/>
          <p:nvPr/>
        </p:nvSpPr>
        <p:spPr>
          <a:xfrm>
            <a:off x="68834" y="3308210"/>
            <a:ext cx="4470400" cy="0"/>
          </a:xfrm>
          <a:custGeom>
            <a:avLst/>
            <a:gdLst/>
            <a:ahLst/>
            <a:cxnLst/>
            <a:rect l="l" t="t" r="r" b="b"/>
            <a:pathLst>
              <a:path w="4470400">
                <a:moveTo>
                  <a:pt x="0" y="0"/>
                </a:moveTo>
                <a:lnTo>
                  <a:pt x="4470336" y="0"/>
                </a:lnTo>
              </a:path>
            </a:pathLst>
          </a:custGeom>
          <a:ln w="7594">
            <a:solidFill>
              <a:srgbClr val="4B81AE"/>
            </a:solidFill>
          </a:ln>
        </p:spPr>
        <p:txBody>
          <a:bodyPr wrap="square" lIns="0" tIns="0" rIns="0" bIns="0" rtlCol="0"/>
          <a:lstStyle/>
          <a:p>
            <a:endParaRPr/>
          </a:p>
        </p:txBody>
      </p:sp>
      <p:sp>
        <p:nvSpPr>
          <p:cNvPr id="10" name="object 10"/>
          <p:cNvSpPr txBox="1"/>
          <p:nvPr/>
        </p:nvSpPr>
        <p:spPr>
          <a:xfrm>
            <a:off x="1779498" y="3332022"/>
            <a:ext cx="648335" cy="122555"/>
          </a:xfrm>
          <a:prstGeom prst="rect">
            <a:avLst/>
          </a:prstGeom>
        </p:spPr>
        <p:txBody>
          <a:bodyPr vert="horz" wrap="square" lIns="0" tIns="7620" rIns="0" bIns="0" rtlCol="0">
            <a:spAutoFit/>
          </a:bodyPr>
          <a:lstStyle/>
          <a:p>
            <a:pPr marL="12700">
              <a:lnSpc>
                <a:spcPct val="100000"/>
              </a:lnSpc>
              <a:spcBef>
                <a:spcPts val="60"/>
              </a:spcBef>
            </a:pPr>
            <a:r>
              <a:rPr sz="600" i="1" spc="-20" dirty="0">
                <a:solidFill>
                  <a:srgbClr val="333333"/>
                </a:solidFill>
                <a:latin typeface="Verdana"/>
                <a:cs typeface="Verdana"/>
                <a:hlinkClick r:id="rId5" action="ppaction://hlinksldjump"/>
              </a:rPr>
              <a:t>Computer</a:t>
            </a:r>
            <a:r>
              <a:rPr sz="600" i="1" spc="25" dirty="0">
                <a:solidFill>
                  <a:srgbClr val="333333"/>
                </a:solidFill>
                <a:latin typeface="Verdana"/>
                <a:cs typeface="Verdana"/>
                <a:hlinkClick r:id="rId5" action="ppaction://hlinksldjump"/>
              </a:rPr>
              <a:t> </a:t>
            </a:r>
            <a:r>
              <a:rPr sz="600" i="1" spc="-10" dirty="0">
                <a:solidFill>
                  <a:srgbClr val="333333"/>
                </a:solidFill>
                <a:latin typeface="Verdana"/>
                <a:cs typeface="Verdana"/>
                <a:hlinkClick r:id="rId5" action="ppaction://hlinksldjump"/>
              </a:rPr>
              <a:t>Vision</a:t>
            </a:r>
            <a:endParaRPr sz="600">
              <a:latin typeface="Verdana"/>
              <a:cs typeface="Verdana"/>
            </a:endParaRPr>
          </a:p>
        </p:txBody>
      </p:sp>
      <p:sp>
        <p:nvSpPr>
          <p:cNvPr id="11" name="object 11"/>
          <p:cNvSpPr txBox="1"/>
          <p:nvPr/>
        </p:nvSpPr>
        <p:spPr>
          <a:xfrm>
            <a:off x="2577040" y="3332022"/>
            <a:ext cx="281305" cy="122555"/>
          </a:xfrm>
          <a:prstGeom prst="rect">
            <a:avLst/>
          </a:prstGeom>
        </p:spPr>
        <p:txBody>
          <a:bodyPr vert="horz" wrap="square" lIns="0" tIns="7620" rIns="0" bIns="0" rtlCol="0">
            <a:spAutoFit/>
          </a:bodyPr>
          <a:lstStyle/>
          <a:p>
            <a:pPr marL="15240">
              <a:lnSpc>
                <a:spcPct val="100000"/>
              </a:lnSpc>
              <a:spcBef>
                <a:spcPts val="60"/>
              </a:spcBef>
            </a:pPr>
            <a:fld id="{81D60167-4931-47E6-BA6A-407CBD079E47}" type="slidenum">
              <a:rPr sz="600" i="1" spc="-45" dirty="0">
                <a:solidFill>
                  <a:srgbClr val="333333"/>
                </a:solidFill>
                <a:latin typeface="Verdana"/>
                <a:cs typeface="Verdana"/>
              </a:rPr>
              <a:t>20</a:t>
            </a:fld>
            <a:r>
              <a:rPr sz="600" i="1" spc="-90" dirty="0">
                <a:solidFill>
                  <a:srgbClr val="333333"/>
                </a:solidFill>
                <a:latin typeface="Verdana"/>
                <a:cs typeface="Verdana"/>
              </a:rPr>
              <a:t> </a:t>
            </a:r>
            <a:r>
              <a:rPr sz="600" i="1" spc="70" dirty="0">
                <a:solidFill>
                  <a:srgbClr val="333333"/>
                </a:solidFill>
                <a:latin typeface="Verdana"/>
                <a:cs typeface="Verdana"/>
              </a:rPr>
              <a:t>/</a:t>
            </a:r>
            <a:r>
              <a:rPr sz="600" i="1" spc="-85" dirty="0">
                <a:solidFill>
                  <a:srgbClr val="333333"/>
                </a:solidFill>
                <a:latin typeface="Verdana"/>
                <a:cs typeface="Verdana"/>
              </a:rPr>
              <a:t> </a:t>
            </a:r>
            <a:r>
              <a:rPr sz="600" i="1" spc="-25" dirty="0">
                <a:solidFill>
                  <a:srgbClr val="333333"/>
                </a:solidFill>
                <a:latin typeface="Verdana"/>
                <a:cs typeface="Verdana"/>
              </a:rPr>
              <a:t>59</a:t>
            </a:r>
            <a:endParaRPr sz="600">
              <a:latin typeface="Verdana"/>
              <a:cs typeface="Verdana"/>
            </a:endParaRPr>
          </a:p>
        </p:txBody>
      </p:sp>
    </p:spTree>
  </p:cSld>
  <p:clrMapOvr>
    <a:masterClrMapping/>
  </p:clrMapOvr>
  <p:transition>
    <p:cut/>
  </p:transition>
</p:sld>
</file>

<file path=ppt/slides/slide21.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object 2"/>
          <p:cNvSpPr txBox="1"/>
          <p:nvPr/>
        </p:nvSpPr>
        <p:spPr>
          <a:xfrm>
            <a:off x="56134" y="15020"/>
            <a:ext cx="412115" cy="101600"/>
          </a:xfrm>
          <a:prstGeom prst="rect">
            <a:avLst/>
          </a:prstGeom>
        </p:spPr>
        <p:txBody>
          <a:bodyPr vert="horz" wrap="square" lIns="0" tIns="12065" rIns="0" bIns="0" rtlCol="0">
            <a:spAutoFit/>
          </a:bodyPr>
          <a:lstStyle/>
          <a:p>
            <a:pPr marL="12700">
              <a:lnSpc>
                <a:spcPct val="100000"/>
              </a:lnSpc>
              <a:spcBef>
                <a:spcPts val="95"/>
              </a:spcBef>
            </a:pPr>
            <a:r>
              <a:rPr sz="500" b="1" spc="-10" dirty="0">
                <a:solidFill>
                  <a:srgbClr val="3F3F3F"/>
                </a:solidFill>
                <a:latin typeface="Arial"/>
                <a:cs typeface="Arial"/>
                <a:hlinkClick r:id="rId2" action="ppaction://hlinksldjump"/>
              </a:rPr>
              <a:t>Introduction</a:t>
            </a:r>
            <a:endParaRPr sz="500">
              <a:latin typeface="Arial"/>
              <a:cs typeface="Arial"/>
            </a:endParaRPr>
          </a:p>
        </p:txBody>
      </p:sp>
      <p:sp>
        <p:nvSpPr>
          <p:cNvPr id="4" name="object 4"/>
          <p:cNvSpPr txBox="1"/>
          <p:nvPr/>
        </p:nvSpPr>
        <p:spPr>
          <a:xfrm>
            <a:off x="2858214" y="15020"/>
            <a:ext cx="255270" cy="101600"/>
          </a:xfrm>
          <a:prstGeom prst="rect">
            <a:avLst/>
          </a:prstGeom>
        </p:spPr>
        <p:txBody>
          <a:bodyPr vert="horz" wrap="square" lIns="0" tIns="12065" rIns="0" bIns="0" rtlCol="0">
            <a:spAutoFit/>
          </a:bodyPr>
          <a:lstStyle/>
          <a:p>
            <a:pPr marL="12700">
              <a:lnSpc>
                <a:spcPct val="100000"/>
              </a:lnSpc>
              <a:spcBef>
                <a:spcPts val="95"/>
              </a:spcBef>
            </a:pPr>
            <a:r>
              <a:rPr sz="500" b="1" spc="-10" dirty="0">
                <a:solidFill>
                  <a:srgbClr val="E2E2E2"/>
                </a:solidFill>
                <a:latin typeface="Arial"/>
                <a:cs typeface="Arial"/>
                <a:hlinkClick r:id="rId3" action="ppaction://hlinksldjump"/>
              </a:rPr>
              <a:t>Outline</a:t>
            </a:r>
            <a:endParaRPr sz="500">
              <a:latin typeface="Arial"/>
              <a:cs typeface="Arial"/>
            </a:endParaRPr>
          </a:p>
        </p:txBody>
      </p:sp>
      <p:sp>
        <p:nvSpPr>
          <p:cNvPr id="5" name="object 5"/>
          <p:cNvSpPr txBox="1"/>
          <p:nvPr/>
        </p:nvSpPr>
        <p:spPr>
          <a:xfrm>
            <a:off x="4117530" y="15020"/>
            <a:ext cx="434340" cy="101600"/>
          </a:xfrm>
          <a:prstGeom prst="rect">
            <a:avLst/>
          </a:prstGeom>
        </p:spPr>
        <p:txBody>
          <a:bodyPr vert="horz" wrap="square" lIns="0" tIns="12065" rIns="0" bIns="0" rtlCol="0">
            <a:spAutoFit/>
          </a:bodyPr>
          <a:lstStyle/>
          <a:p>
            <a:pPr marL="12700">
              <a:lnSpc>
                <a:spcPct val="100000"/>
              </a:lnSpc>
              <a:spcBef>
                <a:spcPts val="95"/>
              </a:spcBef>
            </a:pPr>
            <a:r>
              <a:rPr sz="500" b="1" spc="-10" dirty="0">
                <a:solidFill>
                  <a:srgbClr val="E2E2E2"/>
                </a:solidFill>
                <a:latin typeface="Arial"/>
                <a:cs typeface="Arial"/>
                <a:hlinkClick r:id="rId4" action="ppaction://hlinksldjump"/>
              </a:rPr>
              <a:t>Administrivia</a:t>
            </a:r>
            <a:endParaRPr sz="500">
              <a:latin typeface="Arial"/>
              <a:cs typeface="Arial"/>
            </a:endParaRPr>
          </a:p>
        </p:txBody>
      </p:sp>
      <p:pic>
        <p:nvPicPr>
          <p:cNvPr id="6" name="object 6"/>
          <p:cNvPicPr/>
          <p:nvPr/>
        </p:nvPicPr>
        <p:blipFill>
          <a:blip r:embed="rId5" cstate="print"/>
          <a:stretch>
            <a:fillRect/>
          </a:stretch>
        </p:blipFill>
        <p:spPr>
          <a:xfrm>
            <a:off x="68834" y="112855"/>
            <a:ext cx="4470398" cy="7591"/>
          </a:xfrm>
          <a:prstGeom prst="rect">
            <a:avLst/>
          </a:prstGeom>
        </p:spPr>
      </p:pic>
      <p:sp>
        <p:nvSpPr>
          <p:cNvPr id="7" name="object 7"/>
          <p:cNvSpPr txBox="1"/>
          <p:nvPr/>
        </p:nvSpPr>
        <p:spPr>
          <a:xfrm>
            <a:off x="23304" y="149895"/>
            <a:ext cx="1381760" cy="207645"/>
          </a:xfrm>
          <a:prstGeom prst="rect">
            <a:avLst/>
          </a:prstGeom>
        </p:spPr>
        <p:txBody>
          <a:bodyPr vert="horz" wrap="square" lIns="0" tIns="12065" rIns="0" bIns="0" rtlCol="0">
            <a:spAutoFit/>
          </a:bodyPr>
          <a:lstStyle/>
          <a:p>
            <a:pPr marL="12700">
              <a:lnSpc>
                <a:spcPct val="100000"/>
              </a:lnSpc>
              <a:spcBef>
                <a:spcPts val="95"/>
              </a:spcBef>
            </a:pPr>
            <a:r>
              <a:rPr sz="1200" b="1" spc="-10" dirty="0">
                <a:solidFill>
                  <a:srgbClr val="4B81AE"/>
                </a:solidFill>
                <a:latin typeface="Arial"/>
                <a:cs typeface="Arial"/>
              </a:rPr>
              <a:t>Augmented</a:t>
            </a:r>
            <a:r>
              <a:rPr sz="1200" b="1" spc="-40" dirty="0">
                <a:solidFill>
                  <a:srgbClr val="4B81AE"/>
                </a:solidFill>
                <a:latin typeface="Arial"/>
                <a:cs typeface="Arial"/>
              </a:rPr>
              <a:t> </a:t>
            </a:r>
            <a:r>
              <a:rPr sz="1200" b="1" spc="-10" dirty="0">
                <a:solidFill>
                  <a:srgbClr val="4B81AE"/>
                </a:solidFill>
                <a:latin typeface="Arial"/>
                <a:cs typeface="Arial"/>
              </a:rPr>
              <a:t>Reality</a:t>
            </a:r>
            <a:endParaRPr sz="1200">
              <a:latin typeface="Arial"/>
              <a:cs typeface="Arial"/>
            </a:endParaRPr>
          </a:p>
        </p:txBody>
      </p:sp>
      <p:pic>
        <p:nvPicPr>
          <p:cNvPr id="8" name="object 8"/>
          <p:cNvPicPr/>
          <p:nvPr/>
        </p:nvPicPr>
        <p:blipFill>
          <a:blip r:embed="rId6" cstate="print"/>
          <a:stretch>
            <a:fillRect/>
          </a:stretch>
        </p:blipFill>
        <p:spPr>
          <a:xfrm>
            <a:off x="36004" y="596336"/>
            <a:ext cx="4536035" cy="2546214"/>
          </a:xfrm>
          <a:prstGeom prst="rect">
            <a:avLst/>
          </a:prstGeom>
        </p:spPr>
      </p:pic>
      <p:sp>
        <p:nvSpPr>
          <p:cNvPr id="9" name="object 9"/>
          <p:cNvSpPr/>
          <p:nvPr/>
        </p:nvSpPr>
        <p:spPr>
          <a:xfrm>
            <a:off x="68834" y="3308210"/>
            <a:ext cx="4470400" cy="0"/>
          </a:xfrm>
          <a:custGeom>
            <a:avLst/>
            <a:gdLst/>
            <a:ahLst/>
            <a:cxnLst/>
            <a:rect l="l" t="t" r="r" b="b"/>
            <a:pathLst>
              <a:path w="4470400">
                <a:moveTo>
                  <a:pt x="0" y="0"/>
                </a:moveTo>
                <a:lnTo>
                  <a:pt x="4470336" y="0"/>
                </a:lnTo>
              </a:path>
            </a:pathLst>
          </a:custGeom>
          <a:ln w="7594">
            <a:solidFill>
              <a:srgbClr val="4B81AE"/>
            </a:solidFill>
          </a:ln>
        </p:spPr>
        <p:txBody>
          <a:bodyPr wrap="square" lIns="0" tIns="0" rIns="0" bIns="0" rtlCol="0"/>
          <a:lstStyle/>
          <a:p>
            <a:endParaRPr/>
          </a:p>
        </p:txBody>
      </p:sp>
      <p:sp>
        <p:nvSpPr>
          <p:cNvPr id="10" name="object 10"/>
          <p:cNvSpPr txBox="1"/>
          <p:nvPr/>
        </p:nvSpPr>
        <p:spPr>
          <a:xfrm>
            <a:off x="1779498" y="3332022"/>
            <a:ext cx="648335" cy="122555"/>
          </a:xfrm>
          <a:prstGeom prst="rect">
            <a:avLst/>
          </a:prstGeom>
        </p:spPr>
        <p:txBody>
          <a:bodyPr vert="horz" wrap="square" lIns="0" tIns="7620" rIns="0" bIns="0" rtlCol="0">
            <a:spAutoFit/>
          </a:bodyPr>
          <a:lstStyle/>
          <a:p>
            <a:pPr marL="12700">
              <a:lnSpc>
                <a:spcPct val="100000"/>
              </a:lnSpc>
              <a:spcBef>
                <a:spcPts val="60"/>
              </a:spcBef>
            </a:pPr>
            <a:r>
              <a:rPr sz="600" i="1" spc="-20" dirty="0">
                <a:solidFill>
                  <a:srgbClr val="333333"/>
                </a:solidFill>
                <a:latin typeface="Verdana"/>
                <a:cs typeface="Verdana"/>
                <a:hlinkClick r:id="rId7" action="ppaction://hlinksldjump"/>
              </a:rPr>
              <a:t>Computer</a:t>
            </a:r>
            <a:r>
              <a:rPr sz="600" i="1" spc="25" dirty="0">
                <a:solidFill>
                  <a:srgbClr val="333333"/>
                </a:solidFill>
                <a:latin typeface="Verdana"/>
                <a:cs typeface="Verdana"/>
                <a:hlinkClick r:id="rId7" action="ppaction://hlinksldjump"/>
              </a:rPr>
              <a:t> </a:t>
            </a:r>
            <a:r>
              <a:rPr sz="600" i="1" spc="-10" dirty="0">
                <a:solidFill>
                  <a:srgbClr val="333333"/>
                </a:solidFill>
                <a:latin typeface="Verdana"/>
                <a:cs typeface="Verdana"/>
                <a:hlinkClick r:id="rId7" action="ppaction://hlinksldjump"/>
              </a:rPr>
              <a:t>Vision</a:t>
            </a:r>
            <a:endParaRPr sz="600">
              <a:latin typeface="Verdana"/>
              <a:cs typeface="Verdana"/>
            </a:endParaRPr>
          </a:p>
        </p:txBody>
      </p:sp>
      <p:sp>
        <p:nvSpPr>
          <p:cNvPr id="11" name="object 11"/>
          <p:cNvSpPr txBox="1"/>
          <p:nvPr/>
        </p:nvSpPr>
        <p:spPr>
          <a:xfrm>
            <a:off x="2577040" y="3332022"/>
            <a:ext cx="281305" cy="122555"/>
          </a:xfrm>
          <a:prstGeom prst="rect">
            <a:avLst/>
          </a:prstGeom>
        </p:spPr>
        <p:txBody>
          <a:bodyPr vert="horz" wrap="square" lIns="0" tIns="7620" rIns="0" bIns="0" rtlCol="0">
            <a:spAutoFit/>
          </a:bodyPr>
          <a:lstStyle/>
          <a:p>
            <a:pPr marL="15240">
              <a:lnSpc>
                <a:spcPct val="100000"/>
              </a:lnSpc>
              <a:spcBef>
                <a:spcPts val="60"/>
              </a:spcBef>
            </a:pPr>
            <a:fld id="{81D60167-4931-47E6-BA6A-407CBD079E47}" type="slidenum">
              <a:rPr sz="600" i="1" spc="-45" dirty="0">
                <a:solidFill>
                  <a:srgbClr val="333333"/>
                </a:solidFill>
                <a:latin typeface="Verdana"/>
                <a:cs typeface="Verdana"/>
              </a:rPr>
              <a:t>21</a:t>
            </a:fld>
            <a:r>
              <a:rPr sz="600" i="1" spc="-90" dirty="0">
                <a:solidFill>
                  <a:srgbClr val="333333"/>
                </a:solidFill>
                <a:latin typeface="Verdana"/>
                <a:cs typeface="Verdana"/>
              </a:rPr>
              <a:t> </a:t>
            </a:r>
            <a:r>
              <a:rPr sz="600" i="1" spc="70" dirty="0">
                <a:solidFill>
                  <a:srgbClr val="333333"/>
                </a:solidFill>
                <a:latin typeface="Verdana"/>
                <a:cs typeface="Verdana"/>
              </a:rPr>
              <a:t>/</a:t>
            </a:r>
            <a:r>
              <a:rPr sz="600" i="1" spc="-85" dirty="0">
                <a:solidFill>
                  <a:srgbClr val="333333"/>
                </a:solidFill>
                <a:latin typeface="Verdana"/>
                <a:cs typeface="Verdana"/>
              </a:rPr>
              <a:t> </a:t>
            </a:r>
            <a:r>
              <a:rPr sz="600" i="1" spc="-25" dirty="0">
                <a:solidFill>
                  <a:srgbClr val="333333"/>
                </a:solidFill>
                <a:latin typeface="Verdana"/>
                <a:cs typeface="Verdana"/>
              </a:rPr>
              <a:t>59</a:t>
            </a:r>
            <a:endParaRPr sz="600">
              <a:latin typeface="Verdana"/>
              <a:cs typeface="Verdana"/>
            </a:endParaRPr>
          </a:p>
        </p:txBody>
      </p:sp>
    </p:spTree>
  </p:cSld>
  <p:clrMapOvr>
    <a:masterClrMapping/>
  </p:clrMapOvr>
  <p:transition>
    <p:cut/>
  </p:transition>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628650" y="130175"/>
            <a:ext cx="3200400" cy="221154"/>
          </a:xfrm>
          <a:prstGeom prst="rect">
            <a:avLst/>
          </a:prstGeom>
        </p:spPr>
        <p:txBody>
          <a:bodyPr vert="horz" wrap="square" lIns="0" tIns="5655" rIns="0" bIns="0" rtlCol="0">
            <a:spAutoFit/>
          </a:bodyPr>
          <a:lstStyle/>
          <a:p>
            <a:pPr marL="5655">
              <a:spcBef>
                <a:spcPts val="45"/>
              </a:spcBef>
            </a:pPr>
            <a:r>
              <a:rPr spc="-9" dirty="0"/>
              <a:t>Virtual/Augmented/Mixed</a:t>
            </a:r>
            <a:r>
              <a:rPr spc="-78" dirty="0"/>
              <a:t> </a:t>
            </a:r>
            <a:r>
              <a:rPr spc="-4" dirty="0"/>
              <a:t>Reality</a:t>
            </a:r>
          </a:p>
        </p:txBody>
      </p:sp>
      <p:pic>
        <p:nvPicPr>
          <p:cNvPr id="3" name="object 3"/>
          <p:cNvPicPr/>
          <p:nvPr/>
        </p:nvPicPr>
        <p:blipFill>
          <a:blip r:embed="rId2" cstate="print"/>
          <a:stretch>
            <a:fillRect/>
          </a:stretch>
        </p:blipFill>
        <p:spPr>
          <a:xfrm>
            <a:off x="442373" y="551792"/>
            <a:ext cx="1751819" cy="1313865"/>
          </a:xfrm>
          <a:prstGeom prst="rect">
            <a:avLst/>
          </a:prstGeom>
        </p:spPr>
      </p:pic>
      <p:pic>
        <p:nvPicPr>
          <p:cNvPr id="4" name="object 4"/>
          <p:cNvPicPr/>
          <p:nvPr/>
        </p:nvPicPr>
        <p:blipFill>
          <a:blip r:embed="rId3" cstate="print"/>
          <a:stretch>
            <a:fillRect/>
          </a:stretch>
        </p:blipFill>
        <p:spPr>
          <a:xfrm>
            <a:off x="2270119" y="551792"/>
            <a:ext cx="1970798" cy="1313865"/>
          </a:xfrm>
          <a:prstGeom prst="rect">
            <a:avLst/>
          </a:prstGeom>
        </p:spPr>
      </p:pic>
      <p:pic>
        <p:nvPicPr>
          <p:cNvPr id="5" name="object 5"/>
          <p:cNvPicPr/>
          <p:nvPr/>
        </p:nvPicPr>
        <p:blipFill>
          <a:blip r:embed="rId4" cstate="print"/>
          <a:stretch>
            <a:fillRect/>
          </a:stretch>
        </p:blipFill>
        <p:spPr>
          <a:xfrm>
            <a:off x="442373" y="1927722"/>
            <a:ext cx="1913287" cy="1152024"/>
          </a:xfrm>
          <a:prstGeom prst="rect">
            <a:avLst/>
          </a:prstGeom>
        </p:spPr>
      </p:pic>
      <p:pic>
        <p:nvPicPr>
          <p:cNvPr id="6" name="object 6"/>
          <p:cNvPicPr/>
          <p:nvPr/>
        </p:nvPicPr>
        <p:blipFill>
          <a:blip r:embed="rId5" cstate="print"/>
          <a:stretch>
            <a:fillRect/>
          </a:stretch>
        </p:blipFill>
        <p:spPr>
          <a:xfrm>
            <a:off x="2443145" y="1927723"/>
            <a:ext cx="1797770" cy="1169432"/>
          </a:xfrm>
          <a:prstGeom prst="rect">
            <a:avLst/>
          </a:prstGeom>
        </p:spPr>
      </p:pic>
      <p:sp>
        <p:nvSpPr>
          <p:cNvPr id="8" name="object 8"/>
          <p:cNvSpPr txBox="1">
            <a:spLocks noGrp="1"/>
          </p:cNvSpPr>
          <p:nvPr>
            <p:ph type="sldNum" sz="quarter" idx="7"/>
          </p:nvPr>
        </p:nvSpPr>
        <p:spPr>
          <a:xfrm>
            <a:off x="1203279" y="1483621"/>
            <a:ext cx="135172" cy="89768"/>
          </a:xfrm>
          <a:prstGeom prst="rect">
            <a:avLst/>
          </a:prstGeom>
        </p:spPr>
        <p:txBody>
          <a:bodyPr vert="horz" wrap="square" lIns="0" tIns="0" rIns="0" bIns="0" rtlCol="0">
            <a:spAutoFit/>
          </a:bodyPr>
          <a:lstStyle/>
          <a:p>
            <a:pPr marL="16966">
              <a:lnSpc>
                <a:spcPts val="684"/>
              </a:lnSpc>
            </a:pPr>
            <a:r>
              <a:rPr spc="-11" dirty="0"/>
              <a:t>75</a:t>
            </a:r>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555212" y="177229"/>
            <a:ext cx="2435638" cy="221154"/>
          </a:xfrm>
          <a:prstGeom prst="rect">
            <a:avLst/>
          </a:prstGeom>
        </p:spPr>
        <p:txBody>
          <a:bodyPr vert="horz" wrap="square" lIns="0" tIns="5655" rIns="0" bIns="0" rtlCol="0">
            <a:spAutoFit/>
          </a:bodyPr>
          <a:lstStyle/>
          <a:p>
            <a:pPr marL="5655">
              <a:spcBef>
                <a:spcPts val="45"/>
              </a:spcBef>
            </a:pPr>
            <a:r>
              <a:rPr dirty="0"/>
              <a:t>Sports</a:t>
            </a:r>
            <a:r>
              <a:rPr spc="-58" dirty="0"/>
              <a:t> </a:t>
            </a:r>
            <a:r>
              <a:rPr spc="-4" dirty="0"/>
              <a:t>and</a:t>
            </a:r>
            <a:r>
              <a:rPr spc="-129" dirty="0"/>
              <a:t> </a:t>
            </a:r>
            <a:r>
              <a:rPr spc="-4" dirty="0"/>
              <a:t>Advertising</a:t>
            </a:r>
          </a:p>
        </p:txBody>
      </p:sp>
      <p:pic>
        <p:nvPicPr>
          <p:cNvPr id="3" name="object 3"/>
          <p:cNvPicPr/>
          <p:nvPr/>
        </p:nvPicPr>
        <p:blipFill>
          <a:blip r:embed="rId2" cstate="print"/>
          <a:stretch>
            <a:fillRect/>
          </a:stretch>
        </p:blipFill>
        <p:spPr>
          <a:xfrm>
            <a:off x="524522" y="1940645"/>
            <a:ext cx="2002165" cy="1140817"/>
          </a:xfrm>
          <a:prstGeom prst="rect">
            <a:avLst/>
          </a:prstGeom>
        </p:spPr>
      </p:pic>
      <p:pic>
        <p:nvPicPr>
          <p:cNvPr id="4" name="object 4"/>
          <p:cNvPicPr/>
          <p:nvPr/>
        </p:nvPicPr>
        <p:blipFill>
          <a:blip r:embed="rId3" cstate="print"/>
          <a:stretch>
            <a:fillRect/>
          </a:stretch>
        </p:blipFill>
        <p:spPr>
          <a:xfrm>
            <a:off x="2670229" y="554560"/>
            <a:ext cx="1281113" cy="2750700"/>
          </a:xfrm>
          <a:prstGeom prst="rect">
            <a:avLst/>
          </a:prstGeom>
        </p:spPr>
      </p:pic>
      <p:pic>
        <p:nvPicPr>
          <p:cNvPr id="5" name="object 5"/>
          <p:cNvPicPr/>
          <p:nvPr/>
        </p:nvPicPr>
        <p:blipFill>
          <a:blip r:embed="rId4" cstate="print"/>
          <a:stretch>
            <a:fillRect/>
          </a:stretch>
        </p:blipFill>
        <p:spPr>
          <a:xfrm>
            <a:off x="524522" y="554559"/>
            <a:ext cx="2002165" cy="1334777"/>
          </a:xfrm>
          <a:prstGeom prst="rect">
            <a:avLst/>
          </a:prstGeom>
        </p:spPr>
      </p:pic>
      <p:sp>
        <p:nvSpPr>
          <p:cNvPr id="7" name="object 7"/>
          <p:cNvSpPr txBox="1">
            <a:spLocks noGrp="1"/>
          </p:cNvSpPr>
          <p:nvPr>
            <p:ph type="sldNum" sz="quarter" idx="7"/>
          </p:nvPr>
        </p:nvSpPr>
        <p:spPr>
          <a:xfrm>
            <a:off x="1203279" y="1483621"/>
            <a:ext cx="135172" cy="89768"/>
          </a:xfrm>
          <a:prstGeom prst="rect">
            <a:avLst/>
          </a:prstGeom>
        </p:spPr>
        <p:txBody>
          <a:bodyPr vert="horz" wrap="square" lIns="0" tIns="0" rIns="0" bIns="0" rtlCol="0">
            <a:spAutoFit/>
          </a:bodyPr>
          <a:lstStyle/>
          <a:p>
            <a:pPr marL="16966">
              <a:lnSpc>
                <a:spcPts val="684"/>
              </a:lnSpc>
            </a:pPr>
            <a:r>
              <a:rPr spc="-11" dirty="0"/>
              <a:t>80</a:t>
            </a:r>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552450" y="206375"/>
            <a:ext cx="2006171" cy="221154"/>
          </a:xfrm>
          <a:prstGeom prst="rect">
            <a:avLst/>
          </a:prstGeom>
        </p:spPr>
        <p:txBody>
          <a:bodyPr vert="horz" wrap="square" lIns="0" tIns="5655" rIns="0" bIns="0" rtlCol="0">
            <a:spAutoFit/>
          </a:bodyPr>
          <a:lstStyle/>
          <a:p>
            <a:pPr marL="5655">
              <a:spcBef>
                <a:spcPts val="45"/>
              </a:spcBef>
            </a:pPr>
            <a:r>
              <a:rPr dirty="0"/>
              <a:t>Video</a:t>
            </a:r>
            <a:r>
              <a:rPr spc="-85" dirty="0"/>
              <a:t> </a:t>
            </a:r>
            <a:r>
              <a:rPr spc="-4" dirty="0"/>
              <a:t>Surveillance</a:t>
            </a:r>
          </a:p>
        </p:txBody>
      </p:sp>
      <p:pic>
        <p:nvPicPr>
          <p:cNvPr id="3" name="object 3"/>
          <p:cNvPicPr/>
          <p:nvPr/>
        </p:nvPicPr>
        <p:blipFill>
          <a:blip r:embed="rId2" cstate="print"/>
          <a:stretch>
            <a:fillRect/>
          </a:stretch>
        </p:blipFill>
        <p:spPr>
          <a:xfrm>
            <a:off x="147577" y="578684"/>
            <a:ext cx="4328923" cy="2506021"/>
          </a:xfrm>
          <a:prstGeom prst="rect">
            <a:avLst/>
          </a:prstGeom>
        </p:spPr>
      </p:pic>
      <p:sp>
        <p:nvSpPr>
          <p:cNvPr id="5" name="object 5"/>
          <p:cNvSpPr txBox="1">
            <a:spLocks noGrp="1"/>
          </p:cNvSpPr>
          <p:nvPr>
            <p:ph type="sldNum" sz="quarter" idx="7"/>
          </p:nvPr>
        </p:nvSpPr>
        <p:spPr>
          <a:xfrm>
            <a:off x="1203279" y="1483621"/>
            <a:ext cx="135172" cy="89768"/>
          </a:xfrm>
          <a:prstGeom prst="rect">
            <a:avLst/>
          </a:prstGeom>
        </p:spPr>
        <p:txBody>
          <a:bodyPr vert="horz" wrap="square" lIns="0" tIns="0" rIns="0" bIns="0" rtlCol="0">
            <a:spAutoFit/>
          </a:bodyPr>
          <a:lstStyle/>
          <a:p>
            <a:pPr marL="16966">
              <a:lnSpc>
                <a:spcPts val="684"/>
              </a:lnSpc>
            </a:pPr>
            <a:r>
              <a:rPr spc="-11" dirty="0"/>
              <a:t>77</a:t>
            </a:r>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552450" y="170251"/>
            <a:ext cx="2667000" cy="221154"/>
          </a:xfrm>
          <a:prstGeom prst="rect">
            <a:avLst/>
          </a:prstGeom>
        </p:spPr>
        <p:txBody>
          <a:bodyPr vert="horz" wrap="square" lIns="0" tIns="5655" rIns="0" bIns="0" rtlCol="0">
            <a:spAutoFit/>
          </a:bodyPr>
          <a:lstStyle/>
          <a:p>
            <a:pPr marL="5655">
              <a:spcBef>
                <a:spcPts val="45"/>
              </a:spcBef>
            </a:pPr>
            <a:r>
              <a:rPr dirty="0"/>
              <a:t>Person</a:t>
            </a:r>
            <a:r>
              <a:rPr spc="-56" dirty="0"/>
              <a:t> </a:t>
            </a:r>
            <a:r>
              <a:rPr spc="-13" dirty="0"/>
              <a:t>Re-</a:t>
            </a:r>
            <a:r>
              <a:rPr spc="-4" dirty="0"/>
              <a:t>identification</a:t>
            </a:r>
          </a:p>
        </p:txBody>
      </p:sp>
      <p:pic>
        <p:nvPicPr>
          <p:cNvPr id="3" name="object 3"/>
          <p:cNvPicPr/>
          <p:nvPr/>
        </p:nvPicPr>
        <p:blipFill>
          <a:blip r:embed="rId2" cstate="print"/>
          <a:stretch>
            <a:fillRect/>
          </a:stretch>
        </p:blipFill>
        <p:spPr>
          <a:xfrm>
            <a:off x="229291" y="659600"/>
            <a:ext cx="4107104" cy="2320514"/>
          </a:xfrm>
          <a:prstGeom prst="rect">
            <a:avLst/>
          </a:prstGeom>
        </p:spPr>
      </p:pic>
      <p:sp>
        <p:nvSpPr>
          <p:cNvPr id="5" name="object 5"/>
          <p:cNvSpPr txBox="1">
            <a:spLocks noGrp="1"/>
          </p:cNvSpPr>
          <p:nvPr>
            <p:ph type="sldNum" sz="quarter" idx="7"/>
          </p:nvPr>
        </p:nvSpPr>
        <p:spPr>
          <a:xfrm>
            <a:off x="1203279" y="1483621"/>
            <a:ext cx="135172" cy="89768"/>
          </a:xfrm>
          <a:prstGeom prst="rect">
            <a:avLst/>
          </a:prstGeom>
        </p:spPr>
        <p:txBody>
          <a:bodyPr vert="horz" wrap="square" lIns="0" tIns="0" rIns="0" bIns="0" rtlCol="0">
            <a:spAutoFit/>
          </a:bodyPr>
          <a:lstStyle/>
          <a:p>
            <a:pPr marL="16966">
              <a:lnSpc>
                <a:spcPts val="684"/>
              </a:lnSpc>
            </a:pPr>
            <a:r>
              <a:rPr spc="-11" dirty="0"/>
              <a:t>58</a:t>
            </a:r>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object 2"/>
          <p:cNvSpPr txBox="1"/>
          <p:nvPr/>
        </p:nvSpPr>
        <p:spPr>
          <a:xfrm>
            <a:off x="56134" y="15020"/>
            <a:ext cx="412115" cy="101600"/>
          </a:xfrm>
          <a:prstGeom prst="rect">
            <a:avLst/>
          </a:prstGeom>
        </p:spPr>
        <p:txBody>
          <a:bodyPr vert="horz" wrap="square" lIns="0" tIns="12065" rIns="0" bIns="0" rtlCol="0">
            <a:spAutoFit/>
          </a:bodyPr>
          <a:lstStyle/>
          <a:p>
            <a:pPr marL="12700">
              <a:lnSpc>
                <a:spcPct val="100000"/>
              </a:lnSpc>
              <a:spcBef>
                <a:spcPts val="95"/>
              </a:spcBef>
            </a:pPr>
            <a:r>
              <a:rPr sz="500" b="1" spc="-10" dirty="0">
                <a:solidFill>
                  <a:srgbClr val="3F3F3F"/>
                </a:solidFill>
                <a:latin typeface="Arial"/>
                <a:cs typeface="Arial"/>
                <a:hlinkClick r:id="rId2" action="ppaction://hlinksldjump"/>
              </a:rPr>
              <a:t>Introduction</a:t>
            </a:r>
            <a:endParaRPr sz="500">
              <a:latin typeface="Arial"/>
              <a:cs typeface="Arial"/>
            </a:endParaRPr>
          </a:p>
        </p:txBody>
      </p:sp>
      <p:sp>
        <p:nvSpPr>
          <p:cNvPr id="4" name="object 4"/>
          <p:cNvSpPr txBox="1"/>
          <p:nvPr/>
        </p:nvSpPr>
        <p:spPr>
          <a:xfrm>
            <a:off x="2858214" y="15020"/>
            <a:ext cx="255270" cy="101600"/>
          </a:xfrm>
          <a:prstGeom prst="rect">
            <a:avLst/>
          </a:prstGeom>
        </p:spPr>
        <p:txBody>
          <a:bodyPr vert="horz" wrap="square" lIns="0" tIns="12065" rIns="0" bIns="0" rtlCol="0">
            <a:spAutoFit/>
          </a:bodyPr>
          <a:lstStyle/>
          <a:p>
            <a:pPr marL="12700">
              <a:lnSpc>
                <a:spcPct val="100000"/>
              </a:lnSpc>
              <a:spcBef>
                <a:spcPts val="95"/>
              </a:spcBef>
            </a:pPr>
            <a:r>
              <a:rPr sz="500" b="1" spc="-10" dirty="0">
                <a:solidFill>
                  <a:srgbClr val="E2E2E2"/>
                </a:solidFill>
                <a:latin typeface="Arial"/>
                <a:cs typeface="Arial"/>
                <a:hlinkClick r:id="rId3" action="ppaction://hlinksldjump"/>
              </a:rPr>
              <a:t>Outline</a:t>
            </a:r>
            <a:endParaRPr sz="500">
              <a:latin typeface="Arial"/>
              <a:cs typeface="Arial"/>
            </a:endParaRPr>
          </a:p>
        </p:txBody>
      </p:sp>
      <p:sp>
        <p:nvSpPr>
          <p:cNvPr id="5" name="object 5"/>
          <p:cNvSpPr txBox="1"/>
          <p:nvPr/>
        </p:nvSpPr>
        <p:spPr>
          <a:xfrm>
            <a:off x="4117530" y="15020"/>
            <a:ext cx="434340" cy="101600"/>
          </a:xfrm>
          <a:prstGeom prst="rect">
            <a:avLst/>
          </a:prstGeom>
        </p:spPr>
        <p:txBody>
          <a:bodyPr vert="horz" wrap="square" lIns="0" tIns="12065" rIns="0" bIns="0" rtlCol="0">
            <a:spAutoFit/>
          </a:bodyPr>
          <a:lstStyle/>
          <a:p>
            <a:pPr marL="12700">
              <a:lnSpc>
                <a:spcPct val="100000"/>
              </a:lnSpc>
              <a:spcBef>
                <a:spcPts val="95"/>
              </a:spcBef>
            </a:pPr>
            <a:r>
              <a:rPr sz="500" b="1" spc="-10" dirty="0">
                <a:solidFill>
                  <a:srgbClr val="E2E2E2"/>
                </a:solidFill>
                <a:latin typeface="Arial"/>
                <a:cs typeface="Arial"/>
                <a:hlinkClick r:id="rId4" action="ppaction://hlinksldjump"/>
              </a:rPr>
              <a:t>Administrivia</a:t>
            </a:r>
            <a:endParaRPr sz="500">
              <a:latin typeface="Arial"/>
              <a:cs typeface="Arial"/>
            </a:endParaRPr>
          </a:p>
        </p:txBody>
      </p:sp>
      <p:pic>
        <p:nvPicPr>
          <p:cNvPr id="6" name="object 6"/>
          <p:cNvPicPr/>
          <p:nvPr/>
        </p:nvPicPr>
        <p:blipFill>
          <a:blip r:embed="rId5" cstate="print"/>
          <a:stretch>
            <a:fillRect/>
          </a:stretch>
        </p:blipFill>
        <p:spPr>
          <a:xfrm>
            <a:off x="68833" y="112855"/>
            <a:ext cx="4470398" cy="7591"/>
          </a:xfrm>
          <a:prstGeom prst="rect">
            <a:avLst/>
          </a:prstGeom>
        </p:spPr>
      </p:pic>
      <p:sp>
        <p:nvSpPr>
          <p:cNvPr id="7" name="object 7"/>
          <p:cNvSpPr txBox="1"/>
          <p:nvPr/>
        </p:nvSpPr>
        <p:spPr>
          <a:xfrm>
            <a:off x="23304" y="149895"/>
            <a:ext cx="1172210" cy="207645"/>
          </a:xfrm>
          <a:prstGeom prst="rect">
            <a:avLst/>
          </a:prstGeom>
        </p:spPr>
        <p:txBody>
          <a:bodyPr vert="horz" wrap="square" lIns="0" tIns="12065" rIns="0" bIns="0" rtlCol="0">
            <a:spAutoFit/>
          </a:bodyPr>
          <a:lstStyle/>
          <a:p>
            <a:pPr marL="12700">
              <a:lnSpc>
                <a:spcPct val="100000"/>
              </a:lnSpc>
              <a:spcBef>
                <a:spcPts val="95"/>
              </a:spcBef>
            </a:pPr>
            <a:r>
              <a:rPr sz="1200" b="1" dirty="0">
                <a:solidFill>
                  <a:srgbClr val="4B81AE"/>
                </a:solidFill>
                <a:latin typeface="Arial"/>
                <a:cs typeface="Arial"/>
              </a:rPr>
              <a:t>Object</a:t>
            </a:r>
            <a:r>
              <a:rPr sz="1200" b="1" spc="75" dirty="0">
                <a:solidFill>
                  <a:srgbClr val="4B81AE"/>
                </a:solidFill>
                <a:latin typeface="Arial"/>
                <a:cs typeface="Arial"/>
              </a:rPr>
              <a:t> </a:t>
            </a:r>
            <a:r>
              <a:rPr sz="1200" b="1" spc="-10" dirty="0">
                <a:solidFill>
                  <a:srgbClr val="4B81AE"/>
                </a:solidFill>
                <a:latin typeface="Arial"/>
                <a:cs typeface="Arial"/>
              </a:rPr>
              <a:t>Tracking</a:t>
            </a:r>
            <a:endParaRPr sz="1200">
              <a:latin typeface="Arial"/>
              <a:cs typeface="Arial"/>
            </a:endParaRPr>
          </a:p>
        </p:txBody>
      </p:sp>
      <p:pic>
        <p:nvPicPr>
          <p:cNvPr id="8" name="object 8"/>
          <p:cNvPicPr/>
          <p:nvPr/>
        </p:nvPicPr>
        <p:blipFill>
          <a:blip r:embed="rId6" cstate="print"/>
          <a:stretch>
            <a:fillRect/>
          </a:stretch>
        </p:blipFill>
        <p:spPr>
          <a:xfrm>
            <a:off x="602995" y="636930"/>
            <a:ext cx="3402117" cy="2238235"/>
          </a:xfrm>
          <a:prstGeom prst="rect">
            <a:avLst/>
          </a:prstGeom>
        </p:spPr>
      </p:pic>
      <p:sp>
        <p:nvSpPr>
          <p:cNvPr id="9" name="object 9"/>
          <p:cNvSpPr/>
          <p:nvPr/>
        </p:nvSpPr>
        <p:spPr>
          <a:xfrm>
            <a:off x="68834" y="3308210"/>
            <a:ext cx="4470400" cy="0"/>
          </a:xfrm>
          <a:custGeom>
            <a:avLst/>
            <a:gdLst/>
            <a:ahLst/>
            <a:cxnLst/>
            <a:rect l="l" t="t" r="r" b="b"/>
            <a:pathLst>
              <a:path w="4470400">
                <a:moveTo>
                  <a:pt x="0" y="0"/>
                </a:moveTo>
                <a:lnTo>
                  <a:pt x="4470336" y="0"/>
                </a:lnTo>
              </a:path>
            </a:pathLst>
          </a:custGeom>
          <a:ln w="7594">
            <a:solidFill>
              <a:srgbClr val="4B81AE"/>
            </a:solidFill>
          </a:ln>
        </p:spPr>
        <p:txBody>
          <a:bodyPr wrap="square" lIns="0" tIns="0" rIns="0" bIns="0" rtlCol="0"/>
          <a:lstStyle/>
          <a:p>
            <a:endParaRPr/>
          </a:p>
        </p:txBody>
      </p:sp>
      <p:sp>
        <p:nvSpPr>
          <p:cNvPr id="10" name="object 10"/>
          <p:cNvSpPr txBox="1"/>
          <p:nvPr/>
        </p:nvSpPr>
        <p:spPr>
          <a:xfrm>
            <a:off x="1779498" y="3332022"/>
            <a:ext cx="648335" cy="122555"/>
          </a:xfrm>
          <a:prstGeom prst="rect">
            <a:avLst/>
          </a:prstGeom>
        </p:spPr>
        <p:txBody>
          <a:bodyPr vert="horz" wrap="square" lIns="0" tIns="7620" rIns="0" bIns="0" rtlCol="0">
            <a:spAutoFit/>
          </a:bodyPr>
          <a:lstStyle/>
          <a:p>
            <a:pPr marL="12700">
              <a:lnSpc>
                <a:spcPct val="100000"/>
              </a:lnSpc>
              <a:spcBef>
                <a:spcPts val="60"/>
              </a:spcBef>
            </a:pPr>
            <a:r>
              <a:rPr sz="600" i="1" spc="-20" dirty="0">
                <a:solidFill>
                  <a:srgbClr val="333333"/>
                </a:solidFill>
                <a:latin typeface="Verdana"/>
                <a:cs typeface="Verdana"/>
                <a:hlinkClick r:id="rId7" action="ppaction://hlinksldjump"/>
              </a:rPr>
              <a:t>Computer</a:t>
            </a:r>
            <a:r>
              <a:rPr sz="600" i="1" spc="25" dirty="0">
                <a:solidFill>
                  <a:srgbClr val="333333"/>
                </a:solidFill>
                <a:latin typeface="Verdana"/>
                <a:cs typeface="Verdana"/>
                <a:hlinkClick r:id="rId7" action="ppaction://hlinksldjump"/>
              </a:rPr>
              <a:t> </a:t>
            </a:r>
            <a:r>
              <a:rPr sz="600" i="1" spc="-10" dirty="0">
                <a:solidFill>
                  <a:srgbClr val="333333"/>
                </a:solidFill>
                <a:latin typeface="Verdana"/>
                <a:cs typeface="Verdana"/>
                <a:hlinkClick r:id="rId7" action="ppaction://hlinksldjump"/>
              </a:rPr>
              <a:t>Vision</a:t>
            </a:r>
            <a:endParaRPr sz="600">
              <a:latin typeface="Verdana"/>
              <a:cs typeface="Verdana"/>
            </a:endParaRPr>
          </a:p>
        </p:txBody>
      </p:sp>
      <p:sp>
        <p:nvSpPr>
          <p:cNvPr id="11" name="object 11"/>
          <p:cNvSpPr txBox="1"/>
          <p:nvPr/>
        </p:nvSpPr>
        <p:spPr>
          <a:xfrm>
            <a:off x="2577040" y="3332022"/>
            <a:ext cx="281305" cy="122555"/>
          </a:xfrm>
          <a:prstGeom prst="rect">
            <a:avLst/>
          </a:prstGeom>
        </p:spPr>
        <p:txBody>
          <a:bodyPr vert="horz" wrap="square" lIns="0" tIns="7620" rIns="0" bIns="0" rtlCol="0">
            <a:spAutoFit/>
          </a:bodyPr>
          <a:lstStyle/>
          <a:p>
            <a:pPr marL="15240">
              <a:lnSpc>
                <a:spcPct val="100000"/>
              </a:lnSpc>
              <a:spcBef>
                <a:spcPts val="60"/>
              </a:spcBef>
            </a:pPr>
            <a:fld id="{81D60167-4931-47E6-BA6A-407CBD079E47}" type="slidenum">
              <a:rPr sz="600" i="1" spc="-45" dirty="0">
                <a:solidFill>
                  <a:srgbClr val="333333"/>
                </a:solidFill>
                <a:latin typeface="Verdana"/>
                <a:cs typeface="Verdana"/>
              </a:rPr>
              <a:t>26</a:t>
            </a:fld>
            <a:r>
              <a:rPr sz="600" i="1" spc="-90" dirty="0">
                <a:solidFill>
                  <a:srgbClr val="333333"/>
                </a:solidFill>
                <a:latin typeface="Verdana"/>
                <a:cs typeface="Verdana"/>
              </a:rPr>
              <a:t> </a:t>
            </a:r>
            <a:r>
              <a:rPr sz="600" i="1" spc="70" dirty="0">
                <a:solidFill>
                  <a:srgbClr val="333333"/>
                </a:solidFill>
                <a:latin typeface="Verdana"/>
                <a:cs typeface="Verdana"/>
              </a:rPr>
              <a:t>/</a:t>
            </a:r>
            <a:r>
              <a:rPr sz="600" i="1" spc="-85" dirty="0">
                <a:solidFill>
                  <a:srgbClr val="333333"/>
                </a:solidFill>
                <a:latin typeface="Verdana"/>
                <a:cs typeface="Verdana"/>
              </a:rPr>
              <a:t> </a:t>
            </a:r>
            <a:r>
              <a:rPr sz="600" i="1" spc="-25" dirty="0">
                <a:solidFill>
                  <a:srgbClr val="333333"/>
                </a:solidFill>
                <a:latin typeface="Verdana"/>
                <a:cs typeface="Verdana"/>
              </a:rPr>
              <a:t>59</a:t>
            </a:r>
            <a:endParaRPr sz="600">
              <a:latin typeface="Verdana"/>
              <a:cs typeface="Verdana"/>
            </a:endParaRPr>
          </a:p>
        </p:txBody>
      </p:sp>
    </p:spTree>
  </p:cSld>
  <p:clrMapOvr>
    <a:masterClrMapping/>
  </p:clrMapOvr>
  <p:transition>
    <p:cut/>
  </p:transition>
</p:sld>
</file>

<file path=ppt/slides/slide27.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object 2"/>
          <p:cNvSpPr txBox="1"/>
          <p:nvPr/>
        </p:nvSpPr>
        <p:spPr>
          <a:xfrm>
            <a:off x="56134" y="15020"/>
            <a:ext cx="412115" cy="101600"/>
          </a:xfrm>
          <a:prstGeom prst="rect">
            <a:avLst/>
          </a:prstGeom>
        </p:spPr>
        <p:txBody>
          <a:bodyPr vert="horz" wrap="square" lIns="0" tIns="12065" rIns="0" bIns="0" rtlCol="0">
            <a:spAutoFit/>
          </a:bodyPr>
          <a:lstStyle/>
          <a:p>
            <a:pPr marL="12700">
              <a:lnSpc>
                <a:spcPct val="100000"/>
              </a:lnSpc>
              <a:spcBef>
                <a:spcPts val="95"/>
              </a:spcBef>
            </a:pPr>
            <a:r>
              <a:rPr sz="500" b="1" spc="-10" dirty="0">
                <a:solidFill>
                  <a:srgbClr val="E2E2E2"/>
                </a:solidFill>
                <a:latin typeface="Arial"/>
                <a:cs typeface="Arial"/>
                <a:hlinkClick r:id="rId2" action="ppaction://hlinksldjump"/>
              </a:rPr>
              <a:t>Introduction</a:t>
            </a:r>
            <a:endParaRPr sz="500">
              <a:latin typeface="Arial"/>
              <a:cs typeface="Arial"/>
            </a:endParaRPr>
          </a:p>
        </p:txBody>
      </p:sp>
      <p:sp>
        <p:nvSpPr>
          <p:cNvPr id="4" name="object 4"/>
          <p:cNvSpPr txBox="1"/>
          <p:nvPr/>
        </p:nvSpPr>
        <p:spPr>
          <a:xfrm>
            <a:off x="2858214" y="15020"/>
            <a:ext cx="255270" cy="101600"/>
          </a:xfrm>
          <a:prstGeom prst="rect">
            <a:avLst/>
          </a:prstGeom>
        </p:spPr>
        <p:txBody>
          <a:bodyPr vert="horz" wrap="square" lIns="0" tIns="12065" rIns="0" bIns="0" rtlCol="0">
            <a:spAutoFit/>
          </a:bodyPr>
          <a:lstStyle/>
          <a:p>
            <a:pPr marL="12700">
              <a:lnSpc>
                <a:spcPct val="100000"/>
              </a:lnSpc>
              <a:spcBef>
                <a:spcPts val="95"/>
              </a:spcBef>
            </a:pPr>
            <a:r>
              <a:rPr sz="500" b="1" spc="-10" dirty="0">
                <a:solidFill>
                  <a:srgbClr val="E2E2E2"/>
                </a:solidFill>
                <a:latin typeface="Arial"/>
                <a:cs typeface="Arial"/>
                <a:hlinkClick r:id="rId3" action="ppaction://hlinksldjump"/>
              </a:rPr>
              <a:t>Outline</a:t>
            </a:r>
            <a:endParaRPr sz="500">
              <a:latin typeface="Arial"/>
              <a:cs typeface="Arial"/>
            </a:endParaRPr>
          </a:p>
        </p:txBody>
      </p:sp>
      <p:sp>
        <p:nvSpPr>
          <p:cNvPr id="5" name="object 5"/>
          <p:cNvSpPr txBox="1"/>
          <p:nvPr/>
        </p:nvSpPr>
        <p:spPr>
          <a:xfrm>
            <a:off x="4117530" y="15020"/>
            <a:ext cx="434340" cy="101600"/>
          </a:xfrm>
          <a:prstGeom prst="rect">
            <a:avLst/>
          </a:prstGeom>
        </p:spPr>
        <p:txBody>
          <a:bodyPr vert="horz" wrap="square" lIns="0" tIns="12065" rIns="0" bIns="0" rtlCol="0">
            <a:spAutoFit/>
          </a:bodyPr>
          <a:lstStyle/>
          <a:p>
            <a:pPr marL="12700">
              <a:lnSpc>
                <a:spcPct val="100000"/>
              </a:lnSpc>
              <a:spcBef>
                <a:spcPts val="95"/>
              </a:spcBef>
            </a:pPr>
            <a:r>
              <a:rPr sz="500" b="1" spc="-10" dirty="0">
                <a:solidFill>
                  <a:srgbClr val="E2E2E2"/>
                </a:solidFill>
                <a:latin typeface="Arial"/>
                <a:cs typeface="Arial"/>
                <a:hlinkClick r:id="rId4" action="ppaction://hlinksldjump"/>
              </a:rPr>
              <a:t>Administrivia</a:t>
            </a:r>
            <a:endParaRPr sz="500">
              <a:latin typeface="Arial"/>
              <a:cs typeface="Arial"/>
            </a:endParaRPr>
          </a:p>
        </p:txBody>
      </p:sp>
      <p:pic>
        <p:nvPicPr>
          <p:cNvPr id="6" name="object 6"/>
          <p:cNvPicPr/>
          <p:nvPr/>
        </p:nvPicPr>
        <p:blipFill>
          <a:blip r:embed="rId5" cstate="print"/>
          <a:stretch>
            <a:fillRect/>
          </a:stretch>
        </p:blipFill>
        <p:spPr>
          <a:xfrm>
            <a:off x="68834" y="112855"/>
            <a:ext cx="4470399" cy="7591"/>
          </a:xfrm>
          <a:prstGeom prst="rect">
            <a:avLst/>
          </a:prstGeom>
        </p:spPr>
      </p:pic>
      <p:sp>
        <p:nvSpPr>
          <p:cNvPr id="7" name="object 7"/>
          <p:cNvSpPr txBox="1"/>
          <p:nvPr/>
        </p:nvSpPr>
        <p:spPr>
          <a:xfrm>
            <a:off x="23304" y="149895"/>
            <a:ext cx="1467485" cy="294311"/>
          </a:xfrm>
          <a:prstGeom prst="rect">
            <a:avLst/>
          </a:prstGeom>
        </p:spPr>
        <p:txBody>
          <a:bodyPr vert="horz" wrap="square" lIns="0" tIns="12065" rIns="0" bIns="0" rtlCol="0">
            <a:spAutoFit/>
          </a:bodyPr>
          <a:lstStyle/>
          <a:p>
            <a:pPr marL="12700">
              <a:lnSpc>
                <a:spcPts val="1060"/>
              </a:lnSpc>
            </a:pPr>
            <a:endParaRPr lang="en-US" sz="1000" i="1" spc="-60" dirty="0">
              <a:solidFill>
                <a:srgbClr val="4B81AE"/>
              </a:solidFill>
              <a:latin typeface="Arial"/>
              <a:cs typeface="Arial"/>
            </a:endParaRPr>
          </a:p>
          <a:p>
            <a:pPr marL="12700">
              <a:lnSpc>
                <a:spcPts val="1060"/>
              </a:lnSpc>
            </a:pPr>
            <a:r>
              <a:rPr sz="1000" i="1" spc="-60" dirty="0">
                <a:solidFill>
                  <a:srgbClr val="4B81AE"/>
                </a:solidFill>
                <a:latin typeface="Arial"/>
                <a:cs typeface="Arial"/>
              </a:rPr>
              <a:t>Road</a:t>
            </a:r>
            <a:r>
              <a:rPr sz="1000" i="1" spc="15" dirty="0">
                <a:solidFill>
                  <a:srgbClr val="4B81AE"/>
                </a:solidFill>
                <a:latin typeface="Arial"/>
                <a:cs typeface="Arial"/>
              </a:rPr>
              <a:t> </a:t>
            </a:r>
            <a:r>
              <a:rPr sz="1000" i="1" spc="-25" dirty="0">
                <a:solidFill>
                  <a:srgbClr val="4B81AE"/>
                </a:solidFill>
                <a:latin typeface="Arial"/>
                <a:cs typeface="Arial"/>
              </a:rPr>
              <a:t>Condition</a:t>
            </a:r>
            <a:r>
              <a:rPr sz="1000" i="1" spc="20" dirty="0">
                <a:solidFill>
                  <a:srgbClr val="4B81AE"/>
                </a:solidFill>
                <a:latin typeface="Arial"/>
                <a:cs typeface="Arial"/>
              </a:rPr>
              <a:t> </a:t>
            </a:r>
            <a:r>
              <a:rPr sz="1000" i="1" spc="-10" dirty="0">
                <a:solidFill>
                  <a:srgbClr val="4B81AE"/>
                </a:solidFill>
                <a:latin typeface="Arial"/>
                <a:cs typeface="Arial"/>
              </a:rPr>
              <a:t>Monitoring</a:t>
            </a:r>
            <a:endParaRPr sz="1000" dirty="0">
              <a:latin typeface="Arial"/>
              <a:cs typeface="Arial"/>
            </a:endParaRPr>
          </a:p>
        </p:txBody>
      </p:sp>
      <p:pic>
        <p:nvPicPr>
          <p:cNvPr id="8" name="object 8"/>
          <p:cNvPicPr/>
          <p:nvPr/>
        </p:nvPicPr>
        <p:blipFill>
          <a:blip r:embed="rId6" cstate="print"/>
          <a:stretch>
            <a:fillRect/>
          </a:stretch>
        </p:blipFill>
        <p:spPr>
          <a:xfrm>
            <a:off x="1166837" y="758411"/>
            <a:ext cx="2268070" cy="2061026"/>
          </a:xfrm>
          <a:prstGeom prst="rect">
            <a:avLst/>
          </a:prstGeom>
        </p:spPr>
      </p:pic>
      <p:sp>
        <p:nvSpPr>
          <p:cNvPr id="9" name="object 9"/>
          <p:cNvSpPr/>
          <p:nvPr/>
        </p:nvSpPr>
        <p:spPr>
          <a:xfrm>
            <a:off x="36004" y="3120948"/>
            <a:ext cx="1828800" cy="0"/>
          </a:xfrm>
          <a:custGeom>
            <a:avLst/>
            <a:gdLst/>
            <a:ahLst/>
            <a:cxnLst/>
            <a:rect l="l" t="t" r="r" b="b"/>
            <a:pathLst>
              <a:path w="1828800">
                <a:moveTo>
                  <a:pt x="0" y="0"/>
                </a:moveTo>
                <a:lnTo>
                  <a:pt x="1828800" y="0"/>
                </a:lnTo>
              </a:path>
            </a:pathLst>
          </a:custGeom>
          <a:ln w="5054">
            <a:solidFill>
              <a:srgbClr val="333333"/>
            </a:solidFill>
          </a:ln>
        </p:spPr>
        <p:txBody>
          <a:bodyPr wrap="square" lIns="0" tIns="0" rIns="0" bIns="0" rtlCol="0"/>
          <a:lstStyle/>
          <a:p>
            <a:endParaRPr/>
          </a:p>
        </p:txBody>
      </p:sp>
      <p:sp>
        <p:nvSpPr>
          <p:cNvPr id="10" name="object 10"/>
          <p:cNvSpPr txBox="1"/>
          <p:nvPr/>
        </p:nvSpPr>
        <p:spPr>
          <a:xfrm>
            <a:off x="233921" y="3127230"/>
            <a:ext cx="2776855" cy="162560"/>
          </a:xfrm>
          <a:prstGeom prst="rect">
            <a:avLst/>
          </a:prstGeom>
        </p:spPr>
        <p:txBody>
          <a:bodyPr vert="horz" wrap="square" lIns="0" tIns="12065" rIns="0" bIns="0" rtlCol="0">
            <a:spAutoFit/>
          </a:bodyPr>
          <a:lstStyle/>
          <a:p>
            <a:pPr marL="12700">
              <a:lnSpc>
                <a:spcPct val="100000"/>
              </a:lnSpc>
              <a:spcBef>
                <a:spcPts val="95"/>
              </a:spcBef>
            </a:pPr>
            <a:r>
              <a:rPr sz="900" dirty="0">
                <a:solidFill>
                  <a:srgbClr val="4B81AE"/>
                </a:solidFill>
                <a:latin typeface="Arial MT"/>
                <a:cs typeface="Arial MT"/>
              </a:rPr>
              <a:t>Naila</a:t>
            </a:r>
            <a:r>
              <a:rPr sz="900" spc="-5" dirty="0">
                <a:solidFill>
                  <a:srgbClr val="4B81AE"/>
                </a:solidFill>
                <a:latin typeface="Arial MT"/>
                <a:cs typeface="Arial MT"/>
              </a:rPr>
              <a:t> </a:t>
            </a:r>
            <a:r>
              <a:rPr sz="900" dirty="0">
                <a:solidFill>
                  <a:srgbClr val="4B81AE"/>
                </a:solidFill>
                <a:latin typeface="Arial MT"/>
                <a:cs typeface="Arial MT"/>
              </a:rPr>
              <a:t>Hamid.</a:t>
            </a:r>
            <a:r>
              <a:rPr sz="900" spc="80" dirty="0">
                <a:solidFill>
                  <a:srgbClr val="4B81AE"/>
                </a:solidFill>
                <a:latin typeface="Arial MT"/>
                <a:cs typeface="Arial MT"/>
              </a:rPr>
              <a:t> </a:t>
            </a:r>
            <a:r>
              <a:rPr sz="900" spc="-10" dirty="0">
                <a:solidFill>
                  <a:srgbClr val="333333"/>
                </a:solidFill>
                <a:latin typeface="Arial MT"/>
                <a:cs typeface="Arial MT"/>
              </a:rPr>
              <a:t>“Road</a:t>
            </a:r>
            <a:r>
              <a:rPr sz="900" spc="-5" dirty="0">
                <a:solidFill>
                  <a:srgbClr val="333333"/>
                </a:solidFill>
                <a:latin typeface="Arial MT"/>
                <a:cs typeface="Arial MT"/>
              </a:rPr>
              <a:t> </a:t>
            </a:r>
            <a:r>
              <a:rPr sz="900" spc="-10" dirty="0">
                <a:solidFill>
                  <a:srgbClr val="333333"/>
                </a:solidFill>
                <a:latin typeface="Arial MT"/>
                <a:cs typeface="Arial MT"/>
              </a:rPr>
              <a:t>Condition</a:t>
            </a:r>
            <a:r>
              <a:rPr sz="900" spc="-5" dirty="0">
                <a:solidFill>
                  <a:srgbClr val="333333"/>
                </a:solidFill>
                <a:latin typeface="Arial MT"/>
                <a:cs typeface="Arial MT"/>
              </a:rPr>
              <a:t> </a:t>
            </a:r>
            <a:r>
              <a:rPr sz="900" spc="-25" dirty="0">
                <a:solidFill>
                  <a:srgbClr val="333333"/>
                </a:solidFill>
                <a:latin typeface="Arial MT"/>
                <a:cs typeface="Arial MT"/>
              </a:rPr>
              <a:t>Classification</a:t>
            </a:r>
            <a:r>
              <a:rPr sz="900" dirty="0">
                <a:solidFill>
                  <a:srgbClr val="333333"/>
                </a:solidFill>
                <a:latin typeface="Arial MT"/>
                <a:cs typeface="Arial MT"/>
              </a:rPr>
              <a:t> in</a:t>
            </a:r>
            <a:r>
              <a:rPr sz="900" spc="-5" dirty="0">
                <a:solidFill>
                  <a:srgbClr val="333333"/>
                </a:solidFill>
                <a:latin typeface="Arial MT"/>
                <a:cs typeface="Arial MT"/>
              </a:rPr>
              <a:t> </a:t>
            </a:r>
            <a:r>
              <a:rPr sz="900" spc="-10" dirty="0">
                <a:solidFill>
                  <a:srgbClr val="333333"/>
                </a:solidFill>
                <a:latin typeface="Arial MT"/>
                <a:cs typeface="Arial MT"/>
              </a:rPr>
              <a:t>Winter”.</a:t>
            </a:r>
            <a:endParaRPr sz="900">
              <a:latin typeface="Arial MT"/>
              <a:cs typeface="Arial MT"/>
            </a:endParaRPr>
          </a:p>
        </p:txBody>
      </p:sp>
      <p:sp>
        <p:nvSpPr>
          <p:cNvPr id="11" name="object 11"/>
          <p:cNvSpPr txBox="1"/>
          <p:nvPr/>
        </p:nvSpPr>
        <p:spPr>
          <a:xfrm>
            <a:off x="3089202" y="3127230"/>
            <a:ext cx="1433830" cy="162560"/>
          </a:xfrm>
          <a:prstGeom prst="rect">
            <a:avLst/>
          </a:prstGeom>
        </p:spPr>
        <p:txBody>
          <a:bodyPr vert="horz" wrap="square" lIns="0" tIns="12065" rIns="0" bIns="0" rtlCol="0">
            <a:spAutoFit/>
          </a:bodyPr>
          <a:lstStyle/>
          <a:p>
            <a:pPr marL="12700">
              <a:lnSpc>
                <a:spcPct val="100000"/>
              </a:lnSpc>
              <a:spcBef>
                <a:spcPts val="95"/>
              </a:spcBef>
            </a:pPr>
            <a:r>
              <a:rPr sz="900" dirty="0">
                <a:solidFill>
                  <a:srgbClr val="8AADCA"/>
                </a:solidFill>
                <a:latin typeface="Arial MT"/>
                <a:cs typeface="Arial MT"/>
              </a:rPr>
              <a:t>MPhil</a:t>
            </a:r>
            <a:r>
              <a:rPr sz="900" spc="25" dirty="0">
                <a:solidFill>
                  <a:srgbClr val="8AADCA"/>
                </a:solidFill>
                <a:latin typeface="Arial MT"/>
                <a:cs typeface="Arial MT"/>
              </a:rPr>
              <a:t> </a:t>
            </a:r>
            <a:r>
              <a:rPr sz="900" spc="-10" dirty="0">
                <a:solidFill>
                  <a:srgbClr val="8AADCA"/>
                </a:solidFill>
                <a:latin typeface="Arial MT"/>
                <a:cs typeface="Arial MT"/>
              </a:rPr>
              <a:t>Thesis.</a:t>
            </a:r>
            <a:r>
              <a:rPr sz="900" spc="120" dirty="0">
                <a:solidFill>
                  <a:srgbClr val="8AADCA"/>
                </a:solidFill>
                <a:latin typeface="Arial MT"/>
                <a:cs typeface="Arial MT"/>
              </a:rPr>
              <a:t> </a:t>
            </a:r>
            <a:r>
              <a:rPr sz="900" dirty="0">
                <a:solidFill>
                  <a:srgbClr val="8AADCA"/>
                </a:solidFill>
                <a:latin typeface="Arial MT"/>
                <a:cs typeface="Arial MT"/>
              </a:rPr>
              <a:t>PUCIT,</a:t>
            </a:r>
            <a:r>
              <a:rPr sz="900" spc="30" dirty="0">
                <a:solidFill>
                  <a:srgbClr val="8AADCA"/>
                </a:solidFill>
                <a:latin typeface="Arial MT"/>
                <a:cs typeface="Arial MT"/>
              </a:rPr>
              <a:t> </a:t>
            </a:r>
            <a:r>
              <a:rPr sz="900" spc="-20" dirty="0">
                <a:solidFill>
                  <a:srgbClr val="8AADCA"/>
                </a:solidFill>
                <a:latin typeface="Arial MT"/>
                <a:cs typeface="Arial MT"/>
              </a:rPr>
              <a:t>2014</a:t>
            </a:r>
            <a:r>
              <a:rPr sz="900" spc="-20" dirty="0">
                <a:solidFill>
                  <a:srgbClr val="333333"/>
                </a:solidFill>
                <a:latin typeface="Arial MT"/>
                <a:cs typeface="Arial MT"/>
              </a:rPr>
              <a:t>.</a:t>
            </a:r>
            <a:endParaRPr sz="900">
              <a:latin typeface="Arial MT"/>
              <a:cs typeface="Arial MT"/>
            </a:endParaRPr>
          </a:p>
        </p:txBody>
      </p:sp>
      <p:sp>
        <p:nvSpPr>
          <p:cNvPr id="12" name="object 12"/>
          <p:cNvSpPr/>
          <p:nvPr/>
        </p:nvSpPr>
        <p:spPr>
          <a:xfrm>
            <a:off x="68834" y="3308210"/>
            <a:ext cx="4470400" cy="0"/>
          </a:xfrm>
          <a:custGeom>
            <a:avLst/>
            <a:gdLst/>
            <a:ahLst/>
            <a:cxnLst/>
            <a:rect l="l" t="t" r="r" b="b"/>
            <a:pathLst>
              <a:path w="4470400">
                <a:moveTo>
                  <a:pt x="0" y="0"/>
                </a:moveTo>
                <a:lnTo>
                  <a:pt x="4470336" y="0"/>
                </a:lnTo>
              </a:path>
            </a:pathLst>
          </a:custGeom>
          <a:ln w="7594">
            <a:solidFill>
              <a:srgbClr val="4B81AE"/>
            </a:solidFill>
          </a:ln>
        </p:spPr>
        <p:txBody>
          <a:bodyPr wrap="square" lIns="0" tIns="0" rIns="0" bIns="0" rtlCol="0"/>
          <a:lstStyle/>
          <a:p>
            <a:endParaRPr/>
          </a:p>
        </p:txBody>
      </p:sp>
      <p:sp>
        <p:nvSpPr>
          <p:cNvPr id="13" name="object 13"/>
          <p:cNvSpPr txBox="1"/>
          <p:nvPr/>
        </p:nvSpPr>
        <p:spPr>
          <a:xfrm>
            <a:off x="1779498" y="3332022"/>
            <a:ext cx="648335" cy="122555"/>
          </a:xfrm>
          <a:prstGeom prst="rect">
            <a:avLst/>
          </a:prstGeom>
        </p:spPr>
        <p:txBody>
          <a:bodyPr vert="horz" wrap="square" lIns="0" tIns="7620" rIns="0" bIns="0" rtlCol="0">
            <a:spAutoFit/>
          </a:bodyPr>
          <a:lstStyle/>
          <a:p>
            <a:pPr marL="12700">
              <a:lnSpc>
                <a:spcPct val="100000"/>
              </a:lnSpc>
              <a:spcBef>
                <a:spcPts val="60"/>
              </a:spcBef>
            </a:pPr>
            <a:r>
              <a:rPr sz="600" i="1" spc="-20" dirty="0">
                <a:solidFill>
                  <a:srgbClr val="333333"/>
                </a:solidFill>
                <a:latin typeface="Verdana"/>
                <a:cs typeface="Verdana"/>
                <a:hlinkClick r:id="rId7" action="ppaction://hlinksldjump"/>
              </a:rPr>
              <a:t>Computer</a:t>
            </a:r>
            <a:r>
              <a:rPr sz="600" i="1" spc="25" dirty="0">
                <a:solidFill>
                  <a:srgbClr val="333333"/>
                </a:solidFill>
                <a:latin typeface="Verdana"/>
                <a:cs typeface="Verdana"/>
                <a:hlinkClick r:id="rId7" action="ppaction://hlinksldjump"/>
              </a:rPr>
              <a:t> </a:t>
            </a:r>
            <a:r>
              <a:rPr sz="600" i="1" spc="-10" dirty="0">
                <a:solidFill>
                  <a:srgbClr val="333333"/>
                </a:solidFill>
                <a:latin typeface="Verdana"/>
                <a:cs typeface="Verdana"/>
                <a:hlinkClick r:id="rId7" action="ppaction://hlinksldjump"/>
              </a:rPr>
              <a:t>Vision</a:t>
            </a:r>
            <a:endParaRPr sz="600">
              <a:latin typeface="Verdana"/>
              <a:cs typeface="Verdana"/>
            </a:endParaRPr>
          </a:p>
        </p:txBody>
      </p:sp>
      <p:sp>
        <p:nvSpPr>
          <p:cNvPr id="14" name="object 14"/>
          <p:cNvSpPr txBox="1"/>
          <p:nvPr/>
        </p:nvSpPr>
        <p:spPr>
          <a:xfrm>
            <a:off x="2577040" y="3332022"/>
            <a:ext cx="281305" cy="122555"/>
          </a:xfrm>
          <a:prstGeom prst="rect">
            <a:avLst/>
          </a:prstGeom>
        </p:spPr>
        <p:txBody>
          <a:bodyPr vert="horz" wrap="square" lIns="0" tIns="7620" rIns="0" bIns="0" rtlCol="0">
            <a:spAutoFit/>
          </a:bodyPr>
          <a:lstStyle/>
          <a:p>
            <a:pPr marL="15240">
              <a:lnSpc>
                <a:spcPct val="100000"/>
              </a:lnSpc>
              <a:spcBef>
                <a:spcPts val="60"/>
              </a:spcBef>
            </a:pPr>
            <a:fld id="{81D60167-4931-47E6-BA6A-407CBD079E47}" type="slidenum">
              <a:rPr sz="600" i="1" spc="-45" dirty="0">
                <a:solidFill>
                  <a:srgbClr val="333333"/>
                </a:solidFill>
                <a:latin typeface="Verdana"/>
                <a:cs typeface="Verdana"/>
              </a:rPr>
              <a:t>27</a:t>
            </a:fld>
            <a:r>
              <a:rPr sz="600" i="1" spc="-90" dirty="0">
                <a:solidFill>
                  <a:srgbClr val="333333"/>
                </a:solidFill>
                <a:latin typeface="Verdana"/>
                <a:cs typeface="Verdana"/>
              </a:rPr>
              <a:t> </a:t>
            </a:r>
            <a:r>
              <a:rPr sz="600" i="1" spc="70" dirty="0">
                <a:solidFill>
                  <a:srgbClr val="333333"/>
                </a:solidFill>
                <a:latin typeface="Verdana"/>
                <a:cs typeface="Verdana"/>
              </a:rPr>
              <a:t>/</a:t>
            </a:r>
            <a:r>
              <a:rPr sz="600" i="1" spc="-85" dirty="0">
                <a:solidFill>
                  <a:srgbClr val="333333"/>
                </a:solidFill>
                <a:latin typeface="Verdana"/>
                <a:cs typeface="Verdana"/>
              </a:rPr>
              <a:t> </a:t>
            </a:r>
            <a:r>
              <a:rPr sz="600" i="1" spc="-25" dirty="0">
                <a:solidFill>
                  <a:srgbClr val="333333"/>
                </a:solidFill>
                <a:latin typeface="Verdana"/>
                <a:cs typeface="Verdana"/>
              </a:rPr>
              <a:t>59</a:t>
            </a:r>
            <a:endParaRPr sz="600">
              <a:latin typeface="Verdana"/>
              <a:cs typeface="Verdana"/>
            </a:endParaRPr>
          </a:p>
        </p:txBody>
      </p:sp>
    </p:spTree>
  </p:cSld>
  <p:clrMapOvr>
    <a:masterClrMapping/>
  </p:clrMapOvr>
  <p:transition>
    <p:cut/>
  </p:transition>
</p:sld>
</file>

<file path=ppt/slides/slide28.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object 2"/>
          <p:cNvSpPr txBox="1"/>
          <p:nvPr/>
        </p:nvSpPr>
        <p:spPr>
          <a:xfrm>
            <a:off x="2858214" y="15020"/>
            <a:ext cx="255270" cy="101600"/>
          </a:xfrm>
          <a:prstGeom prst="rect">
            <a:avLst/>
          </a:prstGeom>
        </p:spPr>
        <p:txBody>
          <a:bodyPr vert="horz" wrap="square" lIns="0" tIns="12065" rIns="0" bIns="0" rtlCol="0">
            <a:spAutoFit/>
          </a:bodyPr>
          <a:lstStyle/>
          <a:p>
            <a:pPr marL="12700">
              <a:lnSpc>
                <a:spcPct val="100000"/>
              </a:lnSpc>
              <a:spcBef>
                <a:spcPts val="95"/>
              </a:spcBef>
            </a:pPr>
            <a:r>
              <a:rPr sz="500" b="1" spc="-10" dirty="0">
                <a:solidFill>
                  <a:srgbClr val="E2E2E2"/>
                </a:solidFill>
                <a:latin typeface="Arial"/>
                <a:cs typeface="Arial"/>
                <a:hlinkClick r:id="rId2" action="ppaction://hlinksldjump"/>
              </a:rPr>
              <a:t>Outline</a:t>
            </a:r>
            <a:endParaRPr sz="500">
              <a:latin typeface="Arial"/>
              <a:cs typeface="Arial"/>
            </a:endParaRPr>
          </a:p>
        </p:txBody>
      </p:sp>
      <p:sp>
        <p:nvSpPr>
          <p:cNvPr id="3" name="object 3"/>
          <p:cNvSpPr txBox="1"/>
          <p:nvPr/>
        </p:nvSpPr>
        <p:spPr>
          <a:xfrm>
            <a:off x="4117530" y="15020"/>
            <a:ext cx="434340" cy="101600"/>
          </a:xfrm>
          <a:prstGeom prst="rect">
            <a:avLst/>
          </a:prstGeom>
        </p:spPr>
        <p:txBody>
          <a:bodyPr vert="horz" wrap="square" lIns="0" tIns="12065" rIns="0" bIns="0" rtlCol="0">
            <a:spAutoFit/>
          </a:bodyPr>
          <a:lstStyle/>
          <a:p>
            <a:pPr marL="12700">
              <a:lnSpc>
                <a:spcPct val="100000"/>
              </a:lnSpc>
              <a:spcBef>
                <a:spcPts val="95"/>
              </a:spcBef>
            </a:pPr>
            <a:r>
              <a:rPr sz="500" b="1" spc="-10" dirty="0">
                <a:solidFill>
                  <a:srgbClr val="E2E2E2"/>
                </a:solidFill>
                <a:latin typeface="Arial"/>
                <a:cs typeface="Arial"/>
                <a:hlinkClick r:id="rId3" action="ppaction://hlinksldjump"/>
              </a:rPr>
              <a:t>Administrivia</a:t>
            </a:r>
            <a:endParaRPr sz="500">
              <a:latin typeface="Arial"/>
              <a:cs typeface="Arial"/>
            </a:endParaRPr>
          </a:p>
        </p:txBody>
      </p:sp>
      <p:pic>
        <p:nvPicPr>
          <p:cNvPr id="4" name="object 4"/>
          <p:cNvPicPr/>
          <p:nvPr/>
        </p:nvPicPr>
        <p:blipFill>
          <a:blip r:embed="rId4" cstate="print"/>
          <a:stretch>
            <a:fillRect/>
          </a:stretch>
        </p:blipFill>
        <p:spPr>
          <a:xfrm>
            <a:off x="68834" y="112855"/>
            <a:ext cx="4470398" cy="7591"/>
          </a:xfrm>
          <a:prstGeom prst="rect">
            <a:avLst/>
          </a:prstGeom>
        </p:spPr>
      </p:pic>
      <p:sp>
        <p:nvSpPr>
          <p:cNvPr id="5" name="object 5"/>
          <p:cNvSpPr txBox="1"/>
          <p:nvPr/>
        </p:nvSpPr>
        <p:spPr>
          <a:xfrm>
            <a:off x="23304" y="-9546"/>
            <a:ext cx="2478405" cy="370614"/>
          </a:xfrm>
          <a:prstGeom prst="rect">
            <a:avLst/>
          </a:prstGeom>
        </p:spPr>
        <p:txBody>
          <a:bodyPr vert="horz" wrap="square" lIns="0" tIns="36830" rIns="0" bIns="0" rtlCol="0">
            <a:spAutoFit/>
          </a:bodyPr>
          <a:lstStyle/>
          <a:p>
            <a:pPr marL="45085">
              <a:lnSpc>
                <a:spcPct val="100000"/>
              </a:lnSpc>
              <a:spcBef>
                <a:spcPts val="290"/>
              </a:spcBef>
              <a:tabLst>
                <a:tab pos="1461135" algn="l"/>
              </a:tabLst>
            </a:pPr>
            <a:r>
              <a:rPr sz="500" b="1" spc="-10" dirty="0">
                <a:solidFill>
                  <a:srgbClr val="E2E2E2"/>
                </a:solidFill>
                <a:latin typeface="Arial"/>
                <a:cs typeface="Arial"/>
                <a:hlinkClick r:id="rId5" action="ppaction://hlinksldjump"/>
              </a:rPr>
              <a:t>Introduction</a:t>
            </a:r>
            <a:endParaRPr lang="en-US" sz="500" b="1" spc="-10" dirty="0">
              <a:solidFill>
                <a:srgbClr val="E2E2E2"/>
              </a:solidFill>
              <a:latin typeface="Arial"/>
              <a:cs typeface="Arial"/>
            </a:endParaRPr>
          </a:p>
          <a:p>
            <a:pPr marL="45085">
              <a:lnSpc>
                <a:spcPct val="100000"/>
              </a:lnSpc>
              <a:spcBef>
                <a:spcPts val="290"/>
              </a:spcBef>
              <a:tabLst>
                <a:tab pos="1461135" algn="l"/>
              </a:tabLst>
            </a:pPr>
            <a:r>
              <a:rPr sz="500" b="1" dirty="0">
                <a:solidFill>
                  <a:srgbClr val="E2E2E2"/>
                </a:solidFill>
                <a:latin typeface="Arial"/>
                <a:cs typeface="Arial"/>
              </a:rPr>
              <a:t>	</a:t>
            </a:r>
            <a:endParaRPr sz="500" dirty="0">
              <a:latin typeface="Arial"/>
              <a:cs typeface="Arial"/>
            </a:endParaRPr>
          </a:p>
          <a:p>
            <a:pPr marL="12700">
              <a:lnSpc>
                <a:spcPts val="1060"/>
              </a:lnSpc>
            </a:pPr>
            <a:r>
              <a:rPr sz="1000" i="1" spc="-45" dirty="0">
                <a:solidFill>
                  <a:srgbClr val="4B81AE"/>
                </a:solidFill>
                <a:latin typeface="Arial"/>
                <a:cs typeface="Arial"/>
              </a:rPr>
              <a:t>Click-</a:t>
            </a:r>
            <a:r>
              <a:rPr sz="1000" i="1" spc="-20" dirty="0">
                <a:solidFill>
                  <a:srgbClr val="4B81AE"/>
                </a:solidFill>
                <a:latin typeface="Arial"/>
                <a:cs typeface="Arial"/>
              </a:rPr>
              <a:t>free,</a:t>
            </a:r>
            <a:r>
              <a:rPr sz="1000" i="1" spc="15" dirty="0">
                <a:solidFill>
                  <a:srgbClr val="4B81AE"/>
                </a:solidFill>
                <a:latin typeface="Arial"/>
                <a:cs typeface="Arial"/>
              </a:rPr>
              <a:t> </a:t>
            </a:r>
            <a:r>
              <a:rPr sz="1000" i="1" spc="-55" dirty="0">
                <a:solidFill>
                  <a:srgbClr val="4B81AE"/>
                </a:solidFill>
                <a:latin typeface="Arial"/>
                <a:cs typeface="Arial"/>
              </a:rPr>
              <a:t>Video-based</a:t>
            </a:r>
            <a:r>
              <a:rPr sz="1000" i="1" spc="15" dirty="0">
                <a:solidFill>
                  <a:srgbClr val="4B81AE"/>
                </a:solidFill>
                <a:latin typeface="Arial"/>
                <a:cs typeface="Arial"/>
              </a:rPr>
              <a:t> </a:t>
            </a:r>
            <a:r>
              <a:rPr sz="1000" i="1" spc="-25" dirty="0">
                <a:solidFill>
                  <a:srgbClr val="4B81AE"/>
                </a:solidFill>
                <a:latin typeface="Arial"/>
                <a:cs typeface="Arial"/>
              </a:rPr>
              <a:t>Document</a:t>
            </a:r>
            <a:r>
              <a:rPr sz="1000" i="1" spc="15" dirty="0">
                <a:solidFill>
                  <a:srgbClr val="4B81AE"/>
                </a:solidFill>
                <a:latin typeface="Arial"/>
                <a:cs typeface="Arial"/>
              </a:rPr>
              <a:t> </a:t>
            </a:r>
            <a:r>
              <a:rPr sz="1000" i="1" spc="-10" dirty="0">
                <a:solidFill>
                  <a:srgbClr val="4B81AE"/>
                </a:solidFill>
                <a:latin typeface="Arial"/>
                <a:cs typeface="Arial"/>
              </a:rPr>
              <a:t>Digitization</a:t>
            </a:r>
            <a:endParaRPr sz="1000" dirty="0">
              <a:latin typeface="Arial"/>
              <a:cs typeface="Arial"/>
            </a:endParaRPr>
          </a:p>
        </p:txBody>
      </p:sp>
      <p:pic>
        <p:nvPicPr>
          <p:cNvPr id="6" name="object 6"/>
          <p:cNvPicPr/>
          <p:nvPr/>
        </p:nvPicPr>
        <p:blipFill>
          <a:blip r:embed="rId6" cstate="print"/>
          <a:stretch>
            <a:fillRect/>
          </a:stretch>
        </p:blipFill>
        <p:spPr>
          <a:xfrm>
            <a:off x="334103" y="832865"/>
            <a:ext cx="3925283" cy="1340138"/>
          </a:xfrm>
          <a:prstGeom prst="rect">
            <a:avLst/>
          </a:prstGeom>
        </p:spPr>
      </p:pic>
      <p:sp>
        <p:nvSpPr>
          <p:cNvPr id="7" name="object 7"/>
          <p:cNvSpPr/>
          <p:nvPr/>
        </p:nvSpPr>
        <p:spPr>
          <a:xfrm>
            <a:off x="36004" y="2842590"/>
            <a:ext cx="1828800" cy="0"/>
          </a:xfrm>
          <a:custGeom>
            <a:avLst/>
            <a:gdLst/>
            <a:ahLst/>
            <a:cxnLst/>
            <a:rect l="l" t="t" r="r" b="b"/>
            <a:pathLst>
              <a:path w="1828800">
                <a:moveTo>
                  <a:pt x="0" y="0"/>
                </a:moveTo>
                <a:lnTo>
                  <a:pt x="1828800" y="0"/>
                </a:lnTo>
              </a:path>
            </a:pathLst>
          </a:custGeom>
          <a:ln w="5054">
            <a:solidFill>
              <a:srgbClr val="333333"/>
            </a:solidFill>
          </a:ln>
        </p:spPr>
        <p:txBody>
          <a:bodyPr wrap="square" lIns="0" tIns="0" rIns="0" bIns="0" rtlCol="0"/>
          <a:lstStyle/>
          <a:p>
            <a:endParaRPr/>
          </a:p>
        </p:txBody>
      </p:sp>
      <p:sp>
        <p:nvSpPr>
          <p:cNvPr id="8" name="object 8"/>
          <p:cNvSpPr txBox="1"/>
          <p:nvPr/>
        </p:nvSpPr>
        <p:spPr>
          <a:xfrm>
            <a:off x="23304" y="2848871"/>
            <a:ext cx="4265295" cy="440690"/>
          </a:xfrm>
          <a:prstGeom prst="rect">
            <a:avLst/>
          </a:prstGeom>
        </p:spPr>
        <p:txBody>
          <a:bodyPr vert="horz" wrap="square" lIns="0" tIns="10160" rIns="0" bIns="0" rtlCol="0">
            <a:spAutoFit/>
          </a:bodyPr>
          <a:lstStyle/>
          <a:p>
            <a:pPr marL="12700" marR="5080" indent="210185">
              <a:lnSpc>
                <a:spcPct val="101499"/>
              </a:lnSpc>
              <a:spcBef>
                <a:spcPts val="80"/>
              </a:spcBef>
            </a:pPr>
            <a:r>
              <a:rPr sz="900" spc="-50" dirty="0">
                <a:solidFill>
                  <a:srgbClr val="4B81AE"/>
                </a:solidFill>
                <a:latin typeface="Arial MT"/>
                <a:cs typeface="Arial MT"/>
              </a:rPr>
              <a:t>Waqas</a:t>
            </a:r>
            <a:r>
              <a:rPr sz="900" spc="-15" dirty="0">
                <a:solidFill>
                  <a:srgbClr val="4B81AE"/>
                </a:solidFill>
                <a:latin typeface="Arial MT"/>
                <a:cs typeface="Arial MT"/>
              </a:rPr>
              <a:t> </a:t>
            </a:r>
            <a:r>
              <a:rPr sz="900" dirty="0">
                <a:solidFill>
                  <a:srgbClr val="4B81AE"/>
                </a:solidFill>
                <a:latin typeface="Arial MT"/>
                <a:cs typeface="Arial MT"/>
              </a:rPr>
              <a:t>Tariq </a:t>
            </a:r>
            <a:r>
              <a:rPr sz="900" spc="-10" dirty="0">
                <a:solidFill>
                  <a:srgbClr val="4B81AE"/>
                </a:solidFill>
                <a:latin typeface="Arial MT"/>
                <a:cs typeface="Arial MT"/>
              </a:rPr>
              <a:t>and</a:t>
            </a:r>
            <a:r>
              <a:rPr sz="900" dirty="0">
                <a:solidFill>
                  <a:srgbClr val="4B81AE"/>
                </a:solidFill>
                <a:latin typeface="Arial MT"/>
                <a:cs typeface="Arial MT"/>
              </a:rPr>
              <a:t> </a:t>
            </a:r>
            <a:r>
              <a:rPr sz="900" spc="-25" dirty="0">
                <a:solidFill>
                  <a:srgbClr val="4B81AE"/>
                </a:solidFill>
                <a:latin typeface="Arial MT"/>
                <a:cs typeface="Arial MT"/>
              </a:rPr>
              <a:t>Nazar</a:t>
            </a:r>
            <a:r>
              <a:rPr sz="900" dirty="0">
                <a:solidFill>
                  <a:srgbClr val="4B81AE"/>
                </a:solidFill>
                <a:latin typeface="Arial MT"/>
                <a:cs typeface="Arial MT"/>
              </a:rPr>
              <a:t> Khan.</a:t>
            </a:r>
            <a:r>
              <a:rPr sz="900" spc="90" dirty="0">
                <a:solidFill>
                  <a:srgbClr val="4B81AE"/>
                </a:solidFill>
                <a:latin typeface="Arial MT"/>
                <a:cs typeface="Arial MT"/>
              </a:rPr>
              <a:t> </a:t>
            </a:r>
            <a:r>
              <a:rPr sz="900" spc="-10" dirty="0">
                <a:solidFill>
                  <a:srgbClr val="333333"/>
                </a:solidFill>
                <a:latin typeface="Arial MT"/>
                <a:cs typeface="Arial MT"/>
              </a:rPr>
              <a:t>“Click-</a:t>
            </a:r>
            <a:r>
              <a:rPr sz="900" spc="-30" dirty="0">
                <a:solidFill>
                  <a:srgbClr val="333333"/>
                </a:solidFill>
                <a:latin typeface="Arial MT"/>
                <a:cs typeface="Arial MT"/>
              </a:rPr>
              <a:t>Free,</a:t>
            </a:r>
            <a:r>
              <a:rPr sz="900" dirty="0">
                <a:solidFill>
                  <a:srgbClr val="333333"/>
                </a:solidFill>
                <a:latin typeface="Arial MT"/>
                <a:cs typeface="Arial MT"/>
              </a:rPr>
              <a:t> </a:t>
            </a:r>
            <a:r>
              <a:rPr sz="900" spc="-45" dirty="0">
                <a:solidFill>
                  <a:srgbClr val="333333"/>
                </a:solidFill>
                <a:latin typeface="Arial MT"/>
                <a:cs typeface="Arial MT"/>
              </a:rPr>
              <a:t>Video-</a:t>
            </a:r>
            <a:r>
              <a:rPr sz="900" spc="-30" dirty="0">
                <a:solidFill>
                  <a:srgbClr val="333333"/>
                </a:solidFill>
                <a:latin typeface="Arial MT"/>
                <a:cs typeface="Arial MT"/>
              </a:rPr>
              <a:t>Based</a:t>
            </a:r>
            <a:r>
              <a:rPr sz="900" dirty="0">
                <a:solidFill>
                  <a:srgbClr val="333333"/>
                </a:solidFill>
                <a:latin typeface="Arial MT"/>
                <a:cs typeface="Arial MT"/>
              </a:rPr>
              <a:t> </a:t>
            </a:r>
            <a:r>
              <a:rPr sz="900" spc="-10" dirty="0">
                <a:solidFill>
                  <a:srgbClr val="333333"/>
                </a:solidFill>
                <a:latin typeface="Arial MT"/>
                <a:cs typeface="Arial MT"/>
              </a:rPr>
              <a:t>Document</a:t>
            </a:r>
            <a:r>
              <a:rPr sz="900" dirty="0">
                <a:solidFill>
                  <a:srgbClr val="333333"/>
                </a:solidFill>
                <a:latin typeface="Arial MT"/>
                <a:cs typeface="Arial MT"/>
              </a:rPr>
              <a:t> </a:t>
            </a:r>
            <a:r>
              <a:rPr sz="900" spc="-20" dirty="0">
                <a:solidFill>
                  <a:srgbClr val="333333"/>
                </a:solidFill>
                <a:latin typeface="Arial MT"/>
                <a:cs typeface="Arial MT"/>
              </a:rPr>
              <a:t>Capture</a:t>
            </a:r>
            <a:r>
              <a:rPr sz="900" dirty="0">
                <a:solidFill>
                  <a:srgbClr val="333333"/>
                </a:solidFill>
                <a:latin typeface="Arial MT"/>
                <a:cs typeface="Arial MT"/>
              </a:rPr>
              <a:t> </a:t>
            </a:r>
            <a:r>
              <a:rPr sz="900" spc="-50" dirty="0">
                <a:solidFill>
                  <a:srgbClr val="333333"/>
                </a:solidFill>
                <a:latin typeface="Arial MT"/>
                <a:cs typeface="Arial MT"/>
              </a:rPr>
              <a:t>–</a:t>
            </a:r>
            <a:r>
              <a:rPr sz="900" spc="-10" dirty="0">
                <a:solidFill>
                  <a:srgbClr val="333333"/>
                </a:solidFill>
                <a:latin typeface="Arial MT"/>
                <a:cs typeface="Arial MT"/>
              </a:rPr>
              <a:t> Methodology</a:t>
            </a:r>
            <a:r>
              <a:rPr sz="900" dirty="0">
                <a:solidFill>
                  <a:srgbClr val="333333"/>
                </a:solidFill>
                <a:latin typeface="Arial MT"/>
                <a:cs typeface="Arial MT"/>
              </a:rPr>
              <a:t> </a:t>
            </a:r>
            <a:r>
              <a:rPr sz="900" spc="-10" dirty="0">
                <a:solidFill>
                  <a:srgbClr val="333333"/>
                </a:solidFill>
                <a:latin typeface="Arial MT"/>
                <a:cs typeface="Arial MT"/>
              </a:rPr>
              <a:t>and</a:t>
            </a:r>
            <a:r>
              <a:rPr sz="900" dirty="0">
                <a:solidFill>
                  <a:srgbClr val="333333"/>
                </a:solidFill>
                <a:latin typeface="Arial MT"/>
                <a:cs typeface="Arial MT"/>
              </a:rPr>
              <a:t> Evaluation”.</a:t>
            </a:r>
            <a:r>
              <a:rPr sz="900" spc="425" dirty="0">
                <a:solidFill>
                  <a:srgbClr val="333333"/>
                </a:solidFill>
                <a:latin typeface="Arial MT"/>
                <a:cs typeface="Arial MT"/>
              </a:rPr>
              <a:t> </a:t>
            </a:r>
            <a:r>
              <a:rPr sz="900" dirty="0">
                <a:solidFill>
                  <a:srgbClr val="8AADCA"/>
                </a:solidFill>
                <a:latin typeface="Arial MT"/>
                <a:cs typeface="Arial MT"/>
              </a:rPr>
              <a:t>In:</a:t>
            </a:r>
            <a:r>
              <a:rPr sz="900" spc="80" dirty="0">
                <a:solidFill>
                  <a:srgbClr val="8AADCA"/>
                </a:solidFill>
                <a:latin typeface="Arial MT"/>
                <a:cs typeface="Arial MT"/>
              </a:rPr>
              <a:t> </a:t>
            </a:r>
            <a:r>
              <a:rPr sz="900" i="1" spc="-40" dirty="0">
                <a:solidFill>
                  <a:srgbClr val="4B81AE"/>
                </a:solidFill>
                <a:latin typeface="Arial"/>
                <a:cs typeface="Arial"/>
              </a:rPr>
              <a:t>Proceedings</a:t>
            </a:r>
            <a:r>
              <a:rPr sz="900" i="1" spc="5" dirty="0">
                <a:solidFill>
                  <a:srgbClr val="4B81AE"/>
                </a:solidFill>
                <a:latin typeface="Arial"/>
                <a:cs typeface="Arial"/>
              </a:rPr>
              <a:t> </a:t>
            </a:r>
            <a:r>
              <a:rPr sz="900" i="1" dirty="0">
                <a:solidFill>
                  <a:srgbClr val="4B81AE"/>
                </a:solidFill>
                <a:latin typeface="Arial"/>
                <a:cs typeface="Arial"/>
              </a:rPr>
              <a:t>of </a:t>
            </a:r>
            <a:r>
              <a:rPr sz="900" i="1" spc="-35" dirty="0">
                <a:solidFill>
                  <a:srgbClr val="4B81AE"/>
                </a:solidFill>
                <a:latin typeface="Arial"/>
                <a:cs typeface="Arial"/>
              </a:rPr>
              <a:t>Seventh</a:t>
            </a:r>
            <a:r>
              <a:rPr sz="900" i="1" spc="5" dirty="0">
                <a:solidFill>
                  <a:srgbClr val="4B81AE"/>
                </a:solidFill>
                <a:latin typeface="Arial"/>
                <a:cs typeface="Arial"/>
              </a:rPr>
              <a:t> </a:t>
            </a:r>
            <a:r>
              <a:rPr sz="900" i="1" dirty="0">
                <a:solidFill>
                  <a:srgbClr val="4B81AE"/>
                </a:solidFill>
                <a:latin typeface="Arial"/>
                <a:cs typeface="Arial"/>
              </a:rPr>
              <a:t>International </a:t>
            </a:r>
            <a:r>
              <a:rPr sz="900" i="1" spc="-30" dirty="0">
                <a:solidFill>
                  <a:srgbClr val="4B81AE"/>
                </a:solidFill>
                <a:latin typeface="Arial"/>
                <a:cs typeface="Arial"/>
              </a:rPr>
              <a:t>Workshop</a:t>
            </a:r>
            <a:r>
              <a:rPr sz="900" i="1" spc="5" dirty="0">
                <a:solidFill>
                  <a:srgbClr val="4B81AE"/>
                </a:solidFill>
                <a:latin typeface="Arial"/>
                <a:cs typeface="Arial"/>
              </a:rPr>
              <a:t> </a:t>
            </a:r>
            <a:r>
              <a:rPr sz="900" i="1" spc="-25" dirty="0">
                <a:solidFill>
                  <a:srgbClr val="4B81AE"/>
                </a:solidFill>
                <a:latin typeface="Arial"/>
                <a:cs typeface="Arial"/>
              </a:rPr>
              <a:t>on </a:t>
            </a:r>
            <a:r>
              <a:rPr sz="900" i="1" spc="-50" dirty="0">
                <a:solidFill>
                  <a:srgbClr val="4B81AE"/>
                </a:solidFill>
                <a:latin typeface="Arial"/>
                <a:cs typeface="Arial"/>
              </a:rPr>
              <a:t>Camera-</a:t>
            </a:r>
            <a:r>
              <a:rPr sz="900" i="1" spc="-35" dirty="0">
                <a:solidFill>
                  <a:srgbClr val="4B81AE"/>
                </a:solidFill>
                <a:latin typeface="Arial"/>
                <a:cs typeface="Arial"/>
              </a:rPr>
              <a:t>Based</a:t>
            </a:r>
            <a:r>
              <a:rPr sz="900" i="1" dirty="0">
                <a:solidFill>
                  <a:srgbClr val="4B81AE"/>
                </a:solidFill>
                <a:latin typeface="Arial"/>
                <a:cs typeface="Arial"/>
              </a:rPr>
              <a:t> </a:t>
            </a:r>
            <a:r>
              <a:rPr sz="900" i="1" spc="-10" dirty="0">
                <a:solidFill>
                  <a:srgbClr val="4B81AE"/>
                </a:solidFill>
                <a:latin typeface="Arial"/>
                <a:cs typeface="Arial"/>
              </a:rPr>
              <a:t>Document</a:t>
            </a:r>
            <a:r>
              <a:rPr sz="900" i="1" dirty="0">
                <a:solidFill>
                  <a:srgbClr val="4B81AE"/>
                </a:solidFill>
                <a:latin typeface="Arial"/>
                <a:cs typeface="Arial"/>
              </a:rPr>
              <a:t> </a:t>
            </a:r>
            <a:r>
              <a:rPr sz="900" i="1" spc="-30" dirty="0">
                <a:solidFill>
                  <a:srgbClr val="4B81AE"/>
                </a:solidFill>
                <a:latin typeface="Arial"/>
                <a:cs typeface="Arial"/>
              </a:rPr>
              <a:t>Analysis</a:t>
            </a:r>
            <a:r>
              <a:rPr sz="900" i="1" dirty="0">
                <a:solidFill>
                  <a:srgbClr val="4B81AE"/>
                </a:solidFill>
                <a:latin typeface="Arial"/>
                <a:cs typeface="Arial"/>
              </a:rPr>
              <a:t> </a:t>
            </a:r>
            <a:r>
              <a:rPr sz="900" i="1" spc="-10" dirty="0">
                <a:solidFill>
                  <a:srgbClr val="4B81AE"/>
                </a:solidFill>
                <a:latin typeface="Arial"/>
                <a:cs typeface="Arial"/>
              </a:rPr>
              <a:t>and</a:t>
            </a:r>
            <a:r>
              <a:rPr sz="900" i="1" dirty="0">
                <a:solidFill>
                  <a:srgbClr val="4B81AE"/>
                </a:solidFill>
                <a:latin typeface="Arial"/>
                <a:cs typeface="Arial"/>
              </a:rPr>
              <a:t> </a:t>
            </a:r>
            <a:r>
              <a:rPr sz="900" i="1" spc="-20" dirty="0">
                <a:solidFill>
                  <a:srgbClr val="4B81AE"/>
                </a:solidFill>
                <a:latin typeface="Arial"/>
                <a:cs typeface="Arial"/>
              </a:rPr>
              <a:t>Recognition,</a:t>
            </a:r>
            <a:r>
              <a:rPr sz="900" i="1" dirty="0">
                <a:solidFill>
                  <a:srgbClr val="4B81AE"/>
                </a:solidFill>
                <a:latin typeface="Arial"/>
                <a:cs typeface="Arial"/>
              </a:rPr>
              <a:t> Kyoto, </a:t>
            </a:r>
            <a:r>
              <a:rPr sz="900" i="1" spc="-20" dirty="0">
                <a:solidFill>
                  <a:srgbClr val="4B81AE"/>
                </a:solidFill>
                <a:latin typeface="Arial"/>
                <a:cs typeface="Arial"/>
              </a:rPr>
              <a:t>Japan</a:t>
            </a:r>
            <a:r>
              <a:rPr sz="900" spc="-20" dirty="0">
                <a:solidFill>
                  <a:srgbClr val="8AADCA"/>
                </a:solidFill>
                <a:latin typeface="Arial MT"/>
                <a:cs typeface="Arial MT"/>
              </a:rPr>
              <a:t>.</a:t>
            </a:r>
            <a:r>
              <a:rPr sz="900" spc="90" dirty="0">
                <a:solidFill>
                  <a:srgbClr val="8AADCA"/>
                </a:solidFill>
                <a:latin typeface="Arial MT"/>
                <a:cs typeface="Arial MT"/>
              </a:rPr>
              <a:t> </a:t>
            </a:r>
            <a:r>
              <a:rPr sz="900" spc="-20" dirty="0">
                <a:solidFill>
                  <a:srgbClr val="8AADCA"/>
                </a:solidFill>
                <a:latin typeface="Arial MT"/>
                <a:cs typeface="Arial MT"/>
              </a:rPr>
              <a:t>2017,</a:t>
            </a:r>
            <a:r>
              <a:rPr sz="900" dirty="0">
                <a:solidFill>
                  <a:srgbClr val="8AADCA"/>
                </a:solidFill>
                <a:latin typeface="Arial MT"/>
                <a:cs typeface="Arial MT"/>
              </a:rPr>
              <a:t> pp. </a:t>
            </a:r>
            <a:r>
              <a:rPr sz="900" spc="-10" dirty="0">
                <a:solidFill>
                  <a:srgbClr val="8AADCA"/>
                </a:solidFill>
                <a:latin typeface="Arial MT"/>
                <a:cs typeface="Arial MT"/>
              </a:rPr>
              <a:t>21–26</a:t>
            </a:r>
            <a:r>
              <a:rPr sz="900" spc="-10" dirty="0">
                <a:solidFill>
                  <a:srgbClr val="333333"/>
                </a:solidFill>
                <a:latin typeface="Arial MT"/>
                <a:cs typeface="Arial MT"/>
              </a:rPr>
              <a:t>.</a:t>
            </a:r>
            <a:endParaRPr sz="900">
              <a:latin typeface="Arial MT"/>
              <a:cs typeface="Arial MT"/>
            </a:endParaRPr>
          </a:p>
        </p:txBody>
      </p:sp>
      <p:sp>
        <p:nvSpPr>
          <p:cNvPr id="9" name="object 9"/>
          <p:cNvSpPr/>
          <p:nvPr/>
        </p:nvSpPr>
        <p:spPr>
          <a:xfrm>
            <a:off x="68834" y="3308210"/>
            <a:ext cx="4470400" cy="0"/>
          </a:xfrm>
          <a:custGeom>
            <a:avLst/>
            <a:gdLst/>
            <a:ahLst/>
            <a:cxnLst/>
            <a:rect l="l" t="t" r="r" b="b"/>
            <a:pathLst>
              <a:path w="4470400">
                <a:moveTo>
                  <a:pt x="0" y="0"/>
                </a:moveTo>
                <a:lnTo>
                  <a:pt x="4470336" y="0"/>
                </a:lnTo>
              </a:path>
            </a:pathLst>
          </a:custGeom>
          <a:ln w="7594">
            <a:solidFill>
              <a:srgbClr val="4B81AE"/>
            </a:solidFill>
          </a:ln>
        </p:spPr>
        <p:txBody>
          <a:bodyPr wrap="square" lIns="0" tIns="0" rIns="0" bIns="0" rtlCol="0"/>
          <a:lstStyle/>
          <a:p>
            <a:endParaRPr/>
          </a:p>
        </p:txBody>
      </p:sp>
      <p:sp>
        <p:nvSpPr>
          <p:cNvPr id="10" name="object 10"/>
          <p:cNvSpPr txBox="1"/>
          <p:nvPr/>
        </p:nvSpPr>
        <p:spPr>
          <a:xfrm>
            <a:off x="1779498" y="3332022"/>
            <a:ext cx="648335" cy="122555"/>
          </a:xfrm>
          <a:prstGeom prst="rect">
            <a:avLst/>
          </a:prstGeom>
        </p:spPr>
        <p:txBody>
          <a:bodyPr vert="horz" wrap="square" lIns="0" tIns="7620" rIns="0" bIns="0" rtlCol="0">
            <a:spAutoFit/>
          </a:bodyPr>
          <a:lstStyle/>
          <a:p>
            <a:pPr marL="12700">
              <a:lnSpc>
                <a:spcPct val="100000"/>
              </a:lnSpc>
              <a:spcBef>
                <a:spcPts val="60"/>
              </a:spcBef>
            </a:pPr>
            <a:r>
              <a:rPr sz="600" i="1" spc="-20" dirty="0">
                <a:solidFill>
                  <a:srgbClr val="333333"/>
                </a:solidFill>
                <a:latin typeface="Verdana"/>
                <a:cs typeface="Verdana"/>
                <a:hlinkClick r:id="rId7" action="ppaction://hlinksldjump"/>
              </a:rPr>
              <a:t>Computer</a:t>
            </a:r>
            <a:r>
              <a:rPr sz="600" i="1" spc="25" dirty="0">
                <a:solidFill>
                  <a:srgbClr val="333333"/>
                </a:solidFill>
                <a:latin typeface="Verdana"/>
                <a:cs typeface="Verdana"/>
                <a:hlinkClick r:id="rId7" action="ppaction://hlinksldjump"/>
              </a:rPr>
              <a:t> </a:t>
            </a:r>
            <a:r>
              <a:rPr sz="600" i="1" spc="-10" dirty="0">
                <a:solidFill>
                  <a:srgbClr val="333333"/>
                </a:solidFill>
                <a:latin typeface="Verdana"/>
                <a:cs typeface="Verdana"/>
                <a:hlinkClick r:id="rId7" action="ppaction://hlinksldjump"/>
              </a:rPr>
              <a:t>Vision</a:t>
            </a:r>
            <a:endParaRPr sz="600">
              <a:latin typeface="Verdana"/>
              <a:cs typeface="Verdana"/>
            </a:endParaRPr>
          </a:p>
        </p:txBody>
      </p:sp>
      <p:sp>
        <p:nvSpPr>
          <p:cNvPr id="11" name="object 11"/>
          <p:cNvSpPr txBox="1"/>
          <p:nvPr/>
        </p:nvSpPr>
        <p:spPr>
          <a:xfrm>
            <a:off x="2577040" y="3332022"/>
            <a:ext cx="281305" cy="122555"/>
          </a:xfrm>
          <a:prstGeom prst="rect">
            <a:avLst/>
          </a:prstGeom>
        </p:spPr>
        <p:txBody>
          <a:bodyPr vert="horz" wrap="square" lIns="0" tIns="7620" rIns="0" bIns="0" rtlCol="0">
            <a:spAutoFit/>
          </a:bodyPr>
          <a:lstStyle/>
          <a:p>
            <a:pPr marL="15240">
              <a:lnSpc>
                <a:spcPct val="100000"/>
              </a:lnSpc>
              <a:spcBef>
                <a:spcPts val="60"/>
              </a:spcBef>
            </a:pPr>
            <a:fld id="{81D60167-4931-47E6-BA6A-407CBD079E47}" type="slidenum">
              <a:rPr sz="600" i="1" spc="-45" dirty="0">
                <a:solidFill>
                  <a:srgbClr val="333333"/>
                </a:solidFill>
                <a:latin typeface="Verdana"/>
                <a:cs typeface="Verdana"/>
              </a:rPr>
              <a:t>28</a:t>
            </a:fld>
            <a:r>
              <a:rPr sz="600" i="1" spc="-90" dirty="0">
                <a:solidFill>
                  <a:srgbClr val="333333"/>
                </a:solidFill>
                <a:latin typeface="Verdana"/>
                <a:cs typeface="Verdana"/>
              </a:rPr>
              <a:t> </a:t>
            </a:r>
            <a:r>
              <a:rPr sz="600" i="1" spc="70" dirty="0">
                <a:solidFill>
                  <a:srgbClr val="333333"/>
                </a:solidFill>
                <a:latin typeface="Verdana"/>
                <a:cs typeface="Verdana"/>
              </a:rPr>
              <a:t>/</a:t>
            </a:r>
            <a:r>
              <a:rPr sz="600" i="1" spc="-85" dirty="0">
                <a:solidFill>
                  <a:srgbClr val="333333"/>
                </a:solidFill>
                <a:latin typeface="Verdana"/>
                <a:cs typeface="Verdana"/>
              </a:rPr>
              <a:t> </a:t>
            </a:r>
            <a:r>
              <a:rPr sz="600" i="1" spc="-25" dirty="0">
                <a:solidFill>
                  <a:srgbClr val="333333"/>
                </a:solidFill>
                <a:latin typeface="Verdana"/>
                <a:cs typeface="Verdana"/>
              </a:rPr>
              <a:t>59</a:t>
            </a:r>
            <a:endParaRPr sz="600">
              <a:latin typeface="Verdana"/>
              <a:cs typeface="Verdana"/>
            </a:endParaRPr>
          </a:p>
        </p:txBody>
      </p:sp>
    </p:spTree>
  </p:cSld>
  <p:clrMapOvr>
    <a:masterClrMapping/>
  </p:clrMapOvr>
  <p:transition>
    <p:cut/>
  </p:transition>
</p:sld>
</file>

<file path=ppt/slides/slide29.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object 2"/>
          <p:cNvSpPr txBox="1"/>
          <p:nvPr/>
        </p:nvSpPr>
        <p:spPr>
          <a:xfrm>
            <a:off x="56134" y="15020"/>
            <a:ext cx="412115" cy="101600"/>
          </a:xfrm>
          <a:prstGeom prst="rect">
            <a:avLst/>
          </a:prstGeom>
        </p:spPr>
        <p:txBody>
          <a:bodyPr vert="horz" wrap="square" lIns="0" tIns="12065" rIns="0" bIns="0" rtlCol="0">
            <a:spAutoFit/>
          </a:bodyPr>
          <a:lstStyle/>
          <a:p>
            <a:pPr marL="12700">
              <a:lnSpc>
                <a:spcPct val="100000"/>
              </a:lnSpc>
              <a:spcBef>
                <a:spcPts val="95"/>
              </a:spcBef>
            </a:pPr>
            <a:r>
              <a:rPr sz="500" b="1" spc="-10" dirty="0">
                <a:solidFill>
                  <a:srgbClr val="E2E2E2"/>
                </a:solidFill>
                <a:latin typeface="Arial"/>
                <a:cs typeface="Arial"/>
                <a:hlinkClick r:id="rId2" action="ppaction://hlinksldjump"/>
              </a:rPr>
              <a:t>Introduction</a:t>
            </a:r>
            <a:endParaRPr sz="500">
              <a:latin typeface="Arial"/>
              <a:cs typeface="Arial"/>
            </a:endParaRPr>
          </a:p>
        </p:txBody>
      </p:sp>
      <p:sp>
        <p:nvSpPr>
          <p:cNvPr id="4" name="object 4"/>
          <p:cNvSpPr txBox="1"/>
          <p:nvPr/>
        </p:nvSpPr>
        <p:spPr>
          <a:xfrm>
            <a:off x="2858214" y="15020"/>
            <a:ext cx="255270" cy="101600"/>
          </a:xfrm>
          <a:prstGeom prst="rect">
            <a:avLst/>
          </a:prstGeom>
        </p:spPr>
        <p:txBody>
          <a:bodyPr vert="horz" wrap="square" lIns="0" tIns="12065" rIns="0" bIns="0" rtlCol="0">
            <a:spAutoFit/>
          </a:bodyPr>
          <a:lstStyle/>
          <a:p>
            <a:pPr marL="12700">
              <a:lnSpc>
                <a:spcPct val="100000"/>
              </a:lnSpc>
              <a:spcBef>
                <a:spcPts val="95"/>
              </a:spcBef>
            </a:pPr>
            <a:r>
              <a:rPr sz="500" b="1" spc="-10" dirty="0">
                <a:solidFill>
                  <a:srgbClr val="E2E2E2"/>
                </a:solidFill>
                <a:latin typeface="Arial"/>
                <a:cs typeface="Arial"/>
                <a:hlinkClick r:id="rId3" action="ppaction://hlinksldjump"/>
              </a:rPr>
              <a:t>Outline</a:t>
            </a:r>
            <a:endParaRPr sz="500">
              <a:latin typeface="Arial"/>
              <a:cs typeface="Arial"/>
            </a:endParaRPr>
          </a:p>
        </p:txBody>
      </p:sp>
      <p:sp>
        <p:nvSpPr>
          <p:cNvPr id="5" name="object 5"/>
          <p:cNvSpPr txBox="1"/>
          <p:nvPr/>
        </p:nvSpPr>
        <p:spPr>
          <a:xfrm>
            <a:off x="4117530" y="15020"/>
            <a:ext cx="434340" cy="101600"/>
          </a:xfrm>
          <a:prstGeom prst="rect">
            <a:avLst/>
          </a:prstGeom>
        </p:spPr>
        <p:txBody>
          <a:bodyPr vert="horz" wrap="square" lIns="0" tIns="12065" rIns="0" bIns="0" rtlCol="0">
            <a:spAutoFit/>
          </a:bodyPr>
          <a:lstStyle/>
          <a:p>
            <a:pPr marL="12700">
              <a:lnSpc>
                <a:spcPct val="100000"/>
              </a:lnSpc>
              <a:spcBef>
                <a:spcPts val="95"/>
              </a:spcBef>
            </a:pPr>
            <a:r>
              <a:rPr sz="500" b="1" spc="-10" dirty="0">
                <a:solidFill>
                  <a:srgbClr val="E2E2E2"/>
                </a:solidFill>
                <a:latin typeface="Arial"/>
                <a:cs typeface="Arial"/>
                <a:hlinkClick r:id="rId4" action="ppaction://hlinksldjump"/>
              </a:rPr>
              <a:t>Administrivia</a:t>
            </a:r>
            <a:endParaRPr sz="500">
              <a:latin typeface="Arial"/>
              <a:cs typeface="Arial"/>
            </a:endParaRPr>
          </a:p>
        </p:txBody>
      </p:sp>
      <p:pic>
        <p:nvPicPr>
          <p:cNvPr id="6" name="object 6"/>
          <p:cNvPicPr/>
          <p:nvPr/>
        </p:nvPicPr>
        <p:blipFill>
          <a:blip r:embed="rId5" cstate="print"/>
          <a:stretch>
            <a:fillRect/>
          </a:stretch>
        </p:blipFill>
        <p:spPr>
          <a:xfrm>
            <a:off x="68833" y="112855"/>
            <a:ext cx="4470398" cy="7591"/>
          </a:xfrm>
          <a:prstGeom prst="rect">
            <a:avLst/>
          </a:prstGeom>
        </p:spPr>
      </p:pic>
      <p:sp>
        <p:nvSpPr>
          <p:cNvPr id="7" name="object 7"/>
          <p:cNvSpPr txBox="1"/>
          <p:nvPr/>
        </p:nvSpPr>
        <p:spPr>
          <a:xfrm>
            <a:off x="23304" y="149895"/>
            <a:ext cx="843280" cy="324485"/>
          </a:xfrm>
          <a:prstGeom prst="rect">
            <a:avLst/>
          </a:prstGeom>
        </p:spPr>
        <p:txBody>
          <a:bodyPr vert="horz" wrap="square" lIns="0" tIns="12065" rIns="0" bIns="0" rtlCol="0">
            <a:spAutoFit/>
          </a:bodyPr>
          <a:lstStyle/>
          <a:p>
            <a:pPr marL="12700">
              <a:lnSpc>
                <a:spcPts val="1300"/>
              </a:lnSpc>
              <a:spcBef>
                <a:spcPts val="95"/>
              </a:spcBef>
            </a:pPr>
            <a:endParaRPr sz="1200" dirty="0">
              <a:latin typeface="Arial"/>
              <a:cs typeface="Arial"/>
            </a:endParaRPr>
          </a:p>
          <a:p>
            <a:pPr marL="12700">
              <a:lnSpc>
                <a:spcPts val="1060"/>
              </a:lnSpc>
            </a:pPr>
            <a:r>
              <a:rPr sz="1000" i="1" spc="-35" dirty="0">
                <a:solidFill>
                  <a:srgbClr val="4B81AE"/>
                </a:solidFill>
                <a:latin typeface="Arial"/>
                <a:cs typeface="Arial"/>
              </a:rPr>
              <a:t>Crystallography</a:t>
            </a:r>
            <a:endParaRPr sz="1000" dirty="0">
              <a:latin typeface="Arial"/>
              <a:cs typeface="Arial"/>
            </a:endParaRPr>
          </a:p>
        </p:txBody>
      </p:sp>
      <p:pic>
        <p:nvPicPr>
          <p:cNvPr id="8" name="object 8"/>
          <p:cNvPicPr/>
          <p:nvPr/>
        </p:nvPicPr>
        <p:blipFill>
          <a:blip r:embed="rId6" cstate="print"/>
          <a:stretch>
            <a:fillRect/>
          </a:stretch>
        </p:blipFill>
        <p:spPr>
          <a:xfrm>
            <a:off x="410640" y="727296"/>
            <a:ext cx="3786690" cy="2156658"/>
          </a:xfrm>
          <a:prstGeom prst="rect">
            <a:avLst/>
          </a:prstGeom>
        </p:spPr>
      </p:pic>
      <p:sp>
        <p:nvSpPr>
          <p:cNvPr id="9" name="object 9"/>
          <p:cNvSpPr/>
          <p:nvPr/>
        </p:nvSpPr>
        <p:spPr>
          <a:xfrm>
            <a:off x="36004" y="2981769"/>
            <a:ext cx="1828800" cy="0"/>
          </a:xfrm>
          <a:custGeom>
            <a:avLst/>
            <a:gdLst/>
            <a:ahLst/>
            <a:cxnLst/>
            <a:rect l="l" t="t" r="r" b="b"/>
            <a:pathLst>
              <a:path w="1828800">
                <a:moveTo>
                  <a:pt x="0" y="0"/>
                </a:moveTo>
                <a:lnTo>
                  <a:pt x="1828800" y="0"/>
                </a:lnTo>
              </a:path>
            </a:pathLst>
          </a:custGeom>
          <a:ln w="5054">
            <a:solidFill>
              <a:srgbClr val="333333"/>
            </a:solidFill>
          </a:ln>
        </p:spPr>
        <p:txBody>
          <a:bodyPr wrap="square" lIns="0" tIns="0" rIns="0" bIns="0" rtlCol="0"/>
          <a:lstStyle/>
          <a:p>
            <a:endParaRPr/>
          </a:p>
        </p:txBody>
      </p:sp>
      <p:sp>
        <p:nvSpPr>
          <p:cNvPr id="10" name="object 10"/>
          <p:cNvSpPr txBox="1"/>
          <p:nvPr/>
        </p:nvSpPr>
        <p:spPr>
          <a:xfrm>
            <a:off x="233921" y="2988050"/>
            <a:ext cx="3943350" cy="162560"/>
          </a:xfrm>
          <a:prstGeom prst="rect">
            <a:avLst/>
          </a:prstGeom>
        </p:spPr>
        <p:txBody>
          <a:bodyPr vert="horz" wrap="square" lIns="0" tIns="12065" rIns="0" bIns="0" rtlCol="0">
            <a:spAutoFit/>
          </a:bodyPr>
          <a:lstStyle/>
          <a:p>
            <a:pPr marL="12700">
              <a:lnSpc>
                <a:spcPct val="100000"/>
              </a:lnSpc>
              <a:spcBef>
                <a:spcPts val="95"/>
              </a:spcBef>
            </a:pPr>
            <a:r>
              <a:rPr sz="900" spc="-40" dirty="0">
                <a:solidFill>
                  <a:srgbClr val="4B81AE"/>
                </a:solidFill>
                <a:latin typeface="Arial MT"/>
                <a:cs typeface="Arial MT"/>
              </a:rPr>
              <a:t>Saadia</a:t>
            </a:r>
            <a:r>
              <a:rPr sz="900" spc="20" dirty="0">
                <a:solidFill>
                  <a:srgbClr val="4B81AE"/>
                </a:solidFill>
                <a:latin typeface="Arial MT"/>
                <a:cs typeface="Arial MT"/>
              </a:rPr>
              <a:t> </a:t>
            </a:r>
            <a:r>
              <a:rPr sz="900" spc="-45" dirty="0">
                <a:solidFill>
                  <a:srgbClr val="4B81AE"/>
                </a:solidFill>
                <a:latin typeface="Arial MT"/>
                <a:cs typeface="Arial MT"/>
              </a:rPr>
              <a:t>Shahzad</a:t>
            </a:r>
            <a:r>
              <a:rPr sz="900" spc="20" dirty="0">
                <a:solidFill>
                  <a:srgbClr val="4B81AE"/>
                </a:solidFill>
                <a:latin typeface="Arial MT"/>
                <a:cs typeface="Arial MT"/>
              </a:rPr>
              <a:t> </a:t>
            </a:r>
            <a:r>
              <a:rPr sz="900" dirty="0">
                <a:solidFill>
                  <a:srgbClr val="4B81AE"/>
                </a:solidFill>
                <a:latin typeface="Arial MT"/>
                <a:cs typeface="Arial MT"/>
              </a:rPr>
              <a:t>et</a:t>
            </a:r>
            <a:r>
              <a:rPr sz="900" spc="25" dirty="0">
                <a:solidFill>
                  <a:srgbClr val="4B81AE"/>
                </a:solidFill>
                <a:latin typeface="Arial MT"/>
                <a:cs typeface="Arial MT"/>
              </a:rPr>
              <a:t> </a:t>
            </a:r>
            <a:r>
              <a:rPr sz="900" dirty="0">
                <a:solidFill>
                  <a:srgbClr val="4B81AE"/>
                </a:solidFill>
                <a:latin typeface="Arial MT"/>
                <a:cs typeface="Arial MT"/>
              </a:rPr>
              <a:t>al.</a:t>
            </a:r>
            <a:r>
              <a:rPr sz="900" spc="20" dirty="0">
                <a:solidFill>
                  <a:srgbClr val="4B81AE"/>
                </a:solidFill>
                <a:latin typeface="Arial MT"/>
                <a:cs typeface="Arial MT"/>
              </a:rPr>
              <a:t> </a:t>
            </a:r>
            <a:r>
              <a:rPr sz="900" dirty="0">
                <a:solidFill>
                  <a:srgbClr val="333333"/>
                </a:solidFill>
                <a:latin typeface="Arial MT"/>
                <a:cs typeface="Arial MT"/>
              </a:rPr>
              <a:t>“Automatic</a:t>
            </a:r>
            <a:r>
              <a:rPr sz="900" spc="25" dirty="0">
                <a:solidFill>
                  <a:srgbClr val="333333"/>
                </a:solidFill>
                <a:latin typeface="Arial MT"/>
                <a:cs typeface="Arial MT"/>
              </a:rPr>
              <a:t> </a:t>
            </a:r>
            <a:r>
              <a:rPr sz="900" spc="-45" dirty="0">
                <a:solidFill>
                  <a:srgbClr val="333333"/>
                </a:solidFill>
                <a:latin typeface="Arial MT"/>
                <a:cs typeface="Arial MT"/>
              </a:rPr>
              <a:t>Debye–Scherrer</a:t>
            </a:r>
            <a:r>
              <a:rPr sz="900" spc="20" dirty="0">
                <a:solidFill>
                  <a:srgbClr val="333333"/>
                </a:solidFill>
                <a:latin typeface="Arial MT"/>
                <a:cs typeface="Arial MT"/>
              </a:rPr>
              <a:t> </a:t>
            </a:r>
            <a:r>
              <a:rPr sz="900" dirty="0">
                <a:solidFill>
                  <a:srgbClr val="333333"/>
                </a:solidFill>
                <a:latin typeface="Arial MT"/>
                <a:cs typeface="Arial MT"/>
              </a:rPr>
              <a:t>elliptical</a:t>
            </a:r>
            <a:r>
              <a:rPr sz="900" spc="25" dirty="0">
                <a:solidFill>
                  <a:srgbClr val="333333"/>
                </a:solidFill>
                <a:latin typeface="Arial MT"/>
                <a:cs typeface="Arial MT"/>
              </a:rPr>
              <a:t> </a:t>
            </a:r>
            <a:r>
              <a:rPr sz="900" dirty="0">
                <a:solidFill>
                  <a:srgbClr val="333333"/>
                </a:solidFill>
                <a:latin typeface="Arial MT"/>
                <a:cs typeface="Arial MT"/>
              </a:rPr>
              <a:t>ring</a:t>
            </a:r>
            <a:r>
              <a:rPr sz="900" spc="20" dirty="0">
                <a:solidFill>
                  <a:srgbClr val="333333"/>
                </a:solidFill>
                <a:latin typeface="Arial MT"/>
                <a:cs typeface="Arial MT"/>
              </a:rPr>
              <a:t> </a:t>
            </a:r>
            <a:r>
              <a:rPr sz="900" spc="-10" dirty="0">
                <a:solidFill>
                  <a:srgbClr val="333333"/>
                </a:solidFill>
                <a:latin typeface="Arial MT"/>
                <a:cs typeface="Arial MT"/>
              </a:rPr>
              <a:t>extraction</a:t>
            </a:r>
            <a:r>
              <a:rPr sz="900" spc="20" dirty="0">
                <a:solidFill>
                  <a:srgbClr val="333333"/>
                </a:solidFill>
                <a:latin typeface="Arial MT"/>
                <a:cs typeface="Arial MT"/>
              </a:rPr>
              <a:t> </a:t>
            </a:r>
            <a:r>
              <a:rPr sz="900" i="1" dirty="0">
                <a:solidFill>
                  <a:srgbClr val="333333"/>
                </a:solidFill>
                <a:latin typeface="Arial"/>
                <a:cs typeface="Arial"/>
              </a:rPr>
              <a:t>via</a:t>
            </a:r>
            <a:r>
              <a:rPr sz="900" i="1" spc="25" dirty="0">
                <a:solidFill>
                  <a:srgbClr val="333333"/>
                </a:solidFill>
                <a:latin typeface="Arial"/>
                <a:cs typeface="Arial"/>
              </a:rPr>
              <a:t> </a:t>
            </a:r>
            <a:r>
              <a:rPr sz="900" spc="-50" dirty="0">
                <a:solidFill>
                  <a:srgbClr val="333333"/>
                </a:solidFill>
                <a:latin typeface="Arial MT"/>
                <a:cs typeface="Arial MT"/>
              </a:rPr>
              <a:t>a</a:t>
            </a:r>
            <a:endParaRPr sz="900">
              <a:latin typeface="Arial MT"/>
              <a:cs typeface="Arial MT"/>
            </a:endParaRPr>
          </a:p>
        </p:txBody>
      </p:sp>
      <p:sp>
        <p:nvSpPr>
          <p:cNvPr id="11" name="object 11"/>
          <p:cNvSpPr/>
          <p:nvPr/>
        </p:nvSpPr>
        <p:spPr>
          <a:xfrm>
            <a:off x="68834" y="3308210"/>
            <a:ext cx="4470400" cy="0"/>
          </a:xfrm>
          <a:custGeom>
            <a:avLst/>
            <a:gdLst/>
            <a:ahLst/>
            <a:cxnLst/>
            <a:rect l="l" t="t" r="r" b="b"/>
            <a:pathLst>
              <a:path w="4470400">
                <a:moveTo>
                  <a:pt x="0" y="0"/>
                </a:moveTo>
                <a:lnTo>
                  <a:pt x="4470336" y="0"/>
                </a:lnTo>
              </a:path>
            </a:pathLst>
          </a:custGeom>
          <a:ln w="7594">
            <a:solidFill>
              <a:srgbClr val="4B81AE"/>
            </a:solidFill>
          </a:ln>
        </p:spPr>
        <p:txBody>
          <a:bodyPr wrap="square" lIns="0" tIns="0" rIns="0" bIns="0" rtlCol="0"/>
          <a:lstStyle/>
          <a:p>
            <a:endParaRPr/>
          </a:p>
        </p:txBody>
      </p:sp>
      <p:sp>
        <p:nvSpPr>
          <p:cNvPr id="12" name="object 12"/>
          <p:cNvSpPr txBox="1"/>
          <p:nvPr/>
        </p:nvSpPr>
        <p:spPr>
          <a:xfrm>
            <a:off x="23304" y="3137820"/>
            <a:ext cx="4562475" cy="165735"/>
          </a:xfrm>
          <a:prstGeom prst="rect">
            <a:avLst/>
          </a:prstGeom>
        </p:spPr>
        <p:txBody>
          <a:bodyPr vert="horz" wrap="square" lIns="0" tIns="1270" rIns="0" bIns="0" rtlCol="0">
            <a:spAutoFit/>
          </a:bodyPr>
          <a:lstStyle/>
          <a:p>
            <a:pPr marL="12700">
              <a:lnSpc>
                <a:spcPct val="100000"/>
              </a:lnSpc>
              <a:spcBef>
                <a:spcPts val="10"/>
              </a:spcBef>
            </a:pPr>
            <a:r>
              <a:rPr sz="900" spc="-10" dirty="0">
                <a:solidFill>
                  <a:srgbClr val="333333"/>
                </a:solidFill>
                <a:latin typeface="Arial MT"/>
                <a:cs typeface="Arial MT"/>
              </a:rPr>
              <a:t>computer</a:t>
            </a:r>
            <a:r>
              <a:rPr sz="900" spc="-15" dirty="0">
                <a:solidFill>
                  <a:srgbClr val="333333"/>
                </a:solidFill>
                <a:latin typeface="Arial MT"/>
                <a:cs typeface="Arial MT"/>
              </a:rPr>
              <a:t> </a:t>
            </a:r>
            <a:r>
              <a:rPr sz="900" spc="-20" dirty="0">
                <a:solidFill>
                  <a:srgbClr val="333333"/>
                </a:solidFill>
                <a:latin typeface="Arial MT"/>
                <a:cs typeface="Arial MT"/>
              </a:rPr>
              <a:t>vision</a:t>
            </a:r>
            <a:r>
              <a:rPr sz="900" spc="-15" dirty="0">
                <a:solidFill>
                  <a:srgbClr val="333333"/>
                </a:solidFill>
                <a:latin typeface="Arial MT"/>
                <a:cs typeface="Arial MT"/>
              </a:rPr>
              <a:t> </a:t>
            </a:r>
            <a:r>
              <a:rPr sz="900" spc="-10" dirty="0">
                <a:solidFill>
                  <a:srgbClr val="333333"/>
                </a:solidFill>
                <a:latin typeface="Arial MT"/>
                <a:cs typeface="Arial MT"/>
              </a:rPr>
              <a:t>approach”.</a:t>
            </a:r>
            <a:r>
              <a:rPr sz="900" spc="405" dirty="0">
                <a:solidFill>
                  <a:srgbClr val="333333"/>
                </a:solidFill>
                <a:latin typeface="Arial MT"/>
                <a:cs typeface="Arial MT"/>
              </a:rPr>
              <a:t> </a:t>
            </a:r>
            <a:r>
              <a:rPr sz="900" dirty="0">
                <a:solidFill>
                  <a:srgbClr val="8AADCA"/>
                </a:solidFill>
                <a:latin typeface="Arial MT"/>
                <a:cs typeface="Arial MT"/>
              </a:rPr>
              <a:t>In:</a:t>
            </a:r>
            <a:r>
              <a:rPr sz="900" spc="70" dirty="0">
                <a:solidFill>
                  <a:srgbClr val="8AADCA"/>
                </a:solidFill>
                <a:latin typeface="Arial MT"/>
                <a:cs typeface="Arial MT"/>
              </a:rPr>
              <a:t> </a:t>
            </a:r>
            <a:r>
              <a:rPr sz="900" i="1" spc="-10" dirty="0">
                <a:solidFill>
                  <a:srgbClr val="4B81AE"/>
                </a:solidFill>
                <a:latin typeface="Arial"/>
                <a:cs typeface="Arial"/>
              </a:rPr>
              <a:t>Journal </a:t>
            </a:r>
            <a:r>
              <a:rPr sz="900" i="1" dirty="0">
                <a:solidFill>
                  <a:srgbClr val="4B81AE"/>
                </a:solidFill>
                <a:latin typeface="Arial"/>
                <a:cs typeface="Arial"/>
              </a:rPr>
              <a:t>of</a:t>
            </a:r>
            <a:r>
              <a:rPr sz="900" i="1" spc="-15" dirty="0">
                <a:solidFill>
                  <a:srgbClr val="4B81AE"/>
                </a:solidFill>
                <a:latin typeface="Arial"/>
                <a:cs typeface="Arial"/>
              </a:rPr>
              <a:t> </a:t>
            </a:r>
            <a:r>
              <a:rPr sz="900" i="1" spc="-20" dirty="0">
                <a:solidFill>
                  <a:srgbClr val="4B81AE"/>
                </a:solidFill>
                <a:latin typeface="Arial"/>
                <a:cs typeface="Arial"/>
              </a:rPr>
              <a:t>Synchrotron</a:t>
            </a:r>
            <a:r>
              <a:rPr sz="900" i="1" spc="-10" dirty="0">
                <a:solidFill>
                  <a:srgbClr val="4B81AE"/>
                </a:solidFill>
                <a:latin typeface="Arial"/>
                <a:cs typeface="Arial"/>
              </a:rPr>
              <a:t> Radiation</a:t>
            </a:r>
            <a:r>
              <a:rPr sz="900" i="1" spc="-15" dirty="0">
                <a:solidFill>
                  <a:srgbClr val="4B81AE"/>
                </a:solidFill>
                <a:latin typeface="Arial"/>
                <a:cs typeface="Arial"/>
              </a:rPr>
              <a:t> </a:t>
            </a:r>
            <a:r>
              <a:rPr sz="900" spc="-10" dirty="0">
                <a:solidFill>
                  <a:srgbClr val="8AADCA"/>
                </a:solidFill>
                <a:latin typeface="Arial MT"/>
                <a:cs typeface="Arial MT"/>
              </a:rPr>
              <a:t>25.2</a:t>
            </a:r>
            <a:r>
              <a:rPr sz="900" spc="-15" dirty="0">
                <a:solidFill>
                  <a:srgbClr val="8AADCA"/>
                </a:solidFill>
                <a:latin typeface="Arial MT"/>
                <a:cs typeface="Arial MT"/>
              </a:rPr>
              <a:t> </a:t>
            </a:r>
            <a:r>
              <a:rPr sz="900" dirty="0">
                <a:solidFill>
                  <a:srgbClr val="8AADCA"/>
                </a:solidFill>
                <a:latin typeface="Arial MT"/>
                <a:cs typeface="Arial MT"/>
              </a:rPr>
              <a:t>(2018),</a:t>
            </a:r>
            <a:r>
              <a:rPr sz="900" spc="-10" dirty="0">
                <a:solidFill>
                  <a:srgbClr val="8AADCA"/>
                </a:solidFill>
                <a:latin typeface="Arial MT"/>
                <a:cs typeface="Arial MT"/>
              </a:rPr>
              <a:t> </a:t>
            </a:r>
            <a:r>
              <a:rPr sz="900" dirty="0">
                <a:solidFill>
                  <a:srgbClr val="8AADCA"/>
                </a:solidFill>
                <a:latin typeface="Arial MT"/>
                <a:cs typeface="Arial MT"/>
              </a:rPr>
              <a:t>pp.</a:t>
            </a:r>
            <a:r>
              <a:rPr sz="900" spc="-15" dirty="0">
                <a:solidFill>
                  <a:srgbClr val="8AADCA"/>
                </a:solidFill>
                <a:latin typeface="Arial MT"/>
                <a:cs typeface="Arial MT"/>
              </a:rPr>
              <a:t> </a:t>
            </a:r>
            <a:r>
              <a:rPr sz="900" spc="-10" dirty="0">
                <a:solidFill>
                  <a:srgbClr val="8AADCA"/>
                </a:solidFill>
                <a:latin typeface="Arial MT"/>
                <a:cs typeface="Arial MT"/>
              </a:rPr>
              <a:t>439–450</a:t>
            </a:r>
            <a:r>
              <a:rPr sz="900" spc="-10" dirty="0">
                <a:solidFill>
                  <a:srgbClr val="333333"/>
                </a:solidFill>
                <a:latin typeface="Arial MT"/>
                <a:cs typeface="Arial MT"/>
              </a:rPr>
              <a:t>.</a:t>
            </a:r>
            <a:endParaRPr sz="900">
              <a:latin typeface="Arial MT"/>
              <a:cs typeface="Arial MT"/>
            </a:endParaRPr>
          </a:p>
        </p:txBody>
      </p:sp>
      <p:sp>
        <p:nvSpPr>
          <p:cNvPr id="13" name="object 13"/>
          <p:cNvSpPr txBox="1"/>
          <p:nvPr/>
        </p:nvSpPr>
        <p:spPr>
          <a:xfrm>
            <a:off x="1779498" y="3332022"/>
            <a:ext cx="648335" cy="122555"/>
          </a:xfrm>
          <a:prstGeom prst="rect">
            <a:avLst/>
          </a:prstGeom>
        </p:spPr>
        <p:txBody>
          <a:bodyPr vert="horz" wrap="square" lIns="0" tIns="7620" rIns="0" bIns="0" rtlCol="0">
            <a:spAutoFit/>
          </a:bodyPr>
          <a:lstStyle/>
          <a:p>
            <a:pPr marL="12700">
              <a:lnSpc>
                <a:spcPct val="100000"/>
              </a:lnSpc>
              <a:spcBef>
                <a:spcPts val="60"/>
              </a:spcBef>
            </a:pPr>
            <a:r>
              <a:rPr sz="600" i="1" spc="-20" dirty="0">
                <a:solidFill>
                  <a:srgbClr val="333333"/>
                </a:solidFill>
                <a:latin typeface="Verdana"/>
                <a:cs typeface="Verdana"/>
                <a:hlinkClick r:id="rId7" action="ppaction://hlinksldjump"/>
              </a:rPr>
              <a:t>Computer</a:t>
            </a:r>
            <a:r>
              <a:rPr sz="600" i="1" spc="25" dirty="0">
                <a:solidFill>
                  <a:srgbClr val="333333"/>
                </a:solidFill>
                <a:latin typeface="Verdana"/>
                <a:cs typeface="Verdana"/>
                <a:hlinkClick r:id="rId7" action="ppaction://hlinksldjump"/>
              </a:rPr>
              <a:t> </a:t>
            </a:r>
            <a:r>
              <a:rPr sz="600" i="1" spc="-10" dirty="0">
                <a:solidFill>
                  <a:srgbClr val="333333"/>
                </a:solidFill>
                <a:latin typeface="Verdana"/>
                <a:cs typeface="Verdana"/>
                <a:hlinkClick r:id="rId7" action="ppaction://hlinksldjump"/>
              </a:rPr>
              <a:t>Vision</a:t>
            </a:r>
            <a:endParaRPr sz="600">
              <a:latin typeface="Verdana"/>
              <a:cs typeface="Verdana"/>
            </a:endParaRPr>
          </a:p>
        </p:txBody>
      </p:sp>
      <p:sp>
        <p:nvSpPr>
          <p:cNvPr id="14" name="object 14"/>
          <p:cNvSpPr txBox="1">
            <a:spLocks noGrp="1"/>
          </p:cNvSpPr>
          <p:nvPr>
            <p:ph type="sldNum" sz="quarter" idx="7"/>
          </p:nvPr>
        </p:nvSpPr>
        <p:spPr>
          <a:prstGeom prst="rect">
            <a:avLst/>
          </a:prstGeom>
        </p:spPr>
        <p:txBody>
          <a:bodyPr vert="horz" wrap="square" lIns="0" tIns="7620" rIns="0" bIns="0" rtlCol="0">
            <a:spAutoFit/>
          </a:bodyPr>
          <a:lstStyle/>
          <a:p>
            <a:pPr marL="38100">
              <a:lnSpc>
                <a:spcPct val="100000"/>
              </a:lnSpc>
              <a:spcBef>
                <a:spcPts val="60"/>
              </a:spcBef>
            </a:pPr>
            <a:fld id="{81D60167-4931-47E6-BA6A-407CBD079E47}" type="slidenum">
              <a:rPr spc="-45" dirty="0"/>
              <a:t>29</a:t>
            </a:fld>
            <a:r>
              <a:rPr spc="-90" dirty="0"/>
              <a:t> </a:t>
            </a:r>
            <a:r>
              <a:rPr spc="70" dirty="0"/>
              <a:t>/</a:t>
            </a:r>
            <a:r>
              <a:rPr spc="-85" dirty="0"/>
              <a:t> </a:t>
            </a:r>
            <a:r>
              <a:rPr spc="-25" dirty="0"/>
              <a:t>59</a:t>
            </a:r>
          </a:p>
        </p:txBody>
      </p:sp>
    </p:spTree>
  </p:cSld>
  <p:clrMapOvr>
    <a:masterClrMapping/>
  </p:clrMapOvr>
  <p:transition>
    <p:cut/>
  </p:transition>
</p:sld>
</file>

<file path=ppt/slides/slide30.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object 2"/>
          <p:cNvSpPr txBox="1"/>
          <p:nvPr/>
        </p:nvSpPr>
        <p:spPr>
          <a:xfrm>
            <a:off x="56134" y="15020"/>
            <a:ext cx="412115" cy="101600"/>
          </a:xfrm>
          <a:prstGeom prst="rect">
            <a:avLst/>
          </a:prstGeom>
        </p:spPr>
        <p:txBody>
          <a:bodyPr vert="horz" wrap="square" lIns="0" tIns="12065" rIns="0" bIns="0" rtlCol="0">
            <a:spAutoFit/>
          </a:bodyPr>
          <a:lstStyle/>
          <a:p>
            <a:pPr marL="12700">
              <a:lnSpc>
                <a:spcPct val="100000"/>
              </a:lnSpc>
              <a:spcBef>
                <a:spcPts val="95"/>
              </a:spcBef>
            </a:pPr>
            <a:r>
              <a:rPr sz="500" b="1" spc="-10" dirty="0">
                <a:solidFill>
                  <a:srgbClr val="E2E2E2"/>
                </a:solidFill>
                <a:latin typeface="Arial"/>
                <a:cs typeface="Arial"/>
                <a:hlinkClick r:id="rId2" action="ppaction://hlinksldjump"/>
              </a:rPr>
              <a:t>Introduction</a:t>
            </a:r>
            <a:endParaRPr sz="500">
              <a:latin typeface="Arial"/>
              <a:cs typeface="Arial"/>
            </a:endParaRPr>
          </a:p>
        </p:txBody>
      </p:sp>
      <p:sp>
        <p:nvSpPr>
          <p:cNvPr id="4" name="object 4"/>
          <p:cNvSpPr txBox="1"/>
          <p:nvPr/>
        </p:nvSpPr>
        <p:spPr>
          <a:xfrm>
            <a:off x="2858214" y="15020"/>
            <a:ext cx="255270" cy="101600"/>
          </a:xfrm>
          <a:prstGeom prst="rect">
            <a:avLst/>
          </a:prstGeom>
        </p:spPr>
        <p:txBody>
          <a:bodyPr vert="horz" wrap="square" lIns="0" tIns="12065" rIns="0" bIns="0" rtlCol="0">
            <a:spAutoFit/>
          </a:bodyPr>
          <a:lstStyle/>
          <a:p>
            <a:pPr marL="12700">
              <a:lnSpc>
                <a:spcPct val="100000"/>
              </a:lnSpc>
              <a:spcBef>
                <a:spcPts val="95"/>
              </a:spcBef>
            </a:pPr>
            <a:r>
              <a:rPr sz="500" b="1" spc="-10" dirty="0">
                <a:solidFill>
                  <a:srgbClr val="E2E2E2"/>
                </a:solidFill>
                <a:latin typeface="Arial"/>
                <a:cs typeface="Arial"/>
                <a:hlinkClick r:id="rId3" action="ppaction://hlinksldjump"/>
              </a:rPr>
              <a:t>Outline</a:t>
            </a:r>
            <a:endParaRPr sz="500">
              <a:latin typeface="Arial"/>
              <a:cs typeface="Arial"/>
            </a:endParaRPr>
          </a:p>
        </p:txBody>
      </p:sp>
      <p:sp>
        <p:nvSpPr>
          <p:cNvPr id="5" name="object 5"/>
          <p:cNvSpPr txBox="1"/>
          <p:nvPr/>
        </p:nvSpPr>
        <p:spPr>
          <a:xfrm>
            <a:off x="4117530" y="15020"/>
            <a:ext cx="434340" cy="101600"/>
          </a:xfrm>
          <a:prstGeom prst="rect">
            <a:avLst/>
          </a:prstGeom>
        </p:spPr>
        <p:txBody>
          <a:bodyPr vert="horz" wrap="square" lIns="0" tIns="12065" rIns="0" bIns="0" rtlCol="0">
            <a:spAutoFit/>
          </a:bodyPr>
          <a:lstStyle/>
          <a:p>
            <a:pPr marL="12700">
              <a:lnSpc>
                <a:spcPct val="100000"/>
              </a:lnSpc>
              <a:spcBef>
                <a:spcPts val="95"/>
              </a:spcBef>
            </a:pPr>
            <a:r>
              <a:rPr sz="500" b="1" spc="-10" dirty="0">
                <a:solidFill>
                  <a:srgbClr val="E2E2E2"/>
                </a:solidFill>
                <a:latin typeface="Arial"/>
                <a:cs typeface="Arial"/>
                <a:hlinkClick r:id="rId4" action="ppaction://hlinksldjump"/>
              </a:rPr>
              <a:t>Administrivia</a:t>
            </a:r>
            <a:endParaRPr sz="500">
              <a:latin typeface="Arial"/>
              <a:cs typeface="Arial"/>
            </a:endParaRPr>
          </a:p>
        </p:txBody>
      </p:sp>
      <p:pic>
        <p:nvPicPr>
          <p:cNvPr id="6" name="object 6"/>
          <p:cNvPicPr/>
          <p:nvPr/>
        </p:nvPicPr>
        <p:blipFill>
          <a:blip r:embed="rId5" cstate="print"/>
          <a:stretch>
            <a:fillRect/>
          </a:stretch>
        </p:blipFill>
        <p:spPr>
          <a:xfrm>
            <a:off x="68834" y="112855"/>
            <a:ext cx="4470398" cy="7591"/>
          </a:xfrm>
          <a:prstGeom prst="rect">
            <a:avLst/>
          </a:prstGeom>
        </p:spPr>
      </p:pic>
      <p:sp>
        <p:nvSpPr>
          <p:cNvPr id="7" name="object 7"/>
          <p:cNvSpPr txBox="1"/>
          <p:nvPr/>
        </p:nvSpPr>
        <p:spPr>
          <a:xfrm>
            <a:off x="23304" y="149895"/>
            <a:ext cx="1106805" cy="294311"/>
          </a:xfrm>
          <a:prstGeom prst="rect">
            <a:avLst/>
          </a:prstGeom>
        </p:spPr>
        <p:txBody>
          <a:bodyPr vert="horz" wrap="square" lIns="0" tIns="12065" rIns="0" bIns="0" rtlCol="0">
            <a:spAutoFit/>
          </a:bodyPr>
          <a:lstStyle/>
          <a:p>
            <a:pPr marL="12700">
              <a:lnSpc>
                <a:spcPts val="1060"/>
              </a:lnSpc>
            </a:pPr>
            <a:endParaRPr lang="en-US" sz="1000" i="1" spc="-60" dirty="0">
              <a:solidFill>
                <a:srgbClr val="4B81AE"/>
              </a:solidFill>
              <a:latin typeface="Arial"/>
              <a:cs typeface="Arial"/>
            </a:endParaRPr>
          </a:p>
          <a:p>
            <a:pPr marL="12700">
              <a:lnSpc>
                <a:spcPts val="1060"/>
              </a:lnSpc>
            </a:pPr>
            <a:r>
              <a:rPr sz="1000" i="1" spc="-60" dirty="0">
                <a:solidFill>
                  <a:srgbClr val="4B81AE"/>
                </a:solidFill>
                <a:latin typeface="Arial"/>
                <a:cs typeface="Arial"/>
              </a:rPr>
              <a:t>Expression</a:t>
            </a:r>
            <a:r>
              <a:rPr sz="1000" i="1" spc="5" dirty="0">
                <a:solidFill>
                  <a:srgbClr val="4B81AE"/>
                </a:solidFill>
                <a:latin typeface="Arial"/>
                <a:cs typeface="Arial"/>
              </a:rPr>
              <a:t> </a:t>
            </a:r>
            <a:r>
              <a:rPr sz="1000" i="1" spc="-45" dirty="0">
                <a:solidFill>
                  <a:srgbClr val="4B81AE"/>
                </a:solidFill>
                <a:latin typeface="Arial"/>
                <a:cs typeface="Arial"/>
              </a:rPr>
              <a:t>Synthesis</a:t>
            </a:r>
            <a:endParaRPr sz="1000" dirty="0">
              <a:latin typeface="Arial"/>
              <a:cs typeface="Arial"/>
            </a:endParaRPr>
          </a:p>
        </p:txBody>
      </p:sp>
      <p:pic>
        <p:nvPicPr>
          <p:cNvPr id="8" name="object 8"/>
          <p:cNvPicPr/>
          <p:nvPr/>
        </p:nvPicPr>
        <p:blipFill>
          <a:blip r:embed="rId6" cstate="print"/>
          <a:stretch>
            <a:fillRect/>
          </a:stretch>
        </p:blipFill>
        <p:spPr>
          <a:xfrm>
            <a:off x="1298153" y="737820"/>
            <a:ext cx="2005370" cy="2026856"/>
          </a:xfrm>
          <a:prstGeom prst="rect">
            <a:avLst/>
          </a:prstGeom>
        </p:spPr>
      </p:pic>
      <p:sp>
        <p:nvSpPr>
          <p:cNvPr id="9" name="object 9"/>
          <p:cNvSpPr/>
          <p:nvPr/>
        </p:nvSpPr>
        <p:spPr>
          <a:xfrm>
            <a:off x="36004" y="2842590"/>
            <a:ext cx="1828800" cy="0"/>
          </a:xfrm>
          <a:custGeom>
            <a:avLst/>
            <a:gdLst/>
            <a:ahLst/>
            <a:cxnLst/>
            <a:rect l="l" t="t" r="r" b="b"/>
            <a:pathLst>
              <a:path w="1828800">
                <a:moveTo>
                  <a:pt x="0" y="0"/>
                </a:moveTo>
                <a:lnTo>
                  <a:pt x="1828800" y="0"/>
                </a:lnTo>
              </a:path>
            </a:pathLst>
          </a:custGeom>
          <a:ln w="5054">
            <a:solidFill>
              <a:srgbClr val="333333"/>
            </a:solidFill>
          </a:ln>
        </p:spPr>
        <p:txBody>
          <a:bodyPr wrap="square" lIns="0" tIns="0" rIns="0" bIns="0" rtlCol="0"/>
          <a:lstStyle/>
          <a:p>
            <a:endParaRPr/>
          </a:p>
        </p:txBody>
      </p:sp>
      <p:sp>
        <p:nvSpPr>
          <p:cNvPr id="10" name="object 10"/>
          <p:cNvSpPr txBox="1"/>
          <p:nvPr/>
        </p:nvSpPr>
        <p:spPr>
          <a:xfrm>
            <a:off x="23304" y="2848871"/>
            <a:ext cx="4410710" cy="440690"/>
          </a:xfrm>
          <a:prstGeom prst="rect">
            <a:avLst/>
          </a:prstGeom>
        </p:spPr>
        <p:txBody>
          <a:bodyPr vert="horz" wrap="square" lIns="0" tIns="10160" rIns="0" bIns="0" rtlCol="0">
            <a:spAutoFit/>
          </a:bodyPr>
          <a:lstStyle/>
          <a:p>
            <a:pPr marL="12700" marR="5080" indent="210185">
              <a:lnSpc>
                <a:spcPct val="101499"/>
              </a:lnSpc>
              <a:spcBef>
                <a:spcPts val="80"/>
              </a:spcBef>
            </a:pPr>
            <a:r>
              <a:rPr sz="900" spc="-25" dirty="0">
                <a:solidFill>
                  <a:srgbClr val="4B81AE"/>
                </a:solidFill>
                <a:latin typeface="Arial MT"/>
                <a:cs typeface="Arial MT"/>
              </a:rPr>
              <a:t>Nazar</a:t>
            </a:r>
            <a:r>
              <a:rPr sz="900" spc="-5" dirty="0">
                <a:solidFill>
                  <a:srgbClr val="4B81AE"/>
                </a:solidFill>
                <a:latin typeface="Arial MT"/>
                <a:cs typeface="Arial MT"/>
              </a:rPr>
              <a:t> </a:t>
            </a:r>
            <a:r>
              <a:rPr sz="900" dirty="0">
                <a:solidFill>
                  <a:srgbClr val="4B81AE"/>
                </a:solidFill>
                <a:latin typeface="Arial MT"/>
                <a:cs typeface="Arial MT"/>
              </a:rPr>
              <a:t>Khan</a:t>
            </a:r>
            <a:r>
              <a:rPr sz="900" spc="-5" dirty="0">
                <a:solidFill>
                  <a:srgbClr val="4B81AE"/>
                </a:solidFill>
                <a:latin typeface="Arial MT"/>
                <a:cs typeface="Arial MT"/>
              </a:rPr>
              <a:t> </a:t>
            </a:r>
            <a:r>
              <a:rPr sz="900" dirty="0">
                <a:solidFill>
                  <a:srgbClr val="4B81AE"/>
                </a:solidFill>
                <a:latin typeface="Arial MT"/>
                <a:cs typeface="Arial MT"/>
              </a:rPr>
              <a:t>et</a:t>
            </a:r>
            <a:r>
              <a:rPr sz="900" spc="-5" dirty="0">
                <a:solidFill>
                  <a:srgbClr val="4B81AE"/>
                </a:solidFill>
                <a:latin typeface="Arial MT"/>
                <a:cs typeface="Arial MT"/>
              </a:rPr>
              <a:t> </a:t>
            </a:r>
            <a:r>
              <a:rPr sz="900" dirty="0">
                <a:solidFill>
                  <a:srgbClr val="4B81AE"/>
                </a:solidFill>
                <a:latin typeface="Arial MT"/>
                <a:cs typeface="Arial MT"/>
              </a:rPr>
              <a:t>al.</a:t>
            </a:r>
            <a:r>
              <a:rPr sz="900" spc="-5" dirty="0">
                <a:solidFill>
                  <a:srgbClr val="4B81AE"/>
                </a:solidFill>
                <a:latin typeface="Arial MT"/>
                <a:cs typeface="Arial MT"/>
              </a:rPr>
              <a:t> </a:t>
            </a:r>
            <a:r>
              <a:rPr sz="900" spc="-10" dirty="0">
                <a:solidFill>
                  <a:srgbClr val="333333"/>
                </a:solidFill>
                <a:latin typeface="Arial MT"/>
                <a:cs typeface="Arial MT"/>
              </a:rPr>
              <a:t>“Masked</a:t>
            </a:r>
            <a:r>
              <a:rPr sz="900" dirty="0">
                <a:solidFill>
                  <a:srgbClr val="333333"/>
                </a:solidFill>
                <a:latin typeface="Arial MT"/>
                <a:cs typeface="Arial MT"/>
              </a:rPr>
              <a:t> </a:t>
            </a:r>
            <a:r>
              <a:rPr sz="900" spc="-20" dirty="0">
                <a:solidFill>
                  <a:srgbClr val="333333"/>
                </a:solidFill>
                <a:latin typeface="Arial MT"/>
                <a:cs typeface="Arial MT"/>
              </a:rPr>
              <a:t>Linear</a:t>
            </a:r>
            <a:r>
              <a:rPr sz="900" spc="-5" dirty="0">
                <a:solidFill>
                  <a:srgbClr val="333333"/>
                </a:solidFill>
                <a:latin typeface="Arial MT"/>
                <a:cs typeface="Arial MT"/>
              </a:rPr>
              <a:t> </a:t>
            </a:r>
            <a:r>
              <a:rPr sz="900" spc="-50" dirty="0">
                <a:solidFill>
                  <a:srgbClr val="333333"/>
                </a:solidFill>
                <a:latin typeface="Arial MT"/>
                <a:cs typeface="Arial MT"/>
              </a:rPr>
              <a:t>Regression</a:t>
            </a:r>
            <a:r>
              <a:rPr sz="900" spc="-5" dirty="0">
                <a:solidFill>
                  <a:srgbClr val="333333"/>
                </a:solidFill>
                <a:latin typeface="Arial MT"/>
                <a:cs typeface="Arial MT"/>
              </a:rPr>
              <a:t> </a:t>
            </a:r>
            <a:r>
              <a:rPr sz="900" dirty="0">
                <a:solidFill>
                  <a:srgbClr val="333333"/>
                </a:solidFill>
                <a:latin typeface="Arial MT"/>
                <a:cs typeface="Arial MT"/>
              </a:rPr>
              <a:t>for</a:t>
            </a:r>
            <a:r>
              <a:rPr sz="900" spc="-5" dirty="0">
                <a:solidFill>
                  <a:srgbClr val="333333"/>
                </a:solidFill>
                <a:latin typeface="Arial MT"/>
                <a:cs typeface="Arial MT"/>
              </a:rPr>
              <a:t> </a:t>
            </a:r>
            <a:r>
              <a:rPr sz="900" spc="-30" dirty="0">
                <a:solidFill>
                  <a:srgbClr val="333333"/>
                </a:solidFill>
                <a:latin typeface="Arial MT"/>
                <a:cs typeface="Arial MT"/>
              </a:rPr>
              <a:t>Learning</a:t>
            </a:r>
            <a:r>
              <a:rPr sz="900" dirty="0">
                <a:solidFill>
                  <a:srgbClr val="333333"/>
                </a:solidFill>
                <a:latin typeface="Arial MT"/>
                <a:cs typeface="Arial MT"/>
              </a:rPr>
              <a:t> Local</a:t>
            </a:r>
            <a:r>
              <a:rPr sz="900" spc="-5" dirty="0">
                <a:solidFill>
                  <a:srgbClr val="333333"/>
                </a:solidFill>
                <a:latin typeface="Arial MT"/>
                <a:cs typeface="Arial MT"/>
              </a:rPr>
              <a:t> </a:t>
            </a:r>
            <a:r>
              <a:rPr sz="900" spc="-35" dirty="0">
                <a:solidFill>
                  <a:srgbClr val="333333"/>
                </a:solidFill>
                <a:latin typeface="Arial MT"/>
                <a:cs typeface="Arial MT"/>
              </a:rPr>
              <a:t>Receptive</a:t>
            </a:r>
            <a:r>
              <a:rPr sz="900" spc="-5" dirty="0">
                <a:solidFill>
                  <a:srgbClr val="333333"/>
                </a:solidFill>
                <a:latin typeface="Arial MT"/>
                <a:cs typeface="Arial MT"/>
              </a:rPr>
              <a:t> </a:t>
            </a:r>
            <a:r>
              <a:rPr sz="900" spc="-30" dirty="0">
                <a:solidFill>
                  <a:srgbClr val="333333"/>
                </a:solidFill>
                <a:latin typeface="Arial MT"/>
                <a:cs typeface="Arial MT"/>
              </a:rPr>
              <a:t>Fields</a:t>
            </a:r>
            <a:r>
              <a:rPr sz="900" spc="-5" dirty="0">
                <a:solidFill>
                  <a:srgbClr val="333333"/>
                </a:solidFill>
                <a:latin typeface="Arial MT"/>
                <a:cs typeface="Arial MT"/>
              </a:rPr>
              <a:t> </a:t>
            </a:r>
            <a:r>
              <a:rPr sz="900" spc="-25" dirty="0">
                <a:solidFill>
                  <a:srgbClr val="333333"/>
                </a:solidFill>
                <a:latin typeface="Arial MT"/>
                <a:cs typeface="Arial MT"/>
              </a:rPr>
              <a:t>for </a:t>
            </a:r>
            <a:r>
              <a:rPr sz="900" spc="-20" dirty="0">
                <a:solidFill>
                  <a:srgbClr val="333333"/>
                </a:solidFill>
                <a:latin typeface="Arial MT"/>
                <a:cs typeface="Arial MT"/>
              </a:rPr>
              <a:t>Facial</a:t>
            </a:r>
            <a:r>
              <a:rPr sz="900" spc="-10" dirty="0">
                <a:solidFill>
                  <a:srgbClr val="333333"/>
                </a:solidFill>
                <a:latin typeface="Arial MT"/>
                <a:cs typeface="Arial MT"/>
              </a:rPr>
              <a:t> </a:t>
            </a:r>
            <a:r>
              <a:rPr sz="900" spc="-45" dirty="0">
                <a:solidFill>
                  <a:srgbClr val="333333"/>
                </a:solidFill>
                <a:latin typeface="Arial MT"/>
                <a:cs typeface="Arial MT"/>
              </a:rPr>
              <a:t>Expression</a:t>
            </a:r>
            <a:r>
              <a:rPr sz="900" spc="-10" dirty="0">
                <a:solidFill>
                  <a:srgbClr val="333333"/>
                </a:solidFill>
                <a:latin typeface="Arial MT"/>
                <a:cs typeface="Arial MT"/>
              </a:rPr>
              <a:t> Synthesis”.</a:t>
            </a:r>
            <a:r>
              <a:rPr sz="900" spc="390" dirty="0">
                <a:solidFill>
                  <a:srgbClr val="333333"/>
                </a:solidFill>
                <a:latin typeface="Arial MT"/>
                <a:cs typeface="Arial MT"/>
              </a:rPr>
              <a:t> </a:t>
            </a:r>
            <a:r>
              <a:rPr sz="900" dirty="0">
                <a:solidFill>
                  <a:srgbClr val="8AADCA"/>
                </a:solidFill>
                <a:latin typeface="Arial MT"/>
                <a:cs typeface="Arial MT"/>
              </a:rPr>
              <a:t>In:</a:t>
            </a:r>
            <a:r>
              <a:rPr sz="900" spc="65" dirty="0">
                <a:solidFill>
                  <a:srgbClr val="8AADCA"/>
                </a:solidFill>
                <a:latin typeface="Arial MT"/>
                <a:cs typeface="Arial MT"/>
              </a:rPr>
              <a:t> </a:t>
            </a:r>
            <a:r>
              <a:rPr sz="900" i="1" dirty="0">
                <a:solidFill>
                  <a:srgbClr val="4B81AE"/>
                </a:solidFill>
                <a:latin typeface="Arial"/>
                <a:cs typeface="Arial"/>
              </a:rPr>
              <a:t>International</a:t>
            </a:r>
            <a:r>
              <a:rPr sz="900" i="1" spc="-10" dirty="0">
                <a:solidFill>
                  <a:srgbClr val="4B81AE"/>
                </a:solidFill>
                <a:latin typeface="Arial"/>
                <a:cs typeface="Arial"/>
              </a:rPr>
              <a:t> Journal </a:t>
            </a:r>
            <a:r>
              <a:rPr sz="900" i="1" dirty="0">
                <a:solidFill>
                  <a:srgbClr val="4B81AE"/>
                </a:solidFill>
                <a:latin typeface="Arial"/>
                <a:cs typeface="Arial"/>
              </a:rPr>
              <a:t>of</a:t>
            </a:r>
            <a:r>
              <a:rPr sz="900" i="1" spc="-10" dirty="0">
                <a:solidFill>
                  <a:srgbClr val="4B81AE"/>
                </a:solidFill>
                <a:latin typeface="Arial"/>
                <a:cs typeface="Arial"/>
              </a:rPr>
              <a:t> </a:t>
            </a:r>
            <a:r>
              <a:rPr sz="900" i="1" spc="-20" dirty="0">
                <a:solidFill>
                  <a:srgbClr val="4B81AE"/>
                </a:solidFill>
                <a:latin typeface="Arial"/>
                <a:cs typeface="Arial"/>
              </a:rPr>
              <a:t>Computer</a:t>
            </a:r>
            <a:r>
              <a:rPr sz="900" i="1" spc="-10" dirty="0">
                <a:solidFill>
                  <a:srgbClr val="4B81AE"/>
                </a:solidFill>
                <a:latin typeface="Arial"/>
                <a:cs typeface="Arial"/>
              </a:rPr>
              <a:t> Vision</a:t>
            </a:r>
            <a:r>
              <a:rPr sz="900" i="1" spc="-15" dirty="0">
                <a:solidFill>
                  <a:srgbClr val="4B81AE"/>
                </a:solidFill>
                <a:latin typeface="Arial"/>
                <a:cs typeface="Arial"/>
              </a:rPr>
              <a:t> </a:t>
            </a:r>
            <a:r>
              <a:rPr sz="900" spc="-20" dirty="0">
                <a:solidFill>
                  <a:srgbClr val="8AADCA"/>
                </a:solidFill>
                <a:latin typeface="Arial MT"/>
                <a:cs typeface="Arial MT"/>
              </a:rPr>
              <a:t>128.5</a:t>
            </a:r>
            <a:r>
              <a:rPr sz="900" spc="-10" dirty="0">
                <a:solidFill>
                  <a:srgbClr val="8AADCA"/>
                </a:solidFill>
                <a:latin typeface="Arial MT"/>
                <a:cs typeface="Arial MT"/>
              </a:rPr>
              <a:t> (2020),</a:t>
            </a:r>
            <a:endParaRPr sz="900">
              <a:latin typeface="Arial MT"/>
              <a:cs typeface="Arial MT"/>
            </a:endParaRPr>
          </a:p>
          <a:p>
            <a:pPr marL="12700">
              <a:lnSpc>
                <a:spcPct val="100000"/>
              </a:lnSpc>
              <a:spcBef>
                <a:spcPts val="15"/>
              </a:spcBef>
            </a:pPr>
            <a:r>
              <a:rPr sz="900" dirty="0">
                <a:solidFill>
                  <a:srgbClr val="8AADCA"/>
                </a:solidFill>
                <a:latin typeface="Arial MT"/>
                <a:cs typeface="Arial MT"/>
              </a:rPr>
              <a:t>pp.</a:t>
            </a:r>
            <a:r>
              <a:rPr sz="900" spc="5" dirty="0">
                <a:solidFill>
                  <a:srgbClr val="8AADCA"/>
                </a:solidFill>
                <a:latin typeface="Arial MT"/>
                <a:cs typeface="Arial MT"/>
              </a:rPr>
              <a:t> </a:t>
            </a:r>
            <a:r>
              <a:rPr sz="900" spc="-10" dirty="0">
                <a:solidFill>
                  <a:srgbClr val="8AADCA"/>
                </a:solidFill>
                <a:latin typeface="Arial MT"/>
                <a:cs typeface="Arial MT"/>
              </a:rPr>
              <a:t>1433–1454</a:t>
            </a:r>
            <a:r>
              <a:rPr sz="900" spc="-10" dirty="0">
                <a:solidFill>
                  <a:srgbClr val="333333"/>
                </a:solidFill>
                <a:latin typeface="Arial MT"/>
                <a:cs typeface="Arial MT"/>
              </a:rPr>
              <a:t>.</a:t>
            </a:r>
            <a:endParaRPr sz="900">
              <a:latin typeface="Arial MT"/>
              <a:cs typeface="Arial MT"/>
            </a:endParaRPr>
          </a:p>
        </p:txBody>
      </p:sp>
      <p:sp>
        <p:nvSpPr>
          <p:cNvPr id="11" name="object 11"/>
          <p:cNvSpPr/>
          <p:nvPr/>
        </p:nvSpPr>
        <p:spPr>
          <a:xfrm>
            <a:off x="68834" y="3308210"/>
            <a:ext cx="4470400" cy="0"/>
          </a:xfrm>
          <a:custGeom>
            <a:avLst/>
            <a:gdLst/>
            <a:ahLst/>
            <a:cxnLst/>
            <a:rect l="l" t="t" r="r" b="b"/>
            <a:pathLst>
              <a:path w="4470400">
                <a:moveTo>
                  <a:pt x="0" y="0"/>
                </a:moveTo>
                <a:lnTo>
                  <a:pt x="4470336" y="0"/>
                </a:lnTo>
              </a:path>
            </a:pathLst>
          </a:custGeom>
          <a:ln w="7594">
            <a:solidFill>
              <a:srgbClr val="4B81AE"/>
            </a:solidFill>
          </a:ln>
        </p:spPr>
        <p:txBody>
          <a:bodyPr wrap="square" lIns="0" tIns="0" rIns="0" bIns="0" rtlCol="0"/>
          <a:lstStyle/>
          <a:p>
            <a:endParaRPr/>
          </a:p>
        </p:txBody>
      </p:sp>
      <p:sp>
        <p:nvSpPr>
          <p:cNvPr id="12" name="object 12"/>
          <p:cNvSpPr txBox="1"/>
          <p:nvPr/>
        </p:nvSpPr>
        <p:spPr>
          <a:xfrm>
            <a:off x="1779498" y="3332022"/>
            <a:ext cx="648335" cy="122555"/>
          </a:xfrm>
          <a:prstGeom prst="rect">
            <a:avLst/>
          </a:prstGeom>
        </p:spPr>
        <p:txBody>
          <a:bodyPr vert="horz" wrap="square" lIns="0" tIns="7620" rIns="0" bIns="0" rtlCol="0">
            <a:spAutoFit/>
          </a:bodyPr>
          <a:lstStyle/>
          <a:p>
            <a:pPr marL="12700">
              <a:lnSpc>
                <a:spcPct val="100000"/>
              </a:lnSpc>
              <a:spcBef>
                <a:spcPts val="60"/>
              </a:spcBef>
            </a:pPr>
            <a:r>
              <a:rPr sz="600" i="1" spc="-20" dirty="0">
                <a:solidFill>
                  <a:srgbClr val="333333"/>
                </a:solidFill>
                <a:latin typeface="Verdana"/>
                <a:cs typeface="Verdana"/>
                <a:hlinkClick r:id="rId7" action="ppaction://hlinksldjump"/>
              </a:rPr>
              <a:t>Computer</a:t>
            </a:r>
            <a:r>
              <a:rPr sz="600" i="1" spc="25" dirty="0">
                <a:solidFill>
                  <a:srgbClr val="333333"/>
                </a:solidFill>
                <a:latin typeface="Verdana"/>
                <a:cs typeface="Verdana"/>
                <a:hlinkClick r:id="rId7" action="ppaction://hlinksldjump"/>
              </a:rPr>
              <a:t> </a:t>
            </a:r>
            <a:r>
              <a:rPr sz="600" i="1" spc="-10" dirty="0">
                <a:solidFill>
                  <a:srgbClr val="333333"/>
                </a:solidFill>
                <a:latin typeface="Verdana"/>
                <a:cs typeface="Verdana"/>
                <a:hlinkClick r:id="rId7" action="ppaction://hlinksldjump"/>
              </a:rPr>
              <a:t>Vision</a:t>
            </a:r>
            <a:endParaRPr sz="600">
              <a:latin typeface="Verdana"/>
              <a:cs typeface="Verdana"/>
            </a:endParaRPr>
          </a:p>
        </p:txBody>
      </p:sp>
      <p:sp>
        <p:nvSpPr>
          <p:cNvPr id="13" name="object 13"/>
          <p:cNvSpPr txBox="1"/>
          <p:nvPr/>
        </p:nvSpPr>
        <p:spPr>
          <a:xfrm>
            <a:off x="2580164" y="3332022"/>
            <a:ext cx="278130" cy="122555"/>
          </a:xfrm>
          <a:prstGeom prst="rect">
            <a:avLst/>
          </a:prstGeom>
        </p:spPr>
        <p:txBody>
          <a:bodyPr vert="horz" wrap="square" lIns="0" tIns="7620" rIns="0" bIns="0" rtlCol="0">
            <a:spAutoFit/>
          </a:bodyPr>
          <a:lstStyle/>
          <a:p>
            <a:pPr marL="12700">
              <a:lnSpc>
                <a:spcPct val="100000"/>
              </a:lnSpc>
              <a:spcBef>
                <a:spcPts val="60"/>
              </a:spcBef>
            </a:pPr>
            <a:r>
              <a:rPr sz="600" i="1" spc="-45" dirty="0">
                <a:solidFill>
                  <a:srgbClr val="333333"/>
                </a:solidFill>
                <a:latin typeface="Verdana"/>
                <a:cs typeface="Verdana"/>
              </a:rPr>
              <a:t>18</a:t>
            </a:r>
            <a:r>
              <a:rPr sz="600" i="1" spc="-90" dirty="0">
                <a:solidFill>
                  <a:srgbClr val="333333"/>
                </a:solidFill>
                <a:latin typeface="Verdana"/>
                <a:cs typeface="Verdana"/>
              </a:rPr>
              <a:t> </a:t>
            </a:r>
            <a:r>
              <a:rPr sz="600" i="1" spc="70" dirty="0">
                <a:solidFill>
                  <a:srgbClr val="333333"/>
                </a:solidFill>
                <a:latin typeface="Verdana"/>
                <a:cs typeface="Verdana"/>
              </a:rPr>
              <a:t>/</a:t>
            </a:r>
            <a:r>
              <a:rPr sz="600" i="1" spc="-85" dirty="0">
                <a:solidFill>
                  <a:srgbClr val="333333"/>
                </a:solidFill>
                <a:latin typeface="Verdana"/>
                <a:cs typeface="Verdana"/>
              </a:rPr>
              <a:t> </a:t>
            </a:r>
            <a:r>
              <a:rPr sz="600" i="1" spc="-25" dirty="0">
                <a:solidFill>
                  <a:srgbClr val="333333"/>
                </a:solidFill>
                <a:latin typeface="Verdana"/>
                <a:cs typeface="Verdana"/>
              </a:rPr>
              <a:t>59</a:t>
            </a:r>
            <a:endParaRPr sz="600">
              <a:latin typeface="Verdana"/>
              <a:cs typeface="Verdana"/>
            </a:endParaRPr>
          </a:p>
        </p:txBody>
      </p:sp>
    </p:spTree>
  </p:cSld>
  <p:clrMapOvr>
    <a:masterClrMapping/>
  </p:clrMapOvr>
  <p:transition>
    <p:cut/>
  </p:transition>
</p:sld>
</file>

<file path=ppt/slides/slide31.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object 2"/>
          <p:cNvSpPr txBox="1"/>
          <p:nvPr/>
        </p:nvSpPr>
        <p:spPr>
          <a:xfrm>
            <a:off x="2858214" y="15020"/>
            <a:ext cx="255270" cy="101600"/>
          </a:xfrm>
          <a:prstGeom prst="rect">
            <a:avLst/>
          </a:prstGeom>
        </p:spPr>
        <p:txBody>
          <a:bodyPr vert="horz" wrap="square" lIns="0" tIns="12065" rIns="0" bIns="0" rtlCol="0">
            <a:spAutoFit/>
          </a:bodyPr>
          <a:lstStyle/>
          <a:p>
            <a:pPr marL="12700">
              <a:lnSpc>
                <a:spcPct val="100000"/>
              </a:lnSpc>
              <a:spcBef>
                <a:spcPts val="95"/>
              </a:spcBef>
            </a:pPr>
            <a:r>
              <a:rPr sz="500" b="1" spc="-10" dirty="0">
                <a:solidFill>
                  <a:srgbClr val="E2E2E2"/>
                </a:solidFill>
                <a:latin typeface="Arial"/>
                <a:cs typeface="Arial"/>
                <a:hlinkClick r:id="rId2" action="ppaction://hlinksldjump"/>
              </a:rPr>
              <a:t>Outline</a:t>
            </a:r>
            <a:endParaRPr sz="500">
              <a:latin typeface="Arial"/>
              <a:cs typeface="Arial"/>
            </a:endParaRPr>
          </a:p>
        </p:txBody>
      </p:sp>
      <p:sp>
        <p:nvSpPr>
          <p:cNvPr id="3" name="object 3"/>
          <p:cNvSpPr txBox="1"/>
          <p:nvPr/>
        </p:nvSpPr>
        <p:spPr>
          <a:xfrm>
            <a:off x="4117530" y="15020"/>
            <a:ext cx="434340" cy="101600"/>
          </a:xfrm>
          <a:prstGeom prst="rect">
            <a:avLst/>
          </a:prstGeom>
        </p:spPr>
        <p:txBody>
          <a:bodyPr vert="horz" wrap="square" lIns="0" tIns="12065" rIns="0" bIns="0" rtlCol="0">
            <a:spAutoFit/>
          </a:bodyPr>
          <a:lstStyle/>
          <a:p>
            <a:pPr marL="12700">
              <a:lnSpc>
                <a:spcPct val="100000"/>
              </a:lnSpc>
              <a:spcBef>
                <a:spcPts val="95"/>
              </a:spcBef>
            </a:pPr>
            <a:r>
              <a:rPr sz="500" b="1" spc="-10" dirty="0">
                <a:solidFill>
                  <a:srgbClr val="E2E2E2"/>
                </a:solidFill>
                <a:latin typeface="Arial"/>
                <a:cs typeface="Arial"/>
                <a:hlinkClick r:id="rId3" action="ppaction://hlinksldjump"/>
              </a:rPr>
              <a:t>Administrivia</a:t>
            </a:r>
            <a:endParaRPr sz="500">
              <a:latin typeface="Arial"/>
              <a:cs typeface="Arial"/>
            </a:endParaRPr>
          </a:p>
        </p:txBody>
      </p:sp>
      <p:pic>
        <p:nvPicPr>
          <p:cNvPr id="4" name="object 4"/>
          <p:cNvPicPr/>
          <p:nvPr/>
        </p:nvPicPr>
        <p:blipFill>
          <a:blip r:embed="rId4" cstate="print"/>
          <a:stretch>
            <a:fillRect/>
          </a:stretch>
        </p:blipFill>
        <p:spPr>
          <a:xfrm>
            <a:off x="68834" y="112855"/>
            <a:ext cx="4470398" cy="7591"/>
          </a:xfrm>
          <a:prstGeom prst="rect">
            <a:avLst/>
          </a:prstGeom>
        </p:spPr>
      </p:pic>
      <p:sp>
        <p:nvSpPr>
          <p:cNvPr id="5" name="object 5"/>
          <p:cNvSpPr txBox="1"/>
          <p:nvPr/>
        </p:nvSpPr>
        <p:spPr>
          <a:xfrm>
            <a:off x="23304" y="-9546"/>
            <a:ext cx="2491740" cy="370614"/>
          </a:xfrm>
          <a:prstGeom prst="rect">
            <a:avLst/>
          </a:prstGeom>
        </p:spPr>
        <p:txBody>
          <a:bodyPr vert="horz" wrap="square" lIns="0" tIns="36830" rIns="0" bIns="0" rtlCol="0">
            <a:spAutoFit/>
          </a:bodyPr>
          <a:lstStyle/>
          <a:p>
            <a:pPr marL="45085">
              <a:lnSpc>
                <a:spcPct val="100000"/>
              </a:lnSpc>
              <a:spcBef>
                <a:spcPts val="290"/>
              </a:spcBef>
              <a:tabLst>
                <a:tab pos="1461135" algn="l"/>
              </a:tabLst>
            </a:pPr>
            <a:r>
              <a:rPr sz="500" b="1" spc="-10" dirty="0">
                <a:solidFill>
                  <a:srgbClr val="E2E2E2"/>
                </a:solidFill>
                <a:latin typeface="Arial"/>
                <a:cs typeface="Arial"/>
                <a:hlinkClick r:id="rId5" action="ppaction://hlinksldjump"/>
              </a:rPr>
              <a:t>Introduction</a:t>
            </a:r>
            <a:endParaRPr lang="en-US" sz="500" b="1" spc="-10" dirty="0">
              <a:solidFill>
                <a:srgbClr val="E2E2E2"/>
              </a:solidFill>
              <a:latin typeface="Arial"/>
              <a:cs typeface="Arial"/>
            </a:endParaRPr>
          </a:p>
          <a:p>
            <a:pPr marL="45085">
              <a:lnSpc>
                <a:spcPct val="100000"/>
              </a:lnSpc>
              <a:spcBef>
                <a:spcPts val="290"/>
              </a:spcBef>
              <a:tabLst>
                <a:tab pos="1461135" algn="l"/>
              </a:tabLst>
            </a:pPr>
            <a:r>
              <a:rPr sz="500" b="1" dirty="0">
                <a:solidFill>
                  <a:srgbClr val="E2E2E2"/>
                </a:solidFill>
                <a:latin typeface="Arial"/>
                <a:cs typeface="Arial"/>
              </a:rPr>
              <a:t>	</a:t>
            </a:r>
            <a:endParaRPr lang="en-US" sz="1000" i="1" spc="-35" dirty="0">
              <a:solidFill>
                <a:srgbClr val="4B81AE"/>
              </a:solidFill>
              <a:latin typeface="Arial"/>
              <a:cs typeface="Arial"/>
            </a:endParaRPr>
          </a:p>
          <a:p>
            <a:pPr marL="12700">
              <a:lnSpc>
                <a:spcPts val="1060"/>
              </a:lnSpc>
            </a:pPr>
            <a:r>
              <a:rPr sz="1000" i="1" spc="-35" dirty="0">
                <a:solidFill>
                  <a:srgbClr val="4B81AE"/>
                </a:solidFill>
                <a:latin typeface="Arial"/>
                <a:cs typeface="Arial"/>
              </a:rPr>
              <a:t>Perceptually</a:t>
            </a:r>
            <a:r>
              <a:rPr sz="1000" i="1" spc="-10" dirty="0">
                <a:solidFill>
                  <a:srgbClr val="4B81AE"/>
                </a:solidFill>
                <a:latin typeface="Arial"/>
                <a:cs typeface="Arial"/>
              </a:rPr>
              <a:t> </a:t>
            </a:r>
            <a:r>
              <a:rPr sz="1000" i="1" spc="-30" dirty="0">
                <a:solidFill>
                  <a:srgbClr val="4B81AE"/>
                </a:solidFill>
                <a:latin typeface="Arial"/>
                <a:cs typeface="Arial"/>
              </a:rPr>
              <a:t>Accurate</a:t>
            </a:r>
            <a:r>
              <a:rPr sz="1000" i="1" spc="-10" dirty="0">
                <a:solidFill>
                  <a:srgbClr val="4B81AE"/>
                </a:solidFill>
                <a:latin typeface="Arial"/>
                <a:cs typeface="Arial"/>
              </a:rPr>
              <a:t> Line </a:t>
            </a:r>
            <a:r>
              <a:rPr sz="1000" i="1" spc="-50" dirty="0">
                <a:solidFill>
                  <a:srgbClr val="4B81AE"/>
                </a:solidFill>
                <a:latin typeface="Arial"/>
                <a:cs typeface="Arial"/>
              </a:rPr>
              <a:t>Segment</a:t>
            </a:r>
            <a:r>
              <a:rPr sz="1000" i="1" spc="-5" dirty="0">
                <a:solidFill>
                  <a:srgbClr val="4B81AE"/>
                </a:solidFill>
                <a:latin typeface="Arial"/>
                <a:cs typeface="Arial"/>
              </a:rPr>
              <a:t> </a:t>
            </a:r>
            <a:r>
              <a:rPr sz="1000" i="1" spc="-10" dirty="0">
                <a:solidFill>
                  <a:srgbClr val="4B81AE"/>
                </a:solidFill>
                <a:latin typeface="Arial"/>
                <a:cs typeface="Arial"/>
              </a:rPr>
              <a:t>Detection</a:t>
            </a:r>
            <a:endParaRPr sz="1000" dirty="0">
              <a:latin typeface="Arial"/>
              <a:cs typeface="Arial"/>
            </a:endParaRPr>
          </a:p>
        </p:txBody>
      </p:sp>
      <p:pic>
        <p:nvPicPr>
          <p:cNvPr id="6" name="object 6"/>
          <p:cNvPicPr/>
          <p:nvPr/>
        </p:nvPicPr>
        <p:blipFill>
          <a:blip r:embed="rId6" cstate="print"/>
          <a:stretch>
            <a:fillRect/>
          </a:stretch>
        </p:blipFill>
        <p:spPr>
          <a:xfrm>
            <a:off x="949462" y="741161"/>
            <a:ext cx="2698052" cy="2136744"/>
          </a:xfrm>
          <a:prstGeom prst="rect">
            <a:avLst/>
          </a:prstGeom>
        </p:spPr>
      </p:pic>
      <p:sp>
        <p:nvSpPr>
          <p:cNvPr id="7" name="object 7"/>
          <p:cNvSpPr/>
          <p:nvPr/>
        </p:nvSpPr>
        <p:spPr>
          <a:xfrm>
            <a:off x="36004" y="2981769"/>
            <a:ext cx="1828800" cy="0"/>
          </a:xfrm>
          <a:custGeom>
            <a:avLst/>
            <a:gdLst/>
            <a:ahLst/>
            <a:cxnLst/>
            <a:rect l="l" t="t" r="r" b="b"/>
            <a:pathLst>
              <a:path w="1828800">
                <a:moveTo>
                  <a:pt x="0" y="0"/>
                </a:moveTo>
                <a:lnTo>
                  <a:pt x="1828800" y="0"/>
                </a:lnTo>
              </a:path>
            </a:pathLst>
          </a:custGeom>
          <a:ln w="5054">
            <a:solidFill>
              <a:srgbClr val="333333"/>
            </a:solidFill>
          </a:ln>
        </p:spPr>
        <p:txBody>
          <a:bodyPr wrap="square" lIns="0" tIns="0" rIns="0" bIns="0" rtlCol="0"/>
          <a:lstStyle/>
          <a:p>
            <a:endParaRPr/>
          </a:p>
        </p:txBody>
      </p:sp>
      <p:sp>
        <p:nvSpPr>
          <p:cNvPr id="8" name="object 8"/>
          <p:cNvSpPr txBox="1"/>
          <p:nvPr/>
        </p:nvSpPr>
        <p:spPr>
          <a:xfrm>
            <a:off x="23304" y="2988050"/>
            <a:ext cx="4536440" cy="301625"/>
          </a:xfrm>
          <a:prstGeom prst="rect">
            <a:avLst/>
          </a:prstGeom>
        </p:spPr>
        <p:txBody>
          <a:bodyPr vert="horz" wrap="square" lIns="0" tIns="12065" rIns="0" bIns="0" rtlCol="0">
            <a:spAutoFit/>
          </a:bodyPr>
          <a:lstStyle/>
          <a:p>
            <a:pPr marL="222885">
              <a:lnSpc>
                <a:spcPct val="100000"/>
              </a:lnSpc>
              <a:spcBef>
                <a:spcPts val="95"/>
              </a:spcBef>
            </a:pPr>
            <a:r>
              <a:rPr sz="900" dirty="0">
                <a:solidFill>
                  <a:srgbClr val="4B81AE"/>
                </a:solidFill>
                <a:latin typeface="Arial MT"/>
                <a:cs typeface="Arial MT"/>
              </a:rPr>
              <a:t>Naila</a:t>
            </a:r>
            <a:r>
              <a:rPr sz="900" spc="-10" dirty="0">
                <a:solidFill>
                  <a:srgbClr val="4B81AE"/>
                </a:solidFill>
                <a:latin typeface="Arial MT"/>
                <a:cs typeface="Arial MT"/>
              </a:rPr>
              <a:t> </a:t>
            </a:r>
            <a:r>
              <a:rPr sz="900" dirty="0">
                <a:solidFill>
                  <a:srgbClr val="4B81AE"/>
                </a:solidFill>
                <a:latin typeface="Arial MT"/>
                <a:cs typeface="Arial MT"/>
              </a:rPr>
              <a:t>Hamid</a:t>
            </a:r>
            <a:r>
              <a:rPr sz="900" spc="-5" dirty="0">
                <a:solidFill>
                  <a:srgbClr val="4B81AE"/>
                </a:solidFill>
                <a:latin typeface="Arial MT"/>
                <a:cs typeface="Arial MT"/>
              </a:rPr>
              <a:t> </a:t>
            </a:r>
            <a:r>
              <a:rPr sz="900" spc="-10" dirty="0">
                <a:solidFill>
                  <a:srgbClr val="4B81AE"/>
                </a:solidFill>
                <a:latin typeface="Arial MT"/>
                <a:cs typeface="Arial MT"/>
              </a:rPr>
              <a:t>and</a:t>
            </a:r>
            <a:r>
              <a:rPr sz="900" spc="-5" dirty="0">
                <a:solidFill>
                  <a:srgbClr val="4B81AE"/>
                </a:solidFill>
                <a:latin typeface="Arial MT"/>
                <a:cs typeface="Arial MT"/>
              </a:rPr>
              <a:t> </a:t>
            </a:r>
            <a:r>
              <a:rPr sz="900" spc="-25" dirty="0">
                <a:solidFill>
                  <a:srgbClr val="4B81AE"/>
                </a:solidFill>
                <a:latin typeface="Arial MT"/>
                <a:cs typeface="Arial MT"/>
              </a:rPr>
              <a:t>Nazar</a:t>
            </a:r>
            <a:r>
              <a:rPr sz="900" spc="-5" dirty="0">
                <a:solidFill>
                  <a:srgbClr val="4B81AE"/>
                </a:solidFill>
                <a:latin typeface="Arial MT"/>
                <a:cs typeface="Arial MT"/>
              </a:rPr>
              <a:t> </a:t>
            </a:r>
            <a:r>
              <a:rPr sz="900" dirty="0">
                <a:solidFill>
                  <a:srgbClr val="4B81AE"/>
                </a:solidFill>
                <a:latin typeface="Arial MT"/>
                <a:cs typeface="Arial MT"/>
              </a:rPr>
              <a:t>Khan.</a:t>
            </a:r>
            <a:r>
              <a:rPr sz="900" spc="75" dirty="0">
                <a:solidFill>
                  <a:srgbClr val="4B81AE"/>
                </a:solidFill>
                <a:latin typeface="Arial MT"/>
                <a:cs typeface="Arial MT"/>
              </a:rPr>
              <a:t> </a:t>
            </a:r>
            <a:r>
              <a:rPr sz="900" dirty="0">
                <a:solidFill>
                  <a:srgbClr val="333333"/>
                </a:solidFill>
                <a:latin typeface="Arial MT"/>
                <a:cs typeface="Arial MT"/>
              </a:rPr>
              <a:t>“LSM:</a:t>
            </a:r>
            <a:r>
              <a:rPr sz="900" spc="-5" dirty="0">
                <a:solidFill>
                  <a:srgbClr val="333333"/>
                </a:solidFill>
                <a:latin typeface="Arial MT"/>
                <a:cs typeface="Arial MT"/>
              </a:rPr>
              <a:t> </a:t>
            </a:r>
            <a:r>
              <a:rPr sz="900" spc="-20" dirty="0">
                <a:solidFill>
                  <a:srgbClr val="333333"/>
                </a:solidFill>
                <a:latin typeface="Arial MT"/>
                <a:cs typeface="Arial MT"/>
              </a:rPr>
              <a:t>perceptually</a:t>
            </a:r>
            <a:r>
              <a:rPr sz="900" spc="-10" dirty="0">
                <a:solidFill>
                  <a:srgbClr val="333333"/>
                </a:solidFill>
                <a:latin typeface="Arial MT"/>
                <a:cs typeface="Arial MT"/>
              </a:rPr>
              <a:t> </a:t>
            </a:r>
            <a:r>
              <a:rPr sz="900" spc="-30" dirty="0">
                <a:solidFill>
                  <a:srgbClr val="333333"/>
                </a:solidFill>
                <a:latin typeface="Arial MT"/>
                <a:cs typeface="Arial MT"/>
              </a:rPr>
              <a:t>accurate</a:t>
            </a:r>
            <a:r>
              <a:rPr sz="900" spc="-5" dirty="0">
                <a:solidFill>
                  <a:srgbClr val="333333"/>
                </a:solidFill>
                <a:latin typeface="Arial MT"/>
                <a:cs typeface="Arial MT"/>
              </a:rPr>
              <a:t> </a:t>
            </a:r>
            <a:r>
              <a:rPr sz="900" dirty="0">
                <a:solidFill>
                  <a:srgbClr val="333333"/>
                </a:solidFill>
                <a:latin typeface="Arial MT"/>
                <a:cs typeface="Arial MT"/>
              </a:rPr>
              <a:t>line</a:t>
            </a:r>
            <a:r>
              <a:rPr sz="900" spc="-5" dirty="0">
                <a:solidFill>
                  <a:srgbClr val="333333"/>
                </a:solidFill>
                <a:latin typeface="Arial MT"/>
                <a:cs typeface="Arial MT"/>
              </a:rPr>
              <a:t> </a:t>
            </a:r>
            <a:r>
              <a:rPr sz="900" spc="-40" dirty="0">
                <a:solidFill>
                  <a:srgbClr val="333333"/>
                </a:solidFill>
                <a:latin typeface="Arial MT"/>
                <a:cs typeface="Arial MT"/>
              </a:rPr>
              <a:t>segment</a:t>
            </a:r>
            <a:r>
              <a:rPr sz="900" spc="-5" dirty="0">
                <a:solidFill>
                  <a:srgbClr val="333333"/>
                </a:solidFill>
                <a:latin typeface="Arial MT"/>
                <a:cs typeface="Arial MT"/>
              </a:rPr>
              <a:t> </a:t>
            </a:r>
            <a:r>
              <a:rPr sz="900" dirty="0">
                <a:solidFill>
                  <a:srgbClr val="333333"/>
                </a:solidFill>
                <a:latin typeface="Arial MT"/>
                <a:cs typeface="Arial MT"/>
              </a:rPr>
              <a:t>merging”.</a:t>
            </a:r>
            <a:r>
              <a:rPr sz="900" spc="405" dirty="0">
                <a:solidFill>
                  <a:srgbClr val="333333"/>
                </a:solidFill>
                <a:latin typeface="Arial MT"/>
                <a:cs typeface="Arial MT"/>
              </a:rPr>
              <a:t> </a:t>
            </a:r>
            <a:r>
              <a:rPr sz="900" spc="-25" dirty="0">
                <a:solidFill>
                  <a:srgbClr val="8AADCA"/>
                </a:solidFill>
                <a:latin typeface="Arial MT"/>
                <a:cs typeface="Arial MT"/>
              </a:rPr>
              <a:t>In:</a:t>
            </a:r>
            <a:endParaRPr sz="900" dirty="0">
              <a:latin typeface="Arial MT"/>
              <a:cs typeface="Arial MT"/>
            </a:endParaRPr>
          </a:p>
          <a:p>
            <a:pPr marL="12700">
              <a:lnSpc>
                <a:spcPct val="100000"/>
              </a:lnSpc>
              <a:spcBef>
                <a:spcPts val="15"/>
              </a:spcBef>
            </a:pPr>
            <a:r>
              <a:rPr sz="900" i="1" spc="-10" dirty="0">
                <a:solidFill>
                  <a:srgbClr val="4B81AE"/>
                </a:solidFill>
                <a:latin typeface="Arial"/>
                <a:cs typeface="Arial"/>
              </a:rPr>
              <a:t>Journal</a:t>
            </a:r>
            <a:r>
              <a:rPr sz="900" i="1" spc="-15" dirty="0">
                <a:solidFill>
                  <a:srgbClr val="4B81AE"/>
                </a:solidFill>
                <a:latin typeface="Arial"/>
                <a:cs typeface="Arial"/>
              </a:rPr>
              <a:t> </a:t>
            </a:r>
            <a:r>
              <a:rPr sz="900" i="1" dirty="0">
                <a:solidFill>
                  <a:srgbClr val="4B81AE"/>
                </a:solidFill>
                <a:latin typeface="Arial"/>
                <a:cs typeface="Arial"/>
              </a:rPr>
              <a:t>of</a:t>
            </a:r>
            <a:r>
              <a:rPr sz="900" i="1" spc="-15" dirty="0">
                <a:solidFill>
                  <a:srgbClr val="4B81AE"/>
                </a:solidFill>
                <a:latin typeface="Arial"/>
                <a:cs typeface="Arial"/>
              </a:rPr>
              <a:t> </a:t>
            </a:r>
            <a:r>
              <a:rPr sz="900" i="1" spc="-10" dirty="0">
                <a:solidFill>
                  <a:srgbClr val="4B81AE"/>
                </a:solidFill>
                <a:latin typeface="Arial"/>
                <a:cs typeface="Arial"/>
              </a:rPr>
              <a:t>Electronic</a:t>
            </a:r>
            <a:r>
              <a:rPr sz="900" i="1" spc="-15" dirty="0">
                <a:solidFill>
                  <a:srgbClr val="4B81AE"/>
                </a:solidFill>
                <a:latin typeface="Arial"/>
                <a:cs typeface="Arial"/>
              </a:rPr>
              <a:t> </a:t>
            </a:r>
            <a:r>
              <a:rPr sz="900" i="1" spc="-20" dirty="0">
                <a:solidFill>
                  <a:srgbClr val="4B81AE"/>
                </a:solidFill>
                <a:latin typeface="Arial"/>
                <a:cs typeface="Arial"/>
              </a:rPr>
              <a:t>Imaging</a:t>
            </a:r>
            <a:r>
              <a:rPr sz="900" i="1" spc="-10" dirty="0">
                <a:solidFill>
                  <a:srgbClr val="4B81AE"/>
                </a:solidFill>
                <a:latin typeface="Arial"/>
                <a:cs typeface="Arial"/>
              </a:rPr>
              <a:t> </a:t>
            </a:r>
            <a:r>
              <a:rPr sz="900" spc="-10" dirty="0">
                <a:solidFill>
                  <a:srgbClr val="8AADCA"/>
                </a:solidFill>
                <a:latin typeface="Arial MT"/>
                <a:cs typeface="Arial MT"/>
              </a:rPr>
              <a:t>25.6</a:t>
            </a:r>
            <a:r>
              <a:rPr sz="900" spc="-15" dirty="0">
                <a:solidFill>
                  <a:srgbClr val="8AADCA"/>
                </a:solidFill>
                <a:latin typeface="Arial MT"/>
                <a:cs typeface="Arial MT"/>
              </a:rPr>
              <a:t> </a:t>
            </a:r>
            <a:r>
              <a:rPr sz="900" spc="-10" dirty="0">
                <a:solidFill>
                  <a:srgbClr val="8AADCA"/>
                </a:solidFill>
                <a:latin typeface="Arial MT"/>
                <a:cs typeface="Arial MT"/>
              </a:rPr>
              <a:t>(2016)</a:t>
            </a:r>
            <a:r>
              <a:rPr sz="900" spc="-10" dirty="0">
                <a:solidFill>
                  <a:srgbClr val="333333"/>
                </a:solidFill>
                <a:latin typeface="Arial MT"/>
                <a:cs typeface="Arial MT"/>
              </a:rPr>
              <a:t>.</a:t>
            </a:r>
            <a:endParaRPr sz="900" dirty="0">
              <a:latin typeface="Arial MT"/>
              <a:cs typeface="Arial MT"/>
            </a:endParaRPr>
          </a:p>
        </p:txBody>
      </p:sp>
      <p:sp>
        <p:nvSpPr>
          <p:cNvPr id="9" name="object 9"/>
          <p:cNvSpPr/>
          <p:nvPr/>
        </p:nvSpPr>
        <p:spPr>
          <a:xfrm>
            <a:off x="68834" y="3308210"/>
            <a:ext cx="4470400" cy="0"/>
          </a:xfrm>
          <a:custGeom>
            <a:avLst/>
            <a:gdLst/>
            <a:ahLst/>
            <a:cxnLst/>
            <a:rect l="l" t="t" r="r" b="b"/>
            <a:pathLst>
              <a:path w="4470400">
                <a:moveTo>
                  <a:pt x="0" y="0"/>
                </a:moveTo>
                <a:lnTo>
                  <a:pt x="4470336" y="0"/>
                </a:lnTo>
              </a:path>
            </a:pathLst>
          </a:custGeom>
          <a:ln w="7594">
            <a:solidFill>
              <a:srgbClr val="4B81AE"/>
            </a:solidFill>
          </a:ln>
        </p:spPr>
        <p:txBody>
          <a:bodyPr wrap="square" lIns="0" tIns="0" rIns="0" bIns="0" rtlCol="0"/>
          <a:lstStyle/>
          <a:p>
            <a:endParaRPr/>
          </a:p>
        </p:txBody>
      </p:sp>
      <p:sp>
        <p:nvSpPr>
          <p:cNvPr id="10" name="object 10"/>
          <p:cNvSpPr txBox="1"/>
          <p:nvPr/>
        </p:nvSpPr>
        <p:spPr>
          <a:xfrm>
            <a:off x="1779498" y="3332022"/>
            <a:ext cx="648335" cy="122555"/>
          </a:xfrm>
          <a:prstGeom prst="rect">
            <a:avLst/>
          </a:prstGeom>
        </p:spPr>
        <p:txBody>
          <a:bodyPr vert="horz" wrap="square" lIns="0" tIns="7620" rIns="0" bIns="0" rtlCol="0">
            <a:spAutoFit/>
          </a:bodyPr>
          <a:lstStyle/>
          <a:p>
            <a:pPr marL="12700">
              <a:lnSpc>
                <a:spcPct val="100000"/>
              </a:lnSpc>
              <a:spcBef>
                <a:spcPts val="60"/>
              </a:spcBef>
            </a:pPr>
            <a:r>
              <a:rPr sz="600" i="1" spc="-20" dirty="0">
                <a:solidFill>
                  <a:srgbClr val="333333"/>
                </a:solidFill>
                <a:latin typeface="Verdana"/>
                <a:cs typeface="Verdana"/>
                <a:hlinkClick r:id="rId7" action="ppaction://hlinksldjump"/>
              </a:rPr>
              <a:t>Computer</a:t>
            </a:r>
            <a:r>
              <a:rPr sz="600" i="1" spc="25" dirty="0">
                <a:solidFill>
                  <a:srgbClr val="333333"/>
                </a:solidFill>
                <a:latin typeface="Verdana"/>
                <a:cs typeface="Verdana"/>
                <a:hlinkClick r:id="rId7" action="ppaction://hlinksldjump"/>
              </a:rPr>
              <a:t> </a:t>
            </a:r>
            <a:r>
              <a:rPr sz="600" i="1" spc="-10" dirty="0">
                <a:solidFill>
                  <a:srgbClr val="333333"/>
                </a:solidFill>
                <a:latin typeface="Verdana"/>
                <a:cs typeface="Verdana"/>
                <a:hlinkClick r:id="rId7" action="ppaction://hlinksldjump"/>
              </a:rPr>
              <a:t>Vision</a:t>
            </a:r>
            <a:endParaRPr sz="600">
              <a:latin typeface="Verdana"/>
              <a:cs typeface="Verdana"/>
            </a:endParaRPr>
          </a:p>
        </p:txBody>
      </p:sp>
      <p:sp>
        <p:nvSpPr>
          <p:cNvPr id="11" name="object 11"/>
          <p:cNvSpPr txBox="1">
            <a:spLocks noGrp="1"/>
          </p:cNvSpPr>
          <p:nvPr>
            <p:ph type="sldNum" sz="quarter" idx="7"/>
          </p:nvPr>
        </p:nvSpPr>
        <p:spPr>
          <a:prstGeom prst="rect">
            <a:avLst/>
          </a:prstGeom>
        </p:spPr>
        <p:txBody>
          <a:bodyPr vert="horz" wrap="square" lIns="0" tIns="7620" rIns="0" bIns="0" rtlCol="0">
            <a:spAutoFit/>
          </a:bodyPr>
          <a:lstStyle/>
          <a:p>
            <a:pPr marL="38100">
              <a:lnSpc>
                <a:spcPct val="100000"/>
              </a:lnSpc>
              <a:spcBef>
                <a:spcPts val="60"/>
              </a:spcBef>
            </a:pPr>
            <a:fld id="{81D60167-4931-47E6-BA6A-407CBD079E47}" type="slidenum">
              <a:rPr spc="-45" dirty="0"/>
              <a:t>31</a:t>
            </a:fld>
            <a:r>
              <a:rPr spc="-90" dirty="0"/>
              <a:t> </a:t>
            </a:r>
            <a:r>
              <a:rPr spc="70" dirty="0"/>
              <a:t>/</a:t>
            </a:r>
            <a:r>
              <a:rPr spc="-85" dirty="0"/>
              <a:t> </a:t>
            </a:r>
            <a:r>
              <a:rPr spc="-25" dirty="0"/>
              <a:t>59</a:t>
            </a:r>
          </a:p>
        </p:txBody>
      </p:sp>
    </p:spTree>
  </p:cSld>
  <p:clrMapOvr>
    <a:masterClrMapping/>
  </p:clrMapOvr>
  <p:transition>
    <p:cut/>
  </p:transition>
</p:sld>
</file>

<file path=ppt/slides/slide32.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object 2"/>
          <p:cNvSpPr txBox="1"/>
          <p:nvPr/>
        </p:nvSpPr>
        <p:spPr>
          <a:xfrm>
            <a:off x="2858214" y="15020"/>
            <a:ext cx="255270" cy="101600"/>
          </a:xfrm>
          <a:prstGeom prst="rect">
            <a:avLst/>
          </a:prstGeom>
        </p:spPr>
        <p:txBody>
          <a:bodyPr vert="horz" wrap="square" lIns="0" tIns="12065" rIns="0" bIns="0" rtlCol="0">
            <a:spAutoFit/>
          </a:bodyPr>
          <a:lstStyle/>
          <a:p>
            <a:pPr marL="12700">
              <a:lnSpc>
                <a:spcPct val="100000"/>
              </a:lnSpc>
              <a:spcBef>
                <a:spcPts val="95"/>
              </a:spcBef>
            </a:pPr>
            <a:r>
              <a:rPr sz="500" b="1" spc="-10" dirty="0">
                <a:solidFill>
                  <a:srgbClr val="E2E2E2"/>
                </a:solidFill>
                <a:latin typeface="Arial"/>
                <a:cs typeface="Arial"/>
                <a:hlinkClick r:id="rId2" action="ppaction://hlinksldjump"/>
              </a:rPr>
              <a:t>Outline</a:t>
            </a:r>
            <a:endParaRPr sz="500">
              <a:latin typeface="Arial"/>
              <a:cs typeface="Arial"/>
            </a:endParaRPr>
          </a:p>
        </p:txBody>
      </p:sp>
      <p:sp>
        <p:nvSpPr>
          <p:cNvPr id="3" name="object 3"/>
          <p:cNvSpPr txBox="1"/>
          <p:nvPr/>
        </p:nvSpPr>
        <p:spPr>
          <a:xfrm>
            <a:off x="4117530" y="15020"/>
            <a:ext cx="434340" cy="101600"/>
          </a:xfrm>
          <a:prstGeom prst="rect">
            <a:avLst/>
          </a:prstGeom>
        </p:spPr>
        <p:txBody>
          <a:bodyPr vert="horz" wrap="square" lIns="0" tIns="12065" rIns="0" bIns="0" rtlCol="0">
            <a:spAutoFit/>
          </a:bodyPr>
          <a:lstStyle/>
          <a:p>
            <a:pPr marL="12700">
              <a:lnSpc>
                <a:spcPct val="100000"/>
              </a:lnSpc>
              <a:spcBef>
                <a:spcPts val="95"/>
              </a:spcBef>
            </a:pPr>
            <a:r>
              <a:rPr sz="500" b="1" spc="-10" dirty="0">
                <a:solidFill>
                  <a:srgbClr val="E2E2E2"/>
                </a:solidFill>
                <a:latin typeface="Arial"/>
                <a:cs typeface="Arial"/>
                <a:hlinkClick r:id="rId3" action="ppaction://hlinksldjump"/>
              </a:rPr>
              <a:t>Administrivia</a:t>
            </a:r>
            <a:endParaRPr sz="500">
              <a:latin typeface="Arial"/>
              <a:cs typeface="Arial"/>
            </a:endParaRPr>
          </a:p>
        </p:txBody>
      </p:sp>
      <p:pic>
        <p:nvPicPr>
          <p:cNvPr id="4" name="object 4"/>
          <p:cNvPicPr/>
          <p:nvPr/>
        </p:nvPicPr>
        <p:blipFill>
          <a:blip r:embed="rId4" cstate="print"/>
          <a:stretch>
            <a:fillRect/>
          </a:stretch>
        </p:blipFill>
        <p:spPr>
          <a:xfrm>
            <a:off x="68833" y="112855"/>
            <a:ext cx="4470399" cy="7591"/>
          </a:xfrm>
          <a:prstGeom prst="rect">
            <a:avLst/>
          </a:prstGeom>
        </p:spPr>
      </p:pic>
      <p:sp>
        <p:nvSpPr>
          <p:cNvPr id="5" name="object 5"/>
          <p:cNvSpPr txBox="1"/>
          <p:nvPr/>
        </p:nvSpPr>
        <p:spPr>
          <a:xfrm>
            <a:off x="23304" y="-9546"/>
            <a:ext cx="2828925" cy="396262"/>
          </a:xfrm>
          <a:prstGeom prst="rect">
            <a:avLst/>
          </a:prstGeom>
        </p:spPr>
        <p:txBody>
          <a:bodyPr vert="horz" wrap="square" lIns="0" tIns="36830" rIns="0" bIns="0" rtlCol="0">
            <a:spAutoFit/>
          </a:bodyPr>
          <a:lstStyle/>
          <a:p>
            <a:pPr marL="45085">
              <a:lnSpc>
                <a:spcPct val="100000"/>
              </a:lnSpc>
              <a:spcBef>
                <a:spcPts val="290"/>
              </a:spcBef>
              <a:tabLst>
                <a:tab pos="1461135" algn="l"/>
              </a:tabLst>
            </a:pPr>
            <a:r>
              <a:rPr sz="500" b="1" spc="-10" dirty="0">
                <a:solidFill>
                  <a:srgbClr val="E2E2E2"/>
                </a:solidFill>
                <a:latin typeface="Arial"/>
                <a:cs typeface="Arial"/>
                <a:hlinkClick r:id="rId5" action="ppaction://hlinksldjump"/>
              </a:rPr>
              <a:t>Introduction</a:t>
            </a:r>
            <a:r>
              <a:rPr sz="500" b="1" dirty="0">
                <a:solidFill>
                  <a:srgbClr val="E2E2E2"/>
                </a:solidFill>
                <a:latin typeface="Arial"/>
                <a:cs typeface="Arial"/>
              </a:rPr>
              <a:t>	</a:t>
            </a:r>
            <a:endParaRPr lang="en-US" sz="500" b="1" dirty="0">
              <a:solidFill>
                <a:srgbClr val="E2E2E2"/>
              </a:solidFill>
              <a:latin typeface="Arial"/>
              <a:cs typeface="Arial"/>
            </a:endParaRPr>
          </a:p>
          <a:p>
            <a:pPr marL="12700">
              <a:lnSpc>
                <a:spcPts val="1060"/>
              </a:lnSpc>
            </a:pPr>
            <a:endParaRPr lang="en-US" sz="1000" i="1" spc="-10" dirty="0">
              <a:solidFill>
                <a:srgbClr val="4B81AE"/>
              </a:solidFill>
              <a:latin typeface="Arial"/>
              <a:cs typeface="Arial"/>
            </a:endParaRPr>
          </a:p>
          <a:p>
            <a:pPr marL="12700">
              <a:lnSpc>
                <a:spcPts val="1060"/>
              </a:lnSpc>
            </a:pPr>
            <a:r>
              <a:rPr sz="1000" i="1" spc="-10" dirty="0">
                <a:solidFill>
                  <a:srgbClr val="4B81AE"/>
                </a:solidFill>
                <a:latin typeface="Arial"/>
                <a:cs typeface="Arial"/>
              </a:rPr>
              <a:t>Digitization</a:t>
            </a:r>
            <a:r>
              <a:rPr sz="1000" i="1" spc="10" dirty="0">
                <a:solidFill>
                  <a:srgbClr val="4B81AE"/>
                </a:solidFill>
                <a:latin typeface="Arial"/>
                <a:cs typeface="Arial"/>
              </a:rPr>
              <a:t> </a:t>
            </a:r>
            <a:r>
              <a:rPr sz="1000" i="1" spc="-20" dirty="0">
                <a:solidFill>
                  <a:srgbClr val="4B81AE"/>
                </a:solidFill>
                <a:latin typeface="Arial"/>
                <a:cs typeface="Arial"/>
              </a:rPr>
              <a:t>and</a:t>
            </a:r>
            <a:r>
              <a:rPr sz="1000" i="1" spc="10" dirty="0">
                <a:solidFill>
                  <a:srgbClr val="4B81AE"/>
                </a:solidFill>
                <a:latin typeface="Arial"/>
                <a:cs typeface="Arial"/>
              </a:rPr>
              <a:t> </a:t>
            </a:r>
            <a:r>
              <a:rPr sz="1000" i="1" spc="-45" dirty="0">
                <a:solidFill>
                  <a:srgbClr val="4B81AE"/>
                </a:solidFill>
                <a:latin typeface="Arial"/>
                <a:cs typeface="Arial"/>
              </a:rPr>
              <a:t>Understanding</a:t>
            </a:r>
            <a:r>
              <a:rPr sz="1000" i="1" spc="10" dirty="0">
                <a:solidFill>
                  <a:srgbClr val="4B81AE"/>
                </a:solidFill>
                <a:latin typeface="Arial"/>
                <a:cs typeface="Arial"/>
              </a:rPr>
              <a:t> </a:t>
            </a:r>
            <a:r>
              <a:rPr sz="1000" i="1" dirty="0">
                <a:solidFill>
                  <a:srgbClr val="4B81AE"/>
                </a:solidFill>
                <a:latin typeface="Arial"/>
                <a:cs typeface="Arial"/>
              </a:rPr>
              <a:t>of</a:t>
            </a:r>
            <a:r>
              <a:rPr sz="1000" i="1" spc="15" dirty="0">
                <a:solidFill>
                  <a:srgbClr val="4B81AE"/>
                </a:solidFill>
                <a:latin typeface="Arial"/>
                <a:cs typeface="Arial"/>
              </a:rPr>
              <a:t> </a:t>
            </a:r>
            <a:r>
              <a:rPr sz="1000" i="1" spc="-45" dirty="0">
                <a:solidFill>
                  <a:srgbClr val="4B81AE"/>
                </a:solidFill>
                <a:latin typeface="Arial"/>
                <a:cs typeface="Arial"/>
              </a:rPr>
              <a:t>Hand-</a:t>
            </a:r>
            <a:r>
              <a:rPr sz="1000" i="1" spc="-30" dirty="0">
                <a:solidFill>
                  <a:srgbClr val="4B81AE"/>
                </a:solidFill>
                <a:latin typeface="Arial"/>
                <a:cs typeface="Arial"/>
              </a:rPr>
              <a:t>drawn</a:t>
            </a:r>
            <a:r>
              <a:rPr sz="1000" i="1" spc="10" dirty="0">
                <a:solidFill>
                  <a:srgbClr val="4B81AE"/>
                </a:solidFill>
                <a:latin typeface="Arial"/>
                <a:cs typeface="Arial"/>
              </a:rPr>
              <a:t> </a:t>
            </a:r>
            <a:r>
              <a:rPr sz="1000" i="1" spc="-20" dirty="0">
                <a:solidFill>
                  <a:srgbClr val="4B81AE"/>
                </a:solidFill>
                <a:latin typeface="Arial"/>
                <a:cs typeface="Arial"/>
              </a:rPr>
              <a:t>Maps</a:t>
            </a:r>
            <a:endParaRPr sz="1000" dirty="0">
              <a:latin typeface="Arial"/>
              <a:cs typeface="Arial"/>
            </a:endParaRPr>
          </a:p>
        </p:txBody>
      </p:sp>
      <p:pic>
        <p:nvPicPr>
          <p:cNvPr id="6" name="object 6"/>
          <p:cNvPicPr/>
          <p:nvPr/>
        </p:nvPicPr>
        <p:blipFill>
          <a:blip r:embed="rId6" cstate="print"/>
          <a:stretch>
            <a:fillRect/>
          </a:stretch>
        </p:blipFill>
        <p:spPr>
          <a:xfrm>
            <a:off x="489597" y="722289"/>
            <a:ext cx="3628916" cy="2415791"/>
          </a:xfrm>
          <a:prstGeom prst="rect">
            <a:avLst/>
          </a:prstGeom>
        </p:spPr>
      </p:pic>
      <p:sp>
        <p:nvSpPr>
          <p:cNvPr id="7" name="object 7"/>
          <p:cNvSpPr/>
          <p:nvPr/>
        </p:nvSpPr>
        <p:spPr>
          <a:xfrm>
            <a:off x="68834" y="3308210"/>
            <a:ext cx="4470400" cy="0"/>
          </a:xfrm>
          <a:custGeom>
            <a:avLst/>
            <a:gdLst/>
            <a:ahLst/>
            <a:cxnLst/>
            <a:rect l="l" t="t" r="r" b="b"/>
            <a:pathLst>
              <a:path w="4470400">
                <a:moveTo>
                  <a:pt x="0" y="0"/>
                </a:moveTo>
                <a:lnTo>
                  <a:pt x="4470336" y="0"/>
                </a:lnTo>
              </a:path>
            </a:pathLst>
          </a:custGeom>
          <a:ln w="7594">
            <a:solidFill>
              <a:srgbClr val="4B81AE"/>
            </a:solidFill>
          </a:ln>
        </p:spPr>
        <p:txBody>
          <a:bodyPr wrap="square" lIns="0" tIns="0" rIns="0" bIns="0" rtlCol="0"/>
          <a:lstStyle/>
          <a:p>
            <a:endParaRPr/>
          </a:p>
        </p:txBody>
      </p:sp>
      <p:sp>
        <p:nvSpPr>
          <p:cNvPr id="8" name="object 8"/>
          <p:cNvSpPr txBox="1"/>
          <p:nvPr/>
        </p:nvSpPr>
        <p:spPr>
          <a:xfrm>
            <a:off x="1779498" y="3332022"/>
            <a:ext cx="648335" cy="122555"/>
          </a:xfrm>
          <a:prstGeom prst="rect">
            <a:avLst/>
          </a:prstGeom>
        </p:spPr>
        <p:txBody>
          <a:bodyPr vert="horz" wrap="square" lIns="0" tIns="7620" rIns="0" bIns="0" rtlCol="0">
            <a:spAutoFit/>
          </a:bodyPr>
          <a:lstStyle/>
          <a:p>
            <a:pPr marL="12700">
              <a:lnSpc>
                <a:spcPct val="100000"/>
              </a:lnSpc>
              <a:spcBef>
                <a:spcPts val="60"/>
              </a:spcBef>
            </a:pPr>
            <a:r>
              <a:rPr sz="600" i="1" spc="-20" dirty="0">
                <a:solidFill>
                  <a:srgbClr val="333333"/>
                </a:solidFill>
                <a:latin typeface="Verdana"/>
                <a:cs typeface="Verdana"/>
                <a:hlinkClick r:id="rId7" action="ppaction://hlinksldjump"/>
              </a:rPr>
              <a:t>Computer</a:t>
            </a:r>
            <a:r>
              <a:rPr sz="600" i="1" spc="25" dirty="0">
                <a:solidFill>
                  <a:srgbClr val="333333"/>
                </a:solidFill>
                <a:latin typeface="Verdana"/>
                <a:cs typeface="Verdana"/>
                <a:hlinkClick r:id="rId7" action="ppaction://hlinksldjump"/>
              </a:rPr>
              <a:t> </a:t>
            </a:r>
            <a:r>
              <a:rPr sz="600" i="1" spc="-10" dirty="0">
                <a:solidFill>
                  <a:srgbClr val="333333"/>
                </a:solidFill>
                <a:latin typeface="Verdana"/>
                <a:cs typeface="Verdana"/>
                <a:hlinkClick r:id="rId7" action="ppaction://hlinksldjump"/>
              </a:rPr>
              <a:t>Vision</a:t>
            </a:r>
            <a:endParaRPr sz="600">
              <a:latin typeface="Verdana"/>
              <a:cs typeface="Verdana"/>
            </a:endParaRPr>
          </a:p>
        </p:txBody>
      </p:sp>
      <p:sp>
        <p:nvSpPr>
          <p:cNvPr id="9" name="object 9"/>
          <p:cNvSpPr txBox="1">
            <a:spLocks noGrp="1"/>
          </p:cNvSpPr>
          <p:nvPr>
            <p:ph type="sldNum" sz="quarter" idx="7"/>
          </p:nvPr>
        </p:nvSpPr>
        <p:spPr>
          <a:prstGeom prst="rect">
            <a:avLst/>
          </a:prstGeom>
        </p:spPr>
        <p:txBody>
          <a:bodyPr vert="horz" wrap="square" lIns="0" tIns="7620" rIns="0" bIns="0" rtlCol="0">
            <a:spAutoFit/>
          </a:bodyPr>
          <a:lstStyle/>
          <a:p>
            <a:pPr marL="38100">
              <a:lnSpc>
                <a:spcPct val="100000"/>
              </a:lnSpc>
              <a:spcBef>
                <a:spcPts val="60"/>
              </a:spcBef>
            </a:pPr>
            <a:fld id="{81D60167-4931-47E6-BA6A-407CBD079E47}" type="slidenum">
              <a:rPr spc="-45" dirty="0"/>
              <a:t>32</a:t>
            </a:fld>
            <a:r>
              <a:rPr spc="-90" dirty="0"/>
              <a:t> </a:t>
            </a:r>
            <a:r>
              <a:rPr spc="70" dirty="0"/>
              <a:t>/</a:t>
            </a:r>
            <a:r>
              <a:rPr spc="-85" dirty="0"/>
              <a:t> </a:t>
            </a:r>
            <a:r>
              <a:rPr spc="-25" dirty="0"/>
              <a:t>59</a:t>
            </a:r>
          </a:p>
        </p:txBody>
      </p:sp>
    </p:spTree>
  </p:cSld>
  <p:clrMapOvr>
    <a:masterClrMapping/>
  </p:clrMapOvr>
  <p:transition>
    <p:cut/>
  </p:transition>
</p:sld>
</file>

<file path=ppt/slides/slide33.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object 2"/>
          <p:cNvSpPr txBox="1"/>
          <p:nvPr/>
        </p:nvSpPr>
        <p:spPr>
          <a:xfrm>
            <a:off x="2858214" y="15020"/>
            <a:ext cx="255270" cy="101600"/>
          </a:xfrm>
          <a:prstGeom prst="rect">
            <a:avLst/>
          </a:prstGeom>
        </p:spPr>
        <p:txBody>
          <a:bodyPr vert="horz" wrap="square" lIns="0" tIns="12065" rIns="0" bIns="0" rtlCol="0">
            <a:spAutoFit/>
          </a:bodyPr>
          <a:lstStyle/>
          <a:p>
            <a:pPr marL="12700">
              <a:lnSpc>
                <a:spcPct val="100000"/>
              </a:lnSpc>
              <a:spcBef>
                <a:spcPts val="95"/>
              </a:spcBef>
            </a:pPr>
            <a:r>
              <a:rPr sz="500" b="1" spc="-10" dirty="0">
                <a:solidFill>
                  <a:srgbClr val="E2E2E2"/>
                </a:solidFill>
                <a:latin typeface="Arial"/>
                <a:cs typeface="Arial"/>
                <a:hlinkClick r:id="rId2" action="ppaction://hlinksldjump"/>
              </a:rPr>
              <a:t>Outline</a:t>
            </a:r>
            <a:endParaRPr sz="500">
              <a:latin typeface="Arial"/>
              <a:cs typeface="Arial"/>
            </a:endParaRPr>
          </a:p>
        </p:txBody>
      </p:sp>
      <p:sp>
        <p:nvSpPr>
          <p:cNvPr id="3" name="object 3"/>
          <p:cNvSpPr txBox="1"/>
          <p:nvPr/>
        </p:nvSpPr>
        <p:spPr>
          <a:xfrm>
            <a:off x="4117530" y="15020"/>
            <a:ext cx="434340" cy="101600"/>
          </a:xfrm>
          <a:prstGeom prst="rect">
            <a:avLst/>
          </a:prstGeom>
        </p:spPr>
        <p:txBody>
          <a:bodyPr vert="horz" wrap="square" lIns="0" tIns="12065" rIns="0" bIns="0" rtlCol="0">
            <a:spAutoFit/>
          </a:bodyPr>
          <a:lstStyle/>
          <a:p>
            <a:pPr marL="12700">
              <a:lnSpc>
                <a:spcPct val="100000"/>
              </a:lnSpc>
              <a:spcBef>
                <a:spcPts val="95"/>
              </a:spcBef>
            </a:pPr>
            <a:r>
              <a:rPr sz="500" b="1" spc="-10" dirty="0">
                <a:solidFill>
                  <a:srgbClr val="E2E2E2"/>
                </a:solidFill>
                <a:latin typeface="Arial"/>
                <a:cs typeface="Arial"/>
                <a:hlinkClick r:id="rId3" action="ppaction://hlinksldjump"/>
              </a:rPr>
              <a:t>Administrivia</a:t>
            </a:r>
            <a:endParaRPr sz="500">
              <a:latin typeface="Arial"/>
              <a:cs typeface="Arial"/>
            </a:endParaRPr>
          </a:p>
        </p:txBody>
      </p:sp>
      <p:pic>
        <p:nvPicPr>
          <p:cNvPr id="4" name="object 4"/>
          <p:cNvPicPr/>
          <p:nvPr/>
        </p:nvPicPr>
        <p:blipFill>
          <a:blip r:embed="rId4" cstate="print"/>
          <a:stretch>
            <a:fillRect/>
          </a:stretch>
        </p:blipFill>
        <p:spPr>
          <a:xfrm>
            <a:off x="68833" y="112855"/>
            <a:ext cx="4470398" cy="7591"/>
          </a:xfrm>
          <a:prstGeom prst="rect">
            <a:avLst/>
          </a:prstGeom>
        </p:spPr>
      </p:pic>
      <p:sp>
        <p:nvSpPr>
          <p:cNvPr id="5" name="object 5"/>
          <p:cNvSpPr txBox="1"/>
          <p:nvPr/>
        </p:nvSpPr>
        <p:spPr>
          <a:xfrm>
            <a:off x="23304" y="-9546"/>
            <a:ext cx="2828925" cy="306494"/>
          </a:xfrm>
          <a:prstGeom prst="rect">
            <a:avLst/>
          </a:prstGeom>
        </p:spPr>
        <p:txBody>
          <a:bodyPr vert="horz" wrap="square" lIns="0" tIns="36830" rIns="0" bIns="0" rtlCol="0">
            <a:spAutoFit/>
          </a:bodyPr>
          <a:lstStyle/>
          <a:p>
            <a:pPr marL="45085">
              <a:lnSpc>
                <a:spcPct val="100000"/>
              </a:lnSpc>
              <a:spcBef>
                <a:spcPts val="290"/>
              </a:spcBef>
              <a:tabLst>
                <a:tab pos="1461135" algn="l"/>
              </a:tabLst>
            </a:pPr>
            <a:r>
              <a:rPr sz="500" b="1" spc="-10" dirty="0">
                <a:solidFill>
                  <a:srgbClr val="E2E2E2"/>
                </a:solidFill>
                <a:latin typeface="Arial"/>
                <a:cs typeface="Arial"/>
                <a:hlinkClick r:id="rId5" action="ppaction://hlinksldjump"/>
              </a:rPr>
              <a:t>Introduction</a:t>
            </a:r>
            <a:r>
              <a:rPr sz="500" b="1" dirty="0">
                <a:solidFill>
                  <a:srgbClr val="E2E2E2"/>
                </a:solidFill>
                <a:latin typeface="Arial"/>
                <a:cs typeface="Arial"/>
              </a:rPr>
              <a:t>	</a:t>
            </a:r>
            <a:endParaRPr lang="en-US" sz="500" b="1" dirty="0">
              <a:solidFill>
                <a:srgbClr val="E2E2E2"/>
              </a:solidFill>
              <a:latin typeface="Arial"/>
              <a:cs typeface="Arial"/>
            </a:endParaRPr>
          </a:p>
          <a:p>
            <a:pPr marL="45085">
              <a:lnSpc>
                <a:spcPct val="100000"/>
              </a:lnSpc>
              <a:spcBef>
                <a:spcPts val="290"/>
              </a:spcBef>
              <a:tabLst>
                <a:tab pos="1461135" algn="l"/>
              </a:tabLst>
            </a:pPr>
            <a:r>
              <a:rPr sz="1000" i="1" spc="-10" dirty="0">
                <a:solidFill>
                  <a:srgbClr val="4B81AE"/>
                </a:solidFill>
                <a:latin typeface="Arial"/>
                <a:cs typeface="Arial"/>
              </a:rPr>
              <a:t>Digitization</a:t>
            </a:r>
            <a:r>
              <a:rPr sz="1000" i="1" spc="10" dirty="0">
                <a:solidFill>
                  <a:srgbClr val="4B81AE"/>
                </a:solidFill>
                <a:latin typeface="Arial"/>
                <a:cs typeface="Arial"/>
              </a:rPr>
              <a:t> </a:t>
            </a:r>
            <a:r>
              <a:rPr sz="1000" i="1" spc="-20" dirty="0">
                <a:solidFill>
                  <a:srgbClr val="4B81AE"/>
                </a:solidFill>
                <a:latin typeface="Arial"/>
                <a:cs typeface="Arial"/>
              </a:rPr>
              <a:t>and</a:t>
            </a:r>
            <a:r>
              <a:rPr sz="1000" i="1" spc="10" dirty="0">
                <a:solidFill>
                  <a:srgbClr val="4B81AE"/>
                </a:solidFill>
                <a:latin typeface="Arial"/>
                <a:cs typeface="Arial"/>
              </a:rPr>
              <a:t> </a:t>
            </a:r>
            <a:r>
              <a:rPr sz="1000" i="1" spc="-45" dirty="0">
                <a:solidFill>
                  <a:srgbClr val="4B81AE"/>
                </a:solidFill>
                <a:latin typeface="Arial"/>
                <a:cs typeface="Arial"/>
              </a:rPr>
              <a:t>Understanding</a:t>
            </a:r>
            <a:r>
              <a:rPr sz="1000" i="1" spc="10" dirty="0">
                <a:solidFill>
                  <a:srgbClr val="4B81AE"/>
                </a:solidFill>
                <a:latin typeface="Arial"/>
                <a:cs typeface="Arial"/>
              </a:rPr>
              <a:t> </a:t>
            </a:r>
            <a:r>
              <a:rPr sz="1000" i="1" dirty="0">
                <a:solidFill>
                  <a:srgbClr val="4B81AE"/>
                </a:solidFill>
                <a:latin typeface="Arial"/>
                <a:cs typeface="Arial"/>
              </a:rPr>
              <a:t>of</a:t>
            </a:r>
            <a:r>
              <a:rPr sz="1000" i="1" spc="15" dirty="0">
                <a:solidFill>
                  <a:srgbClr val="4B81AE"/>
                </a:solidFill>
                <a:latin typeface="Arial"/>
                <a:cs typeface="Arial"/>
              </a:rPr>
              <a:t> </a:t>
            </a:r>
            <a:r>
              <a:rPr sz="1000" i="1" spc="-45" dirty="0">
                <a:solidFill>
                  <a:srgbClr val="4B81AE"/>
                </a:solidFill>
                <a:latin typeface="Arial"/>
                <a:cs typeface="Arial"/>
              </a:rPr>
              <a:t>Hand-</a:t>
            </a:r>
            <a:r>
              <a:rPr sz="1000" i="1" spc="-30" dirty="0">
                <a:solidFill>
                  <a:srgbClr val="4B81AE"/>
                </a:solidFill>
                <a:latin typeface="Arial"/>
                <a:cs typeface="Arial"/>
              </a:rPr>
              <a:t>drawn</a:t>
            </a:r>
            <a:r>
              <a:rPr sz="1000" i="1" spc="10" dirty="0">
                <a:solidFill>
                  <a:srgbClr val="4B81AE"/>
                </a:solidFill>
                <a:latin typeface="Arial"/>
                <a:cs typeface="Arial"/>
              </a:rPr>
              <a:t> </a:t>
            </a:r>
            <a:r>
              <a:rPr sz="1000" i="1" spc="-20" dirty="0">
                <a:solidFill>
                  <a:srgbClr val="4B81AE"/>
                </a:solidFill>
                <a:latin typeface="Arial"/>
                <a:cs typeface="Arial"/>
              </a:rPr>
              <a:t>Maps</a:t>
            </a:r>
            <a:endParaRPr sz="1000" dirty="0">
              <a:latin typeface="Arial"/>
              <a:cs typeface="Arial"/>
            </a:endParaRPr>
          </a:p>
        </p:txBody>
      </p:sp>
      <p:pic>
        <p:nvPicPr>
          <p:cNvPr id="6" name="object 6"/>
          <p:cNvPicPr/>
          <p:nvPr/>
        </p:nvPicPr>
        <p:blipFill>
          <a:blip r:embed="rId6" cstate="print"/>
          <a:stretch>
            <a:fillRect/>
          </a:stretch>
        </p:blipFill>
        <p:spPr>
          <a:xfrm>
            <a:off x="489597" y="732476"/>
            <a:ext cx="3628805" cy="2395419"/>
          </a:xfrm>
          <a:prstGeom prst="rect">
            <a:avLst/>
          </a:prstGeom>
        </p:spPr>
      </p:pic>
      <p:sp>
        <p:nvSpPr>
          <p:cNvPr id="7" name="object 7"/>
          <p:cNvSpPr/>
          <p:nvPr/>
        </p:nvSpPr>
        <p:spPr>
          <a:xfrm>
            <a:off x="68834" y="3308210"/>
            <a:ext cx="4470400" cy="0"/>
          </a:xfrm>
          <a:custGeom>
            <a:avLst/>
            <a:gdLst/>
            <a:ahLst/>
            <a:cxnLst/>
            <a:rect l="l" t="t" r="r" b="b"/>
            <a:pathLst>
              <a:path w="4470400">
                <a:moveTo>
                  <a:pt x="0" y="0"/>
                </a:moveTo>
                <a:lnTo>
                  <a:pt x="4470336" y="0"/>
                </a:lnTo>
              </a:path>
            </a:pathLst>
          </a:custGeom>
          <a:ln w="7594">
            <a:solidFill>
              <a:srgbClr val="4B81AE"/>
            </a:solidFill>
          </a:ln>
        </p:spPr>
        <p:txBody>
          <a:bodyPr wrap="square" lIns="0" tIns="0" rIns="0" bIns="0" rtlCol="0"/>
          <a:lstStyle/>
          <a:p>
            <a:endParaRPr/>
          </a:p>
        </p:txBody>
      </p:sp>
      <p:sp>
        <p:nvSpPr>
          <p:cNvPr id="8" name="object 8"/>
          <p:cNvSpPr txBox="1"/>
          <p:nvPr/>
        </p:nvSpPr>
        <p:spPr>
          <a:xfrm>
            <a:off x="1779498" y="3332022"/>
            <a:ext cx="648335" cy="122555"/>
          </a:xfrm>
          <a:prstGeom prst="rect">
            <a:avLst/>
          </a:prstGeom>
        </p:spPr>
        <p:txBody>
          <a:bodyPr vert="horz" wrap="square" lIns="0" tIns="7620" rIns="0" bIns="0" rtlCol="0">
            <a:spAutoFit/>
          </a:bodyPr>
          <a:lstStyle/>
          <a:p>
            <a:pPr marL="12700">
              <a:lnSpc>
                <a:spcPct val="100000"/>
              </a:lnSpc>
              <a:spcBef>
                <a:spcPts val="60"/>
              </a:spcBef>
            </a:pPr>
            <a:r>
              <a:rPr sz="600" i="1" spc="-20" dirty="0">
                <a:solidFill>
                  <a:srgbClr val="333333"/>
                </a:solidFill>
                <a:latin typeface="Verdana"/>
                <a:cs typeface="Verdana"/>
                <a:hlinkClick r:id="rId7" action="ppaction://hlinksldjump"/>
              </a:rPr>
              <a:t>Computer</a:t>
            </a:r>
            <a:r>
              <a:rPr sz="600" i="1" spc="25" dirty="0">
                <a:solidFill>
                  <a:srgbClr val="333333"/>
                </a:solidFill>
                <a:latin typeface="Verdana"/>
                <a:cs typeface="Verdana"/>
                <a:hlinkClick r:id="rId7" action="ppaction://hlinksldjump"/>
              </a:rPr>
              <a:t> </a:t>
            </a:r>
            <a:r>
              <a:rPr sz="600" i="1" spc="-10" dirty="0">
                <a:solidFill>
                  <a:srgbClr val="333333"/>
                </a:solidFill>
                <a:latin typeface="Verdana"/>
                <a:cs typeface="Verdana"/>
                <a:hlinkClick r:id="rId7" action="ppaction://hlinksldjump"/>
              </a:rPr>
              <a:t>Vision</a:t>
            </a:r>
            <a:endParaRPr sz="600">
              <a:latin typeface="Verdana"/>
              <a:cs typeface="Verdana"/>
            </a:endParaRPr>
          </a:p>
        </p:txBody>
      </p:sp>
      <p:sp>
        <p:nvSpPr>
          <p:cNvPr id="9" name="object 9"/>
          <p:cNvSpPr txBox="1">
            <a:spLocks noGrp="1"/>
          </p:cNvSpPr>
          <p:nvPr>
            <p:ph type="sldNum" sz="quarter" idx="7"/>
          </p:nvPr>
        </p:nvSpPr>
        <p:spPr>
          <a:prstGeom prst="rect">
            <a:avLst/>
          </a:prstGeom>
        </p:spPr>
        <p:txBody>
          <a:bodyPr vert="horz" wrap="square" lIns="0" tIns="7620" rIns="0" bIns="0" rtlCol="0">
            <a:spAutoFit/>
          </a:bodyPr>
          <a:lstStyle/>
          <a:p>
            <a:pPr marL="38100">
              <a:lnSpc>
                <a:spcPct val="100000"/>
              </a:lnSpc>
              <a:spcBef>
                <a:spcPts val="60"/>
              </a:spcBef>
            </a:pPr>
            <a:fld id="{81D60167-4931-47E6-BA6A-407CBD079E47}" type="slidenum">
              <a:rPr spc="-45" dirty="0"/>
              <a:t>33</a:t>
            </a:fld>
            <a:r>
              <a:rPr spc="-90" dirty="0"/>
              <a:t> </a:t>
            </a:r>
            <a:r>
              <a:rPr spc="70" dirty="0"/>
              <a:t>/</a:t>
            </a:r>
            <a:r>
              <a:rPr spc="-85" dirty="0"/>
              <a:t> </a:t>
            </a:r>
            <a:r>
              <a:rPr spc="-25" dirty="0"/>
              <a:t>59</a:t>
            </a:r>
          </a:p>
        </p:txBody>
      </p:sp>
    </p:spTree>
  </p:cSld>
  <p:clrMapOvr>
    <a:masterClrMapping/>
  </p:clrMapOvr>
  <p:transition>
    <p:cut/>
  </p:transition>
</p:sld>
</file>

<file path=ppt/slides/slide34.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object 2"/>
          <p:cNvSpPr txBox="1"/>
          <p:nvPr/>
        </p:nvSpPr>
        <p:spPr>
          <a:xfrm>
            <a:off x="2858214" y="15020"/>
            <a:ext cx="255270" cy="101600"/>
          </a:xfrm>
          <a:prstGeom prst="rect">
            <a:avLst/>
          </a:prstGeom>
        </p:spPr>
        <p:txBody>
          <a:bodyPr vert="horz" wrap="square" lIns="0" tIns="12065" rIns="0" bIns="0" rtlCol="0">
            <a:spAutoFit/>
          </a:bodyPr>
          <a:lstStyle/>
          <a:p>
            <a:pPr marL="12700">
              <a:lnSpc>
                <a:spcPct val="100000"/>
              </a:lnSpc>
              <a:spcBef>
                <a:spcPts val="95"/>
              </a:spcBef>
            </a:pPr>
            <a:r>
              <a:rPr sz="500" b="1" spc="-10" dirty="0">
                <a:solidFill>
                  <a:srgbClr val="E2E2E2"/>
                </a:solidFill>
                <a:latin typeface="Arial"/>
                <a:cs typeface="Arial"/>
                <a:hlinkClick r:id="rId2" action="ppaction://hlinksldjump"/>
              </a:rPr>
              <a:t>Outline</a:t>
            </a:r>
            <a:endParaRPr sz="500">
              <a:latin typeface="Arial"/>
              <a:cs typeface="Arial"/>
            </a:endParaRPr>
          </a:p>
        </p:txBody>
      </p:sp>
      <p:sp>
        <p:nvSpPr>
          <p:cNvPr id="3" name="object 3"/>
          <p:cNvSpPr txBox="1"/>
          <p:nvPr/>
        </p:nvSpPr>
        <p:spPr>
          <a:xfrm>
            <a:off x="4117530" y="15020"/>
            <a:ext cx="434340" cy="101600"/>
          </a:xfrm>
          <a:prstGeom prst="rect">
            <a:avLst/>
          </a:prstGeom>
        </p:spPr>
        <p:txBody>
          <a:bodyPr vert="horz" wrap="square" lIns="0" tIns="12065" rIns="0" bIns="0" rtlCol="0">
            <a:spAutoFit/>
          </a:bodyPr>
          <a:lstStyle/>
          <a:p>
            <a:pPr marL="12700">
              <a:lnSpc>
                <a:spcPct val="100000"/>
              </a:lnSpc>
              <a:spcBef>
                <a:spcPts val="95"/>
              </a:spcBef>
            </a:pPr>
            <a:r>
              <a:rPr sz="500" b="1" spc="-10" dirty="0">
                <a:solidFill>
                  <a:srgbClr val="E2E2E2"/>
                </a:solidFill>
                <a:latin typeface="Arial"/>
                <a:cs typeface="Arial"/>
                <a:hlinkClick r:id="rId3" action="ppaction://hlinksldjump"/>
              </a:rPr>
              <a:t>Administrivia</a:t>
            </a:r>
            <a:endParaRPr sz="500">
              <a:latin typeface="Arial"/>
              <a:cs typeface="Arial"/>
            </a:endParaRPr>
          </a:p>
        </p:txBody>
      </p:sp>
      <p:pic>
        <p:nvPicPr>
          <p:cNvPr id="4" name="object 4"/>
          <p:cNvPicPr/>
          <p:nvPr/>
        </p:nvPicPr>
        <p:blipFill>
          <a:blip r:embed="rId4" cstate="print"/>
          <a:stretch>
            <a:fillRect/>
          </a:stretch>
        </p:blipFill>
        <p:spPr>
          <a:xfrm>
            <a:off x="68833" y="112855"/>
            <a:ext cx="4470398" cy="7591"/>
          </a:xfrm>
          <a:prstGeom prst="rect">
            <a:avLst/>
          </a:prstGeom>
        </p:spPr>
      </p:pic>
      <p:sp>
        <p:nvSpPr>
          <p:cNvPr id="5" name="object 5"/>
          <p:cNvSpPr txBox="1"/>
          <p:nvPr/>
        </p:nvSpPr>
        <p:spPr>
          <a:xfrm>
            <a:off x="23304" y="-9546"/>
            <a:ext cx="1830705" cy="332463"/>
          </a:xfrm>
          <a:prstGeom prst="rect">
            <a:avLst/>
          </a:prstGeom>
        </p:spPr>
        <p:txBody>
          <a:bodyPr vert="horz" wrap="square" lIns="0" tIns="36830" rIns="0" bIns="0" rtlCol="0">
            <a:spAutoFit/>
          </a:bodyPr>
          <a:lstStyle/>
          <a:p>
            <a:pPr marL="45085">
              <a:lnSpc>
                <a:spcPct val="100000"/>
              </a:lnSpc>
              <a:spcBef>
                <a:spcPts val="290"/>
              </a:spcBef>
              <a:tabLst>
                <a:tab pos="1461135" algn="l"/>
              </a:tabLst>
            </a:pPr>
            <a:r>
              <a:rPr sz="500" b="1" spc="-10" dirty="0">
                <a:solidFill>
                  <a:srgbClr val="E2E2E2"/>
                </a:solidFill>
                <a:latin typeface="Arial"/>
                <a:cs typeface="Arial"/>
                <a:hlinkClick r:id="rId5" action="ppaction://hlinksldjump"/>
              </a:rPr>
              <a:t>Introduction</a:t>
            </a:r>
            <a:r>
              <a:rPr sz="500" b="1" dirty="0">
                <a:solidFill>
                  <a:srgbClr val="E2E2E2"/>
                </a:solidFill>
                <a:latin typeface="Arial"/>
                <a:cs typeface="Arial"/>
              </a:rPr>
              <a:t>	</a:t>
            </a:r>
            <a:endParaRPr sz="500" dirty="0">
              <a:latin typeface="Arial"/>
              <a:cs typeface="Arial"/>
            </a:endParaRPr>
          </a:p>
          <a:p>
            <a:pPr marL="12700">
              <a:lnSpc>
                <a:spcPts val="1300"/>
              </a:lnSpc>
              <a:spcBef>
                <a:spcPts val="459"/>
              </a:spcBef>
            </a:pPr>
            <a:r>
              <a:rPr sz="1000" i="1" dirty="0">
                <a:solidFill>
                  <a:srgbClr val="4B81AE"/>
                </a:solidFill>
                <a:latin typeface="Arial"/>
                <a:cs typeface="Arial"/>
              </a:rPr>
              <a:t>Map</a:t>
            </a:r>
            <a:r>
              <a:rPr sz="1000" i="1" spc="-45" dirty="0">
                <a:solidFill>
                  <a:srgbClr val="4B81AE"/>
                </a:solidFill>
                <a:latin typeface="Arial"/>
                <a:cs typeface="Arial"/>
              </a:rPr>
              <a:t> </a:t>
            </a:r>
            <a:r>
              <a:rPr sz="1000" i="1" spc="-10" dirty="0">
                <a:solidFill>
                  <a:srgbClr val="4B81AE"/>
                </a:solidFill>
                <a:latin typeface="Arial"/>
                <a:cs typeface="Arial"/>
              </a:rPr>
              <a:t>Stitching </a:t>
            </a:r>
            <a:r>
              <a:rPr sz="1000" i="1" spc="-90" dirty="0">
                <a:solidFill>
                  <a:srgbClr val="4B81AE"/>
                </a:solidFill>
                <a:latin typeface="Arial"/>
                <a:cs typeface="Arial"/>
              </a:rPr>
              <a:t>as</a:t>
            </a:r>
            <a:r>
              <a:rPr sz="1000" i="1" spc="20" dirty="0">
                <a:solidFill>
                  <a:srgbClr val="4B81AE"/>
                </a:solidFill>
                <a:latin typeface="Arial"/>
                <a:cs typeface="Arial"/>
              </a:rPr>
              <a:t> </a:t>
            </a:r>
            <a:r>
              <a:rPr sz="1000" i="1" dirty="0">
                <a:solidFill>
                  <a:srgbClr val="4B81AE"/>
                </a:solidFill>
                <a:latin typeface="Arial"/>
                <a:cs typeface="Arial"/>
              </a:rPr>
              <a:t>a</a:t>
            </a:r>
            <a:r>
              <a:rPr sz="1000" i="1" spc="-10" dirty="0">
                <a:solidFill>
                  <a:srgbClr val="4B81AE"/>
                </a:solidFill>
                <a:latin typeface="Arial"/>
                <a:cs typeface="Arial"/>
              </a:rPr>
              <a:t> </a:t>
            </a:r>
            <a:r>
              <a:rPr sz="1000" i="1" spc="-50" dirty="0">
                <a:solidFill>
                  <a:srgbClr val="4B81AE"/>
                </a:solidFill>
                <a:latin typeface="Arial"/>
                <a:cs typeface="Arial"/>
              </a:rPr>
              <a:t>Jigsaw</a:t>
            </a:r>
            <a:r>
              <a:rPr sz="1000" i="1" spc="-10" dirty="0">
                <a:solidFill>
                  <a:srgbClr val="4B81AE"/>
                </a:solidFill>
                <a:latin typeface="Arial"/>
                <a:cs typeface="Arial"/>
              </a:rPr>
              <a:t> Puzzle</a:t>
            </a:r>
            <a:endParaRPr sz="1000" dirty="0">
              <a:latin typeface="Arial"/>
              <a:cs typeface="Arial"/>
            </a:endParaRPr>
          </a:p>
        </p:txBody>
      </p:sp>
      <p:pic>
        <p:nvPicPr>
          <p:cNvPr id="6" name="object 6"/>
          <p:cNvPicPr/>
          <p:nvPr/>
        </p:nvPicPr>
        <p:blipFill>
          <a:blip r:embed="rId6" cstate="print"/>
          <a:stretch>
            <a:fillRect/>
          </a:stretch>
        </p:blipFill>
        <p:spPr>
          <a:xfrm>
            <a:off x="125120" y="758414"/>
            <a:ext cx="1360811" cy="1367514"/>
          </a:xfrm>
          <a:prstGeom prst="rect">
            <a:avLst/>
          </a:prstGeom>
        </p:spPr>
      </p:pic>
      <p:pic>
        <p:nvPicPr>
          <p:cNvPr id="7" name="object 7"/>
          <p:cNvPicPr/>
          <p:nvPr/>
        </p:nvPicPr>
        <p:blipFill>
          <a:blip r:embed="rId7" cstate="print"/>
          <a:stretch>
            <a:fillRect/>
          </a:stretch>
        </p:blipFill>
        <p:spPr>
          <a:xfrm>
            <a:off x="1623593" y="765118"/>
            <a:ext cx="1360811" cy="1360811"/>
          </a:xfrm>
          <a:prstGeom prst="rect">
            <a:avLst/>
          </a:prstGeom>
        </p:spPr>
      </p:pic>
      <p:pic>
        <p:nvPicPr>
          <p:cNvPr id="8" name="object 8"/>
          <p:cNvPicPr/>
          <p:nvPr/>
        </p:nvPicPr>
        <p:blipFill>
          <a:blip r:embed="rId8" cstate="print"/>
          <a:stretch>
            <a:fillRect/>
          </a:stretch>
        </p:blipFill>
        <p:spPr>
          <a:xfrm>
            <a:off x="3122066" y="771725"/>
            <a:ext cx="1360809" cy="1354204"/>
          </a:xfrm>
          <a:prstGeom prst="rect">
            <a:avLst/>
          </a:prstGeom>
        </p:spPr>
      </p:pic>
      <p:sp>
        <p:nvSpPr>
          <p:cNvPr id="9" name="object 9"/>
          <p:cNvSpPr/>
          <p:nvPr/>
        </p:nvSpPr>
        <p:spPr>
          <a:xfrm>
            <a:off x="68834" y="3308210"/>
            <a:ext cx="4470400" cy="0"/>
          </a:xfrm>
          <a:custGeom>
            <a:avLst/>
            <a:gdLst/>
            <a:ahLst/>
            <a:cxnLst/>
            <a:rect l="l" t="t" r="r" b="b"/>
            <a:pathLst>
              <a:path w="4470400">
                <a:moveTo>
                  <a:pt x="0" y="0"/>
                </a:moveTo>
                <a:lnTo>
                  <a:pt x="4470336" y="0"/>
                </a:lnTo>
              </a:path>
            </a:pathLst>
          </a:custGeom>
          <a:ln w="7594">
            <a:solidFill>
              <a:srgbClr val="4B81AE"/>
            </a:solidFill>
          </a:ln>
        </p:spPr>
        <p:txBody>
          <a:bodyPr wrap="square" lIns="0" tIns="0" rIns="0" bIns="0" rtlCol="0"/>
          <a:lstStyle/>
          <a:p>
            <a:endParaRPr/>
          </a:p>
        </p:txBody>
      </p:sp>
      <p:sp>
        <p:nvSpPr>
          <p:cNvPr id="10" name="object 10"/>
          <p:cNvSpPr txBox="1"/>
          <p:nvPr/>
        </p:nvSpPr>
        <p:spPr>
          <a:xfrm>
            <a:off x="1779498" y="3332022"/>
            <a:ext cx="648335" cy="122555"/>
          </a:xfrm>
          <a:prstGeom prst="rect">
            <a:avLst/>
          </a:prstGeom>
        </p:spPr>
        <p:txBody>
          <a:bodyPr vert="horz" wrap="square" lIns="0" tIns="7620" rIns="0" bIns="0" rtlCol="0">
            <a:spAutoFit/>
          </a:bodyPr>
          <a:lstStyle/>
          <a:p>
            <a:pPr marL="12700">
              <a:lnSpc>
                <a:spcPct val="100000"/>
              </a:lnSpc>
              <a:spcBef>
                <a:spcPts val="60"/>
              </a:spcBef>
            </a:pPr>
            <a:r>
              <a:rPr sz="600" i="1" spc="-20" dirty="0">
                <a:solidFill>
                  <a:srgbClr val="333333"/>
                </a:solidFill>
                <a:latin typeface="Verdana"/>
                <a:cs typeface="Verdana"/>
                <a:hlinkClick r:id="rId9" action="ppaction://hlinksldjump"/>
              </a:rPr>
              <a:t>Computer</a:t>
            </a:r>
            <a:r>
              <a:rPr sz="600" i="1" spc="25" dirty="0">
                <a:solidFill>
                  <a:srgbClr val="333333"/>
                </a:solidFill>
                <a:latin typeface="Verdana"/>
                <a:cs typeface="Verdana"/>
                <a:hlinkClick r:id="rId9" action="ppaction://hlinksldjump"/>
              </a:rPr>
              <a:t> </a:t>
            </a:r>
            <a:r>
              <a:rPr sz="600" i="1" spc="-10" dirty="0">
                <a:solidFill>
                  <a:srgbClr val="333333"/>
                </a:solidFill>
                <a:latin typeface="Verdana"/>
                <a:cs typeface="Verdana"/>
                <a:hlinkClick r:id="rId9" action="ppaction://hlinksldjump"/>
              </a:rPr>
              <a:t>Vision</a:t>
            </a:r>
            <a:endParaRPr sz="600">
              <a:latin typeface="Verdana"/>
              <a:cs typeface="Verdana"/>
            </a:endParaRPr>
          </a:p>
        </p:txBody>
      </p:sp>
      <p:sp>
        <p:nvSpPr>
          <p:cNvPr id="11" name="object 11"/>
          <p:cNvSpPr txBox="1">
            <a:spLocks noGrp="1"/>
          </p:cNvSpPr>
          <p:nvPr>
            <p:ph type="sldNum" sz="quarter" idx="7"/>
          </p:nvPr>
        </p:nvSpPr>
        <p:spPr>
          <a:prstGeom prst="rect">
            <a:avLst/>
          </a:prstGeom>
        </p:spPr>
        <p:txBody>
          <a:bodyPr vert="horz" wrap="square" lIns="0" tIns="7620" rIns="0" bIns="0" rtlCol="0">
            <a:spAutoFit/>
          </a:bodyPr>
          <a:lstStyle/>
          <a:p>
            <a:pPr marL="38100">
              <a:lnSpc>
                <a:spcPct val="100000"/>
              </a:lnSpc>
              <a:spcBef>
                <a:spcPts val="60"/>
              </a:spcBef>
            </a:pPr>
            <a:fld id="{81D60167-4931-47E6-BA6A-407CBD079E47}" type="slidenum">
              <a:rPr spc="-45" dirty="0"/>
              <a:t>34</a:t>
            </a:fld>
            <a:r>
              <a:rPr spc="-90" dirty="0"/>
              <a:t> </a:t>
            </a:r>
            <a:r>
              <a:rPr spc="70" dirty="0"/>
              <a:t>/</a:t>
            </a:r>
            <a:r>
              <a:rPr spc="-85" dirty="0"/>
              <a:t> </a:t>
            </a:r>
            <a:r>
              <a:rPr spc="-25" dirty="0"/>
              <a:t>59</a:t>
            </a:r>
          </a:p>
        </p:txBody>
      </p:sp>
    </p:spTree>
  </p:cSld>
  <p:clrMapOvr>
    <a:masterClrMapping/>
  </p:clrMapOvr>
  <p:transition>
    <p:cut/>
  </p:transition>
</p:sld>
</file>

<file path=ppt/slides/slide35.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object 2"/>
          <p:cNvSpPr txBox="1"/>
          <p:nvPr/>
        </p:nvSpPr>
        <p:spPr>
          <a:xfrm>
            <a:off x="2858214" y="15020"/>
            <a:ext cx="255270" cy="101600"/>
          </a:xfrm>
          <a:prstGeom prst="rect">
            <a:avLst/>
          </a:prstGeom>
        </p:spPr>
        <p:txBody>
          <a:bodyPr vert="horz" wrap="square" lIns="0" tIns="12065" rIns="0" bIns="0" rtlCol="0">
            <a:spAutoFit/>
          </a:bodyPr>
          <a:lstStyle/>
          <a:p>
            <a:pPr marL="12700">
              <a:lnSpc>
                <a:spcPct val="100000"/>
              </a:lnSpc>
              <a:spcBef>
                <a:spcPts val="95"/>
              </a:spcBef>
            </a:pPr>
            <a:r>
              <a:rPr sz="500" b="1" spc="-10" dirty="0">
                <a:solidFill>
                  <a:srgbClr val="E2E2E2"/>
                </a:solidFill>
                <a:latin typeface="Arial"/>
                <a:cs typeface="Arial"/>
                <a:hlinkClick r:id="rId2" action="ppaction://hlinksldjump"/>
              </a:rPr>
              <a:t>Outline</a:t>
            </a:r>
            <a:endParaRPr sz="500">
              <a:latin typeface="Arial"/>
              <a:cs typeface="Arial"/>
            </a:endParaRPr>
          </a:p>
        </p:txBody>
      </p:sp>
      <p:sp>
        <p:nvSpPr>
          <p:cNvPr id="3" name="object 3"/>
          <p:cNvSpPr txBox="1"/>
          <p:nvPr/>
        </p:nvSpPr>
        <p:spPr>
          <a:xfrm>
            <a:off x="4117530" y="15020"/>
            <a:ext cx="434340" cy="101600"/>
          </a:xfrm>
          <a:prstGeom prst="rect">
            <a:avLst/>
          </a:prstGeom>
        </p:spPr>
        <p:txBody>
          <a:bodyPr vert="horz" wrap="square" lIns="0" tIns="12065" rIns="0" bIns="0" rtlCol="0">
            <a:spAutoFit/>
          </a:bodyPr>
          <a:lstStyle/>
          <a:p>
            <a:pPr marL="12700">
              <a:lnSpc>
                <a:spcPct val="100000"/>
              </a:lnSpc>
              <a:spcBef>
                <a:spcPts val="95"/>
              </a:spcBef>
            </a:pPr>
            <a:r>
              <a:rPr sz="500" b="1" spc="-10" dirty="0">
                <a:solidFill>
                  <a:srgbClr val="E2E2E2"/>
                </a:solidFill>
                <a:latin typeface="Arial"/>
                <a:cs typeface="Arial"/>
                <a:hlinkClick r:id="rId3" action="ppaction://hlinksldjump"/>
              </a:rPr>
              <a:t>Administrivia</a:t>
            </a:r>
            <a:endParaRPr sz="500">
              <a:latin typeface="Arial"/>
              <a:cs typeface="Arial"/>
            </a:endParaRPr>
          </a:p>
        </p:txBody>
      </p:sp>
      <p:pic>
        <p:nvPicPr>
          <p:cNvPr id="4" name="object 4"/>
          <p:cNvPicPr/>
          <p:nvPr/>
        </p:nvPicPr>
        <p:blipFill>
          <a:blip r:embed="rId4" cstate="print"/>
          <a:stretch>
            <a:fillRect/>
          </a:stretch>
        </p:blipFill>
        <p:spPr>
          <a:xfrm>
            <a:off x="68834" y="112855"/>
            <a:ext cx="4470398" cy="7591"/>
          </a:xfrm>
          <a:prstGeom prst="rect">
            <a:avLst/>
          </a:prstGeom>
        </p:spPr>
      </p:pic>
      <p:sp>
        <p:nvSpPr>
          <p:cNvPr id="5" name="object 5"/>
          <p:cNvSpPr txBox="1"/>
          <p:nvPr/>
        </p:nvSpPr>
        <p:spPr>
          <a:xfrm>
            <a:off x="23304" y="-14801"/>
            <a:ext cx="1830705" cy="255198"/>
          </a:xfrm>
          <a:prstGeom prst="rect">
            <a:avLst/>
          </a:prstGeom>
        </p:spPr>
        <p:txBody>
          <a:bodyPr vert="horz" wrap="square" lIns="0" tIns="36830" rIns="0" bIns="0" rtlCol="0">
            <a:spAutoFit/>
          </a:bodyPr>
          <a:lstStyle/>
          <a:p>
            <a:pPr marL="45085">
              <a:lnSpc>
                <a:spcPct val="100000"/>
              </a:lnSpc>
              <a:spcBef>
                <a:spcPts val="290"/>
              </a:spcBef>
              <a:tabLst>
                <a:tab pos="1461135" algn="l"/>
              </a:tabLst>
            </a:pPr>
            <a:r>
              <a:rPr sz="500" b="1" spc="-10" dirty="0">
                <a:solidFill>
                  <a:srgbClr val="E2E2E2"/>
                </a:solidFill>
                <a:latin typeface="Arial"/>
                <a:cs typeface="Arial"/>
                <a:hlinkClick r:id="rId5" action="ppaction://hlinksldjump"/>
              </a:rPr>
              <a:t>Introduction</a:t>
            </a:r>
            <a:r>
              <a:rPr sz="500" b="1" dirty="0">
                <a:solidFill>
                  <a:srgbClr val="E2E2E2"/>
                </a:solidFill>
                <a:latin typeface="Arial"/>
                <a:cs typeface="Arial"/>
              </a:rPr>
              <a:t>	</a:t>
            </a:r>
            <a:endParaRPr sz="500" dirty="0">
              <a:latin typeface="Arial"/>
              <a:cs typeface="Arial"/>
            </a:endParaRPr>
          </a:p>
          <a:p>
            <a:pPr marL="12700">
              <a:lnSpc>
                <a:spcPts val="1060"/>
              </a:lnSpc>
            </a:pPr>
            <a:r>
              <a:rPr sz="1000" i="1" dirty="0">
                <a:solidFill>
                  <a:srgbClr val="4B81AE"/>
                </a:solidFill>
                <a:latin typeface="Arial"/>
                <a:cs typeface="Arial"/>
              </a:rPr>
              <a:t>Map</a:t>
            </a:r>
            <a:r>
              <a:rPr sz="1000" i="1" spc="-45" dirty="0">
                <a:solidFill>
                  <a:srgbClr val="4B81AE"/>
                </a:solidFill>
                <a:latin typeface="Arial"/>
                <a:cs typeface="Arial"/>
              </a:rPr>
              <a:t> </a:t>
            </a:r>
            <a:r>
              <a:rPr sz="1000" i="1" spc="-10" dirty="0">
                <a:solidFill>
                  <a:srgbClr val="4B81AE"/>
                </a:solidFill>
                <a:latin typeface="Arial"/>
                <a:cs typeface="Arial"/>
              </a:rPr>
              <a:t>Stitching </a:t>
            </a:r>
            <a:r>
              <a:rPr sz="1000" i="1" spc="-90" dirty="0">
                <a:solidFill>
                  <a:srgbClr val="4B81AE"/>
                </a:solidFill>
                <a:latin typeface="Arial"/>
                <a:cs typeface="Arial"/>
              </a:rPr>
              <a:t>as</a:t>
            </a:r>
            <a:r>
              <a:rPr sz="1000" i="1" spc="20" dirty="0">
                <a:solidFill>
                  <a:srgbClr val="4B81AE"/>
                </a:solidFill>
                <a:latin typeface="Arial"/>
                <a:cs typeface="Arial"/>
              </a:rPr>
              <a:t> </a:t>
            </a:r>
            <a:r>
              <a:rPr sz="1000" i="1" dirty="0">
                <a:solidFill>
                  <a:srgbClr val="4B81AE"/>
                </a:solidFill>
                <a:latin typeface="Arial"/>
                <a:cs typeface="Arial"/>
              </a:rPr>
              <a:t>a</a:t>
            </a:r>
            <a:r>
              <a:rPr sz="1000" i="1" spc="-10" dirty="0">
                <a:solidFill>
                  <a:srgbClr val="4B81AE"/>
                </a:solidFill>
                <a:latin typeface="Arial"/>
                <a:cs typeface="Arial"/>
              </a:rPr>
              <a:t> </a:t>
            </a:r>
            <a:r>
              <a:rPr sz="1000" i="1" spc="-50" dirty="0">
                <a:solidFill>
                  <a:srgbClr val="4B81AE"/>
                </a:solidFill>
                <a:latin typeface="Arial"/>
                <a:cs typeface="Arial"/>
              </a:rPr>
              <a:t>Jigsaw</a:t>
            </a:r>
            <a:r>
              <a:rPr sz="1000" i="1" spc="-10" dirty="0">
                <a:solidFill>
                  <a:srgbClr val="4B81AE"/>
                </a:solidFill>
                <a:latin typeface="Arial"/>
                <a:cs typeface="Arial"/>
              </a:rPr>
              <a:t> Puzzle</a:t>
            </a:r>
            <a:endParaRPr sz="1000" dirty="0">
              <a:latin typeface="Arial"/>
              <a:cs typeface="Arial"/>
            </a:endParaRPr>
          </a:p>
        </p:txBody>
      </p:sp>
      <p:pic>
        <p:nvPicPr>
          <p:cNvPr id="6" name="object 6"/>
          <p:cNvPicPr/>
          <p:nvPr/>
        </p:nvPicPr>
        <p:blipFill>
          <a:blip r:embed="rId6" cstate="print"/>
          <a:stretch>
            <a:fillRect/>
          </a:stretch>
        </p:blipFill>
        <p:spPr>
          <a:xfrm>
            <a:off x="1056589" y="699455"/>
            <a:ext cx="2494861" cy="2461447"/>
          </a:xfrm>
          <a:prstGeom prst="rect">
            <a:avLst/>
          </a:prstGeom>
        </p:spPr>
      </p:pic>
      <p:sp>
        <p:nvSpPr>
          <p:cNvPr id="7" name="object 7"/>
          <p:cNvSpPr/>
          <p:nvPr/>
        </p:nvSpPr>
        <p:spPr>
          <a:xfrm>
            <a:off x="68834" y="3308210"/>
            <a:ext cx="4470400" cy="0"/>
          </a:xfrm>
          <a:custGeom>
            <a:avLst/>
            <a:gdLst/>
            <a:ahLst/>
            <a:cxnLst/>
            <a:rect l="l" t="t" r="r" b="b"/>
            <a:pathLst>
              <a:path w="4470400">
                <a:moveTo>
                  <a:pt x="0" y="0"/>
                </a:moveTo>
                <a:lnTo>
                  <a:pt x="4470336" y="0"/>
                </a:lnTo>
              </a:path>
            </a:pathLst>
          </a:custGeom>
          <a:ln w="7594">
            <a:solidFill>
              <a:srgbClr val="4B81AE"/>
            </a:solidFill>
          </a:ln>
        </p:spPr>
        <p:txBody>
          <a:bodyPr wrap="square" lIns="0" tIns="0" rIns="0" bIns="0" rtlCol="0"/>
          <a:lstStyle/>
          <a:p>
            <a:endParaRPr/>
          </a:p>
        </p:txBody>
      </p:sp>
      <p:sp>
        <p:nvSpPr>
          <p:cNvPr id="8" name="object 8"/>
          <p:cNvSpPr txBox="1"/>
          <p:nvPr/>
        </p:nvSpPr>
        <p:spPr>
          <a:xfrm>
            <a:off x="1779498" y="3332022"/>
            <a:ext cx="648335" cy="122555"/>
          </a:xfrm>
          <a:prstGeom prst="rect">
            <a:avLst/>
          </a:prstGeom>
        </p:spPr>
        <p:txBody>
          <a:bodyPr vert="horz" wrap="square" lIns="0" tIns="7620" rIns="0" bIns="0" rtlCol="0">
            <a:spAutoFit/>
          </a:bodyPr>
          <a:lstStyle/>
          <a:p>
            <a:pPr marL="12700">
              <a:lnSpc>
                <a:spcPct val="100000"/>
              </a:lnSpc>
              <a:spcBef>
                <a:spcPts val="60"/>
              </a:spcBef>
            </a:pPr>
            <a:r>
              <a:rPr sz="600" i="1" spc="-20" dirty="0">
                <a:solidFill>
                  <a:srgbClr val="333333"/>
                </a:solidFill>
                <a:latin typeface="Verdana"/>
                <a:cs typeface="Verdana"/>
                <a:hlinkClick r:id="rId7" action="ppaction://hlinksldjump"/>
              </a:rPr>
              <a:t>Computer</a:t>
            </a:r>
            <a:r>
              <a:rPr sz="600" i="1" spc="25" dirty="0">
                <a:solidFill>
                  <a:srgbClr val="333333"/>
                </a:solidFill>
                <a:latin typeface="Verdana"/>
                <a:cs typeface="Verdana"/>
                <a:hlinkClick r:id="rId7" action="ppaction://hlinksldjump"/>
              </a:rPr>
              <a:t> </a:t>
            </a:r>
            <a:r>
              <a:rPr sz="600" i="1" spc="-10" dirty="0">
                <a:solidFill>
                  <a:srgbClr val="333333"/>
                </a:solidFill>
                <a:latin typeface="Verdana"/>
                <a:cs typeface="Verdana"/>
                <a:hlinkClick r:id="rId7" action="ppaction://hlinksldjump"/>
              </a:rPr>
              <a:t>Vision</a:t>
            </a:r>
            <a:endParaRPr sz="600">
              <a:latin typeface="Verdana"/>
              <a:cs typeface="Verdana"/>
            </a:endParaRPr>
          </a:p>
        </p:txBody>
      </p:sp>
      <p:sp>
        <p:nvSpPr>
          <p:cNvPr id="9" name="object 9"/>
          <p:cNvSpPr txBox="1">
            <a:spLocks noGrp="1"/>
          </p:cNvSpPr>
          <p:nvPr>
            <p:ph type="sldNum" sz="quarter" idx="7"/>
          </p:nvPr>
        </p:nvSpPr>
        <p:spPr>
          <a:prstGeom prst="rect">
            <a:avLst/>
          </a:prstGeom>
        </p:spPr>
        <p:txBody>
          <a:bodyPr vert="horz" wrap="square" lIns="0" tIns="7620" rIns="0" bIns="0" rtlCol="0">
            <a:spAutoFit/>
          </a:bodyPr>
          <a:lstStyle/>
          <a:p>
            <a:pPr marL="38100">
              <a:lnSpc>
                <a:spcPct val="100000"/>
              </a:lnSpc>
              <a:spcBef>
                <a:spcPts val="60"/>
              </a:spcBef>
            </a:pPr>
            <a:fld id="{81D60167-4931-47E6-BA6A-407CBD079E47}" type="slidenum">
              <a:rPr spc="-45" dirty="0"/>
              <a:t>35</a:t>
            </a:fld>
            <a:r>
              <a:rPr spc="-90" dirty="0"/>
              <a:t> </a:t>
            </a:r>
            <a:r>
              <a:rPr spc="70" dirty="0"/>
              <a:t>/</a:t>
            </a:r>
            <a:r>
              <a:rPr spc="-85" dirty="0"/>
              <a:t> </a:t>
            </a:r>
            <a:r>
              <a:rPr spc="-25" dirty="0"/>
              <a:t>59</a:t>
            </a:r>
          </a:p>
        </p:txBody>
      </p:sp>
    </p:spTree>
  </p:cSld>
  <p:clrMapOvr>
    <a:masterClrMapping/>
  </p:clrMapOvr>
  <p:transition>
    <p:cut/>
  </p:transition>
</p:sld>
</file>

<file path=ppt/slides/slide36.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object 2"/>
          <p:cNvSpPr txBox="1"/>
          <p:nvPr/>
        </p:nvSpPr>
        <p:spPr>
          <a:xfrm>
            <a:off x="2858214" y="15020"/>
            <a:ext cx="255270" cy="101600"/>
          </a:xfrm>
          <a:prstGeom prst="rect">
            <a:avLst/>
          </a:prstGeom>
        </p:spPr>
        <p:txBody>
          <a:bodyPr vert="horz" wrap="square" lIns="0" tIns="12065" rIns="0" bIns="0" rtlCol="0">
            <a:spAutoFit/>
          </a:bodyPr>
          <a:lstStyle/>
          <a:p>
            <a:pPr marL="12700">
              <a:lnSpc>
                <a:spcPct val="100000"/>
              </a:lnSpc>
              <a:spcBef>
                <a:spcPts val="95"/>
              </a:spcBef>
            </a:pPr>
            <a:r>
              <a:rPr sz="500" b="1" spc="-10" dirty="0">
                <a:solidFill>
                  <a:srgbClr val="E2E2E2"/>
                </a:solidFill>
                <a:latin typeface="Arial"/>
                <a:cs typeface="Arial"/>
                <a:hlinkClick r:id="rId2" action="ppaction://hlinksldjump"/>
              </a:rPr>
              <a:t>Outline</a:t>
            </a:r>
            <a:endParaRPr sz="500">
              <a:latin typeface="Arial"/>
              <a:cs typeface="Arial"/>
            </a:endParaRPr>
          </a:p>
        </p:txBody>
      </p:sp>
      <p:sp>
        <p:nvSpPr>
          <p:cNvPr id="3" name="object 3"/>
          <p:cNvSpPr txBox="1"/>
          <p:nvPr/>
        </p:nvSpPr>
        <p:spPr>
          <a:xfrm>
            <a:off x="4117530" y="15020"/>
            <a:ext cx="434340" cy="101600"/>
          </a:xfrm>
          <a:prstGeom prst="rect">
            <a:avLst/>
          </a:prstGeom>
        </p:spPr>
        <p:txBody>
          <a:bodyPr vert="horz" wrap="square" lIns="0" tIns="12065" rIns="0" bIns="0" rtlCol="0">
            <a:spAutoFit/>
          </a:bodyPr>
          <a:lstStyle/>
          <a:p>
            <a:pPr marL="12700">
              <a:lnSpc>
                <a:spcPct val="100000"/>
              </a:lnSpc>
              <a:spcBef>
                <a:spcPts val="95"/>
              </a:spcBef>
            </a:pPr>
            <a:r>
              <a:rPr sz="500" b="1" spc="-10" dirty="0">
                <a:solidFill>
                  <a:srgbClr val="E2E2E2"/>
                </a:solidFill>
                <a:latin typeface="Arial"/>
                <a:cs typeface="Arial"/>
                <a:hlinkClick r:id="rId3" action="ppaction://hlinksldjump"/>
              </a:rPr>
              <a:t>Administrivia</a:t>
            </a:r>
            <a:endParaRPr sz="500">
              <a:latin typeface="Arial"/>
              <a:cs typeface="Arial"/>
            </a:endParaRPr>
          </a:p>
        </p:txBody>
      </p:sp>
      <p:pic>
        <p:nvPicPr>
          <p:cNvPr id="4" name="object 4"/>
          <p:cNvPicPr/>
          <p:nvPr/>
        </p:nvPicPr>
        <p:blipFill>
          <a:blip r:embed="rId4" cstate="print"/>
          <a:stretch>
            <a:fillRect/>
          </a:stretch>
        </p:blipFill>
        <p:spPr>
          <a:xfrm>
            <a:off x="68834" y="112855"/>
            <a:ext cx="4470398" cy="7591"/>
          </a:xfrm>
          <a:prstGeom prst="rect">
            <a:avLst/>
          </a:prstGeom>
        </p:spPr>
      </p:pic>
      <p:sp>
        <p:nvSpPr>
          <p:cNvPr id="5" name="object 5"/>
          <p:cNvSpPr txBox="1"/>
          <p:nvPr/>
        </p:nvSpPr>
        <p:spPr>
          <a:xfrm>
            <a:off x="23304" y="-9546"/>
            <a:ext cx="1830705" cy="370614"/>
          </a:xfrm>
          <a:prstGeom prst="rect">
            <a:avLst/>
          </a:prstGeom>
        </p:spPr>
        <p:txBody>
          <a:bodyPr vert="horz" wrap="square" lIns="0" tIns="36830" rIns="0" bIns="0" rtlCol="0">
            <a:spAutoFit/>
          </a:bodyPr>
          <a:lstStyle/>
          <a:p>
            <a:pPr marL="45085">
              <a:lnSpc>
                <a:spcPct val="100000"/>
              </a:lnSpc>
              <a:spcBef>
                <a:spcPts val="290"/>
              </a:spcBef>
              <a:tabLst>
                <a:tab pos="1461135" algn="l"/>
              </a:tabLst>
            </a:pPr>
            <a:r>
              <a:rPr sz="500" b="1" spc="-10" dirty="0">
                <a:solidFill>
                  <a:srgbClr val="E2E2E2"/>
                </a:solidFill>
                <a:latin typeface="Arial"/>
                <a:cs typeface="Arial"/>
                <a:hlinkClick r:id="rId5" action="ppaction://hlinksldjump"/>
              </a:rPr>
              <a:t>Introduction</a:t>
            </a:r>
            <a:endParaRPr lang="en-US" sz="500" b="1" spc="-10" dirty="0">
              <a:solidFill>
                <a:srgbClr val="E2E2E2"/>
              </a:solidFill>
              <a:latin typeface="Arial"/>
              <a:cs typeface="Arial"/>
            </a:endParaRPr>
          </a:p>
          <a:p>
            <a:pPr marL="45085">
              <a:lnSpc>
                <a:spcPct val="100000"/>
              </a:lnSpc>
              <a:spcBef>
                <a:spcPts val="290"/>
              </a:spcBef>
              <a:tabLst>
                <a:tab pos="1461135" algn="l"/>
              </a:tabLst>
            </a:pPr>
            <a:r>
              <a:rPr sz="500" b="1" dirty="0">
                <a:solidFill>
                  <a:srgbClr val="E2E2E2"/>
                </a:solidFill>
                <a:latin typeface="Arial"/>
                <a:cs typeface="Arial"/>
              </a:rPr>
              <a:t>	</a:t>
            </a:r>
            <a:endParaRPr sz="500" dirty="0">
              <a:latin typeface="Arial"/>
              <a:cs typeface="Arial"/>
            </a:endParaRPr>
          </a:p>
          <a:p>
            <a:pPr marL="12700">
              <a:lnSpc>
                <a:spcPts val="1060"/>
              </a:lnSpc>
            </a:pPr>
            <a:r>
              <a:rPr sz="1000" i="1" dirty="0">
                <a:solidFill>
                  <a:srgbClr val="4B81AE"/>
                </a:solidFill>
                <a:latin typeface="Arial"/>
                <a:cs typeface="Arial"/>
              </a:rPr>
              <a:t>Map</a:t>
            </a:r>
            <a:r>
              <a:rPr sz="1000" i="1" spc="-45" dirty="0">
                <a:solidFill>
                  <a:srgbClr val="4B81AE"/>
                </a:solidFill>
                <a:latin typeface="Arial"/>
                <a:cs typeface="Arial"/>
              </a:rPr>
              <a:t> </a:t>
            </a:r>
            <a:r>
              <a:rPr sz="1000" i="1" spc="-10" dirty="0">
                <a:solidFill>
                  <a:srgbClr val="4B81AE"/>
                </a:solidFill>
                <a:latin typeface="Arial"/>
                <a:cs typeface="Arial"/>
              </a:rPr>
              <a:t>Stitching </a:t>
            </a:r>
            <a:r>
              <a:rPr sz="1000" i="1" spc="-90" dirty="0">
                <a:solidFill>
                  <a:srgbClr val="4B81AE"/>
                </a:solidFill>
                <a:latin typeface="Arial"/>
                <a:cs typeface="Arial"/>
              </a:rPr>
              <a:t>as</a:t>
            </a:r>
            <a:r>
              <a:rPr sz="1000" i="1" spc="20" dirty="0">
                <a:solidFill>
                  <a:srgbClr val="4B81AE"/>
                </a:solidFill>
                <a:latin typeface="Arial"/>
                <a:cs typeface="Arial"/>
              </a:rPr>
              <a:t> </a:t>
            </a:r>
            <a:r>
              <a:rPr sz="1000" i="1" dirty="0">
                <a:solidFill>
                  <a:srgbClr val="4B81AE"/>
                </a:solidFill>
                <a:latin typeface="Arial"/>
                <a:cs typeface="Arial"/>
              </a:rPr>
              <a:t>a</a:t>
            </a:r>
            <a:r>
              <a:rPr sz="1000" i="1" spc="-10" dirty="0">
                <a:solidFill>
                  <a:srgbClr val="4B81AE"/>
                </a:solidFill>
                <a:latin typeface="Arial"/>
                <a:cs typeface="Arial"/>
              </a:rPr>
              <a:t> </a:t>
            </a:r>
            <a:r>
              <a:rPr sz="1000" i="1" spc="-50" dirty="0">
                <a:solidFill>
                  <a:srgbClr val="4B81AE"/>
                </a:solidFill>
                <a:latin typeface="Arial"/>
                <a:cs typeface="Arial"/>
              </a:rPr>
              <a:t>Jigsaw</a:t>
            </a:r>
            <a:r>
              <a:rPr sz="1000" i="1" spc="-10" dirty="0">
                <a:solidFill>
                  <a:srgbClr val="4B81AE"/>
                </a:solidFill>
                <a:latin typeface="Arial"/>
                <a:cs typeface="Arial"/>
              </a:rPr>
              <a:t> Puzzle</a:t>
            </a:r>
            <a:endParaRPr sz="1000" dirty="0">
              <a:latin typeface="Arial"/>
              <a:cs typeface="Arial"/>
            </a:endParaRPr>
          </a:p>
        </p:txBody>
      </p:sp>
      <p:pic>
        <p:nvPicPr>
          <p:cNvPr id="6" name="object 6"/>
          <p:cNvPicPr/>
          <p:nvPr/>
        </p:nvPicPr>
        <p:blipFill>
          <a:blip r:embed="rId6" cstate="print"/>
          <a:stretch>
            <a:fillRect/>
          </a:stretch>
        </p:blipFill>
        <p:spPr>
          <a:xfrm>
            <a:off x="1307035" y="774514"/>
            <a:ext cx="1982226" cy="1960796"/>
          </a:xfrm>
          <a:prstGeom prst="rect">
            <a:avLst/>
          </a:prstGeom>
        </p:spPr>
      </p:pic>
      <p:sp>
        <p:nvSpPr>
          <p:cNvPr id="7" name="object 7"/>
          <p:cNvSpPr/>
          <p:nvPr/>
        </p:nvSpPr>
        <p:spPr>
          <a:xfrm>
            <a:off x="36004" y="3120948"/>
            <a:ext cx="1828800" cy="0"/>
          </a:xfrm>
          <a:custGeom>
            <a:avLst/>
            <a:gdLst/>
            <a:ahLst/>
            <a:cxnLst/>
            <a:rect l="l" t="t" r="r" b="b"/>
            <a:pathLst>
              <a:path w="1828800">
                <a:moveTo>
                  <a:pt x="0" y="0"/>
                </a:moveTo>
                <a:lnTo>
                  <a:pt x="1828800" y="0"/>
                </a:lnTo>
              </a:path>
            </a:pathLst>
          </a:custGeom>
          <a:ln w="5054">
            <a:solidFill>
              <a:srgbClr val="333333"/>
            </a:solidFill>
          </a:ln>
        </p:spPr>
        <p:txBody>
          <a:bodyPr wrap="square" lIns="0" tIns="0" rIns="0" bIns="0" rtlCol="0"/>
          <a:lstStyle/>
          <a:p>
            <a:endParaRPr/>
          </a:p>
        </p:txBody>
      </p:sp>
      <p:sp>
        <p:nvSpPr>
          <p:cNvPr id="8" name="object 8"/>
          <p:cNvSpPr txBox="1"/>
          <p:nvPr/>
        </p:nvSpPr>
        <p:spPr>
          <a:xfrm>
            <a:off x="233921" y="3127230"/>
            <a:ext cx="2459355" cy="162560"/>
          </a:xfrm>
          <a:prstGeom prst="rect">
            <a:avLst/>
          </a:prstGeom>
        </p:spPr>
        <p:txBody>
          <a:bodyPr vert="horz" wrap="square" lIns="0" tIns="12065" rIns="0" bIns="0" rtlCol="0">
            <a:spAutoFit/>
          </a:bodyPr>
          <a:lstStyle/>
          <a:p>
            <a:pPr marL="12700">
              <a:lnSpc>
                <a:spcPct val="100000"/>
              </a:lnSpc>
              <a:spcBef>
                <a:spcPts val="95"/>
              </a:spcBef>
            </a:pPr>
            <a:r>
              <a:rPr sz="900" spc="-35" dirty="0">
                <a:solidFill>
                  <a:srgbClr val="4B81AE"/>
                </a:solidFill>
                <a:latin typeface="Arial MT"/>
                <a:cs typeface="Arial MT"/>
              </a:rPr>
              <a:t>Adeela</a:t>
            </a:r>
            <a:r>
              <a:rPr sz="900" dirty="0">
                <a:solidFill>
                  <a:srgbClr val="4B81AE"/>
                </a:solidFill>
                <a:latin typeface="Arial MT"/>
                <a:cs typeface="Arial MT"/>
              </a:rPr>
              <a:t> </a:t>
            </a:r>
            <a:r>
              <a:rPr sz="900" spc="-10" dirty="0">
                <a:solidFill>
                  <a:srgbClr val="4B81AE"/>
                </a:solidFill>
                <a:latin typeface="Arial MT"/>
                <a:cs typeface="Arial MT"/>
              </a:rPr>
              <a:t>Islam.</a:t>
            </a:r>
            <a:r>
              <a:rPr sz="900" spc="85" dirty="0">
                <a:solidFill>
                  <a:srgbClr val="4B81AE"/>
                </a:solidFill>
                <a:latin typeface="Arial MT"/>
                <a:cs typeface="Arial MT"/>
              </a:rPr>
              <a:t> </a:t>
            </a:r>
            <a:r>
              <a:rPr sz="900" spc="-10" dirty="0">
                <a:solidFill>
                  <a:srgbClr val="333333"/>
                </a:solidFill>
                <a:latin typeface="Arial MT"/>
                <a:cs typeface="Arial MT"/>
              </a:rPr>
              <a:t>“Learning</a:t>
            </a:r>
            <a:r>
              <a:rPr sz="900" dirty="0">
                <a:solidFill>
                  <a:srgbClr val="333333"/>
                </a:solidFill>
                <a:latin typeface="Arial MT"/>
                <a:cs typeface="Arial MT"/>
              </a:rPr>
              <a:t> to </a:t>
            </a:r>
            <a:r>
              <a:rPr sz="900" spc="-35" dirty="0">
                <a:solidFill>
                  <a:srgbClr val="333333"/>
                </a:solidFill>
                <a:latin typeface="Arial MT"/>
                <a:cs typeface="Arial MT"/>
              </a:rPr>
              <a:t>Solve</a:t>
            </a:r>
            <a:r>
              <a:rPr sz="900" dirty="0">
                <a:solidFill>
                  <a:srgbClr val="333333"/>
                </a:solidFill>
                <a:latin typeface="Arial MT"/>
                <a:cs typeface="Arial MT"/>
              </a:rPr>
              <a:t> </a:t>
            </a:r>
            <a:r>
              <a:rPr sz="900" spc="-35" dirty="0">
                <a:solidFill>
                  <a:srgbClr val="333333"/>
                </a:solidFill>
                <a:latin typeface="Arial MT"/>
                <a:cs typeface="Arial MT"/>
              </a:rPr>
              <a:t>Jigsaw</a:t>
            </a:r>
            <a:r>
              <a:rPr sz="900" dirty="0">
                <a:solidFill>
                  <a:srgbClr val="333333"/>
                </a:solidFill>
                <a:latin typeface="Arial MT"/>
                <a:cs typeface="Arial MT"/>
              </a:rPr>
              <a:t> </a:t>
            </a:r>
            <a:r>
              <a:rPr sz="900" spc="-10" dirty="0">
                <a:solidFill>
                  <a:srgbClr val="333333"/>
                </a:solidFill>
                <a:latin typeface="Arial MT"/>
                <a:cs typeface="Arial MT"/>
              </a:rPr>
              <a:t>Puzzles”.</a:t>
            </a:r>
            <a:endParaRPr sz="900">
              <a:latin typeface="Arial MT"/>
              <a:cs typeface="Arial MT"/>
            </a:endParaRPr>
          </a:p>
        </p:txBody>
      </p:sp>
      <p:sp>
        <p:nvSpPr>
          <p:cNvPr id="9" name="object 9"/>
          <p:cNvSpPr txBox="1"/>
          <p:nvPr/>
        </p:nvSpPr>
        <p:spPr>
          <a:xfrm>
            <a:off x="2771735" y="3127230"/>
            <a:ext cx="1433830" cy="162560"/>
          </a:xfrm>
          <a:prstGeom prst="rect">
            <a:avLst/>
          </a:prstGeom>
        </p:spPr>
        <p:txBody>
          <a:bodyPr vert="horz" wrap="square" lIns="0" tIns="12065" rIns="0" bIns="0" rtlCol="0">
            <a:spAutoFit/>
          </a:bodyPr>
          <a:lstStyle/>
          <a:p>
            <a:pPr marL="12700">
              <a:lnSpc>
                <a:spcPct val="100000"/>
              </a:lnSpc>
              <a:spcBef>
                <a:spcPts val="95"/>
              </a:spcBef>
            </a:pPr>
            <a:r>
              <a:rPr sz="900" dirty="0">
                <a:solidFill>
                  <a:srgbClr val="8AADCA"/>
                </a:solidFill>
                <a:latin typeface="Arial MT"/>
                <a:cs typeface="Arial MT"/>
              </a:rPr>
              <a:t>MPhil</a:t>
            </a:r>
            <a:r>
              <a:rPr sz="900" spc="25" dirty="0">
                <a:solidFill>
                  <a:srgbClr val="8AADCA"/>
                </a:solidFill>
                <a:latin typeface="Arial MT"/>
                <a:cs typeface="Arial MT"/>
              </a:rPr>
              <a:t> </a:t>
            </a:r>
            <a:r>
              <a:rPr sz="900" spc="-10" dirty="0">
                <a:solidFill>
                  <a:srgbClr val="8AADCA"/>
                </a:solidFill>
                <a:latin typeface="Arial MT"/>
                <a:cs typeface="Arial MT"/>
              </a:rPr>
              <a:t>Thesis.</a:t>
            </a:r>
            <a:r>
              <a:rPr sz="900" spc="125" dirty="0">
                <a:solidFill>
                  <a:srgbClr val="8AADCA"/>
                </a:solidFill>
                <a:latin typeface="Arial MT"/>
                <a:cs typeface="Arial MT"/>
              </a:rPr>
              <a:t> </a:t>
            </a:r>
            <a:r>
              <a:rPr sz="900" dirty="0">
                <a:solidFill>
                  <a:srgbClr val="8AADCA"/>
                </a:solidFill>
                <a:latin typeface="Arial MT"/>
                <a:cs typeface="Arial MT"/>
              </a:rPr>
              <a:t>PUCIT,</a:t>
            </a:r>
            <a:r>
              <a:rPr sz="900" spc="30" dirty="0">
                <a:solidFill>
                  <a:srgbClr val="8AADCA"/>
                </a:solidFill>
                <a:latin typeface="Arial MT"/>
                <a:cs typeface="Arial MT"/>
              </a:rPr>
              <a:t> </a:t>
            </a:r>
            <a:r>
              <a:rPr sz="900" spc="-20" dirty="0">
                <a:solidFill>
                  <a:srgbClr val="8AADCA"/>
                </a:solidFill>
                <a:latin typeface="Arial MT"/>
                <a:cs typeface="Arial MT"/>
              </a:rPr>
              <a:t>2020</a:t>
            </a:r>
            <a:r>
              <a:rPr sz="900" spc="-20" dirty="0">
                <a:solidFill>
                  <a:srgbClr val="333333"/>
                </a:solidFill>
                <a:latin typeface="Arial MT"/>
                <a:cs typeface="Arial MT"/>
              </a:rPr>
              <a:t>.</a:t>
            </a:r>
            <a:endParaRPr sz="900">
              <a:latin typeface="Arial MT"/>
              <a:cs typeface="Arial MT"/>
            </a:endParaRPr>
          </a:p>
        </p:txBody>
      </p:sp>
      <p:sp>
        <p:nvSpPr>
          <p:cNvPr id="10" name="object 10"/>
          <p:cNvSpPr/>
          <p:nvPr/>
        </p:nvSpPr>
        <p:spPr>
          <a:xfrm>
            <a:off x="68834" y="3308210"/>
            <a:ext cx="4470400" cy="0"/>
          </a:xfrm>
          <a:custGeom>
            <a:avLst/>
            <a:gdLst/>
            <a:ahLst/>
            <a:cxnLst/>
            <a:rect l="l" t="t" r="r" b="b"/>
            <a:pathLst>
              <a:path w="4470400">
                <a:moveTo>
                  <a:pt x="0" y="0"/>
                </a:moveTo>
                <a:lnTo>
                  <a:pt x="4470336" y="0"/>
                </a:lnTo>
              </a:path>
            </a:pathLst>
          </a:custGeom>
          <a:ln w="7594">
            <a:solidFill>
              <a:srgbClr val="4B81AE"/>
            </a:solidFill>
          </a:ln>
        </p:spPr>
        <p:txBody>
          <a:bodyPr wrap="square" lIns="0" tIns="0" rIns="0" bIns="0" rtlCol="0"/>
          <a:lstStyle/>
          <a:p>
            <a:endParaRPr/>
          </a:p>
        </p:txBody>
      </p:sp>
      <p:sp>
        <p:nvSpPr>
          <p:cNvPr id="11" name="object 11"/>
          <p:cNvSpPr txBox="1"/>
          <p:nvPr/>
        </p:nvSpPr>
        <p:spPr>
          <a:xfrm>
            <a:off x="1779498" y="3332022"/>
            <a:ext cx="648335" cy="122555"/>
          </a:xfrm>
          <a:prstGeom prst="rect">
            <a:avLst/>
          </a:prstGeom>
        </p:spPr>
        <p:txBody>
          <a:bodyPr vert="horz" wrap="square" lIns="0" tIns="7620" rIns="0" bIns="0" rtlCol="0">
            <a:spAutoFit/>
          </a:bodyPr>
          <a:lstStyle/>
          <a:p>
            <a:pPr marL="12700">
              <a:lnSpc>
                <a:spcPct val="100000"/>
              </a:lnSpc>
              <a:spcBef>
                <a:spcPts val="60"/>
              </a:spcBef>
            </a:pPr>
            <a:r>
              <a:rPr sz="600" i="1" spc="-20" dirty="0">
                <a:solidFill>
                  <a:srgbClr val="333333"/>
                </a:solidFill>
                <a:latin typeface="Verdana"/>
                <a:cs typeface="Verdana"/>
                <a:hlinkClick r:id="rId7" action="ppaction://hlinksldjump"/>
              </a:rPr>
              <a:t>Computer</a:t>
            </a:r>
            <a:r>
              <a:rPr sz="600" i="1" spc="25" dirty="0">
                <a:solidFill>
                  <a:srgbClr val="333333"/>
                </a:solidFill>
                <a:latin typeface="Verdana"/>
                <a:cs typeface="Verdana"/>
                <a:hlinkClick r:id="rId7" action="ppaction://hlinksldjump"/>
              </a:rPr>
              <a:t> </a:t>
            </a:r>
            <a:r>
              <a:rPr sz="600" i="1" spc="-10" dirty="0">
                <a:solidFill>
                  <a:srgbClr val="333333"/>
                </a:solidFill>
                <a:latin typeface="Verdana"/>
                <a:cs typeface="Verdana"/>
                <a:hlinkClick r:id="rId7" action="ppaction://hlinksldjump"/>
              </a:rPr>
              <a:t>Vision</a:t>
            </a:r>
            <a:endParaRPr sz="600">
              <a:latin typeface="Verdana"/>
              <a:cs typeface="Verdana"/>
            </a:endParaRPr>
          </a:p>
        </p:txBody>
      </p:sp>
      <p:sp>
        <p:nvSpPr>
          <p:cNvPr id="12" name="object 12"/>
          <p:cNvSpPr txBox="1">
            <a:spLocks noGrp="1"/>
          </p:cNvSpPr>
          <p:nvPr>
            <p:ph type="sldNum" sz="quarter" idx="7"/>
          </p:nvPr>
        </p:nvSpPr>
        <p:spPr>
          <a:prstGeom prst="rect">
            <a:avLst/>
          </a:prstGeom>
        </p:spPr>
        <p:txBody>
          <a:bodyPr vert="horz" wrap="square" lIns="0" tIns="7620" rIns="0" bIns="0" rtlCol="0">
            <a:spAutoFit/>
          </a:bodyPr>
          <a:lstStyle/>
          <a:p>
            <a:pPr marL="38100">
              <a:lnSpc>
                <a:spcPct val="100000"/>
              </a:lnSpc>
              <a:spcBef>
                <a:spcPts val="60"/>
              </a:spcBef>
            </a:pPr>
            <a:fld id="{81D60167-4931-47E6-BA6A-407CBD079E47}" type="slidenum">
              <a:rPr spc="-45" dirty="0"/>
              <a:t>36</a:t>
            </a:fld>
            <a:r>
              <a:rPr spc="-90" dirty="0"/>
              <a:t> </a:t>
            </a:r>
            <a:r>
              <a:rPr spc="70" dirty="0"/>
              <a:t>/</a:t>
            </a:r>
            <a:r>
              <a:rPr spc="-85" dirty="0"/>
              <a:t> </a:t>
            </a:r>
            <a:r>
              <a:rPr spc="-25" dirty="0"/>
              <a:t>59</a:t>
            </a:r>
          </a:p>
        </p:txBody>
      </p:sp>
    </p:spTree>
  </p:cSld>
  <p:clrMapOvr>
    <a:masterClrMapping/>
  </p:clrMapOvr>
  <p:transition>
    <p:cut/>
  </p:transition>
</p:sld>
</file>

<file path=ppt/slides/slide37.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object 2"/>
          <p:cNvSpPr txBox="1"/>
          <p:nvPr/>
        </p:nvSpPr>
        <p:spPr>
          <a:xfrm>
            <a:off x="2858214" y="15020"/>
            <a:ext cx="255270" cy="101600"/>
          </a:xfrm>
          <a:prstGeom prst="rect">
            <a:avLst/>
          </a:prstGeom>
        </p:spPr>
        <p:txBody>
          <a:bodyPr vert="horz" wrap="square" lIns="0" tIns="12065" rIns="0" bIns="0" rtlCol="0">
            <a:spAutoFit/>
          </a:bodyPr>
          <a:lstStyle/>
          <a:p>
            <a:pPr marL="12700">
              <a:lnSpc>
                <a:spcPct val="100000"/>
              </a:lnSpc>
              <a:spcBef>
                <a:spcPts val="95"/>
              </a:spcBef>
            </a:pPr>
            <a:r>
              <a:rPr sz="500" b="1" spc="-10" dirty="0">
                <a:solidFill>
                  <a:srgbClr val="E2E2E2"/>
                </a:solidFill>
                <a:latin typeface="Arial"/>
                <a:cs typeface="Arial"/>
                <a:hlinkClick r:id="rId2" action="ppaction://hlinksldjump"/>
              </a:rPr>
              <a:t>Outline</a:t>
            </a:r>
            <a:endParaRPr sz="500">
              <a:latin typeface="Arial"/>
              <a:cs typeface="Arial"/>
            </a:endParaRPr>
          </a:p>
        </p:txBody>
      </p:sp>
      <p:sp>
        <p:nvSpPr>
          <p:cNvPr id="3" name="object 3"/>
          <p:cNvSpPr txBox="1"/>
          <p:nvPr/>
        </p:nvSpPr>
        <p:spPr>
          <a:xfrm>
            <a:off x="4117530" y="15020"/>
            <a:ext cx="434340" cy="101600"/>
          </a:xfrm>
          <a:prstGeom prst="rect">
            <a:avLst/>
          </a:prstGeom>
        </p:spPr>
        <p:txBody>
          <a:bodyPr vert="horz" wrap="square" lIns="0" tIns="12065" rIns="0" bIns="0" rtlCol="0">
            <a:spAutoFit/>
          </a:bodyPr>
          <a:lstStyle/>
          <a:p>
            <a:pPr marL="12700">
              <a:lnSpc>
                <a:spcPct val="100000"/>
              </a:lnSpc>
              <a:spcBef>
                <a:spcPts val="95"/>
              </a:spcBef>
            </a:pPr>
            <a:r>
              <a:rPr sz="500" b="1" spc="-10" dirty="0">
                <a:solidFill>
                  <a:srgbClr val="E2E2E2"/>
                </a:solidFill>
                <a:latin typeface="Arial"/>
                <a:cs typeface="Arial"/>
                <a:hlinkClick r:id="rId3" action="ppaction://hlinksldjump"/>
              </a:rPr>
              <a:t>Administrivia</a:t>
            </a:r>
            <a:endParaRPr sz="500">
              <a:latin typeface="Arial"/>
              <a:cs typeface="Arial"/>
            </a:endParaRPr>
          </a:p>
        </p:txBody>
      </p:sp>
      <p:pic>
        <p:nvPicPr>
          <p:cNvPr id="4" name="object 4"/>
          <p:cNvPicPr/>
          <p:nvPr/>
        </p:nvPicPr>
        <p:blipFill>
          <a:blip r:embed="rId4" cstate="print"/>
          <a:stretch>
            <a:fillRect/>
          </a:stretch>
        </p:blipFill>
        <p:spPr>
          <a:xfrm>
            <a:off x="68833" y="112855"/>
            <a:ext cx="4470398" cy="7591"/>
          </a:xfrm>
          <a:prstGeom prst="rect">
            <a:avLst/>
          </a:prstGeom>
        </p:spPr>
      </p:pic>
      <p:sp>
        <p:nvSpPr>
          <p:cNvPr id="5" name="object 5"/>
          <p:cNvSpPr txBox="1"/>
          <p:nvPr/>
        </p:nvSpPr>
        <p:spPr>
          <a:xfrm>
            <a:off x="50237" y="121130"/>
            <a:ext cx="2512695" cy="255198"/>
          </a:xfrm>
          <a:prstGeom prst="rect">
            <a:avLst/>
          </a:prstGeom>
        </p:spPr>
        <p:txBody>
          <a:bodyPr vert="horz" wrap="square" lIns="0" tIns="36830" rIns="0" bIns="0" rtlCol="0">
            <a:spAutoFit/>
          </a:bodyPr>
          <a:lstStyle/>
          <a:p>
            <a:pPr marL="45085">
              <a:lnSpc>
                <a:spcPct val="100000"/>
              </a:lnSpc>
              <a:spcBef>
                <a:spcPts val="290"/>
              </a:spcBef>
              <a:tabLst>
                <a:tab pos="1461135" algn="l"/>
              </a:tabLst>
            </a:pPr>
            <a:r>
              <a:rPr sz="500" b="1" spc="-10" dirty="0">
                <a:solidFill>
                  <a:srgbClr val="E2E2E2"/>
                </a:solidFill>
                <a:latin typeface="Arial"/>
                <a:cs typeface="Arial"/>
                <a:hlinkClick r:id="rId5" action="ppaction://hlinksldjump"/>
              </a:rPr>
              <a:t>Introduction</a:t>
            </a:r>
            <a:r>
              <a:rPr sz="500" b="1" dirty="0">
                <a:solidFill>
                  <a:srgbClr val="E2E2E2"/>
                </a:solidFill>
                <a:latin typeface="Arial"/>
                <a:cs typeface="Arial"/>
              </a:rPr>
              <a:t>	</a:t>
            </a:r>
            <a:endParaRPr sz="500" dirty="0">
              <a:latin typeface="Arial"/>
              <a:cs typeface="Arial"/>
            </a:endParaRPr>
          </a:p>
          <a:p>
            <a:pPr marL="12700">
              <a:lnSpc>
                <a:spcPts val="1060"/>
              </a:lnSpc>
            </a:pPr>
            <a:r>
              <a:rPr sz="1000" i="1" spc="-45" dirty="0">
                <a:solidFill>
                  <a:srgbClr val="4B81AE"/>
                </a:solidFill>
                <a:latin typeface="Arial"/>
                <a:cs typeface="Arial"/>
              </a:rPr>
              <a:t>Hand-</a:t>
            </a:r>
            <a:r>
              <a:rPr sz="1000" i="1" spc="-30" dirty="0">
                <a:solidFill>
                  <a:srgbClr val="4B81AE"/>
                </a:solidFill>
                <a:latin typeface="Arial"/>
                <a:cs typeface="Arial"/>
              </a:rPr>
              <a:t>drawn</a:t>
            </a:r>
            <a:r>
              <a:rPr sz="1000" i="1" spc="-15" dirty="0">
                <a:solidFill>
                  <a:srgbClr val="4B81AE"/>
                </a:solidFill>
                <a:latin typeface="Arial"/>
                <a:cs typeface="Arial"/>
              </a:rPr>
              <a:t> </a:t>
            </a:r>
            <a:r>
              <a:rPr sz="1000" i="1" spc="-30" dirty="0">
                <a:solidFill>
                  <a:srgbClr val="4B81AE"/>
                </a:solidFill>
                <a:latin typeface="Arial"/>
                <a:cs typeface="Arial"/>
              </a:rPr>
              <a:t>Table</a:t>
            </a:r>
            <a:r>
              <a:rPr sz="1000" i="1" spc="-5" dirty="0">
                <a:solidFill>
                  <a:srgbClr val="4B81AE"/>
                </a:solidFill>
                <a:latin typeface="Arial"/>
                <a:cs typeface="Arial"/>
              </a:rPr>
              <a:t> </a:t>
            </a:r>
            <a:r>
              <a:rPr sz="1000" i="1" spc="-25" dirty="0">
                <a:solidFill>
                  <a:srgbClr val="4B81AE"/>
                </a:solidFill>
                <a:latin typeface="Arial"/>
                <a:cs typeface="Arial"/>
              </a:rPr>
              <a:t>Detection</a:t>
            </a:r>
            <a:r>
              <a:rPr sz="1000" i="1" spc="-10" dirty="0">
                <a:solidFill>
                  <a:srgbClr val="4B81AE"/>
                </a:solidFill>
                <a:latin typeface="Arial"/>
                <a:cs typeface="Arial"/>
              </a:rPr>
              <a:t> </a:t>
            </a:r>
            <a:r>
              <a:rPr sz="1000" i="1" spc="-20" dirty="0">
                <a:solidFill>
                  <a:srgbClr val="4B81AE"/>
                </a:solidFill>
                <a:latin typeface="Arial"/>
                <a:cs typeface="Arial"/>
              </a:rPr>
              <a:t>and</a:t>
            </a:r>
            <a:r>
              <a:rPr sz="1000" i="1" spc="-10" dirty="0">
                <a:solidFill>
                  <a:srgbClr val="4B81AE"/>
                </a:solidFill>
                <a:latin typeface="Arial"/>
                <a:cs typeface="Arial"/>
              </a:rPr>
              <a:t> </a:t>
            </a:r>
            <a:r>
              <a:rPr sz="1000" i="1" spc="-25" dirty="0">
                <a:solidFill>
                  <a:srgbClr val="4B81AE"/>
                </a:solidFill>
                <a:latin typeface="Arial"/>
                <a:cs typeface="Arial"/>
              </a:rPr>
              <a:t>Classification</a:t>
            </a:r>
            <a:endParaRPr sz="1000" dirty="0">
              <a:latin typeface="Arial"/>
              <a:cs typeface="Arial"/>
            </a:endParaRPr>
          </a:p>
        </p:txBody>
      </p:sp>
      <p:pic>
        <p:nvPicPr>
          <p:cNvPr id="6" name="object 6"/>
          <p:cNvPicPr/>
          <p:nvPr/>
        </p:nvPicPr>
        <p:blipFill>
          <a:blip r:embed="rId6" cstate="print"/>
          <a:stretch>
            <a:fillRect/>
          </a:stretch>
        </p:blipFill>
        <p:spPr>
          <a:xfrm>
            <a:off x="486435" y="758420"/>
            <a:ext cx="3629675" cy="2035846"/>
          </a:xfrm>
          <a:prstGeom prst="rect">
            <a:avLst/>
          </a:prstGeom>
        </p:spPr>
      </p:pic>
      <p:sp>
        <p:nvSpPr>
          <p:cNvPr id="7" name="object 7"/>
          <p:cNvSpPr/>
          <p:nvPr/>
        </p:nvSpPr>
        <p:spPr>
          <a:xfrm>
            <a:off x="36004" y="2981769"/>
            <a:ext cx="1828800" cy="0"/>
          </a:xfrm>
          <a:custGeom>
            <a:avLst/>
            <a:gdLst/>
            <a:ahLst/>
            <a:cxnLst/>
            <a:rect l="l" t="t" r="r" b="b"/>
            <a:pathLst>
              <a:path w="1828800">
                <a:moveTo>
                  <a:pt x="0" y="0"/>
                </a:moveTo>
                <a:lnTo>
                  <a:pt x="1828800" y="0"/>
                </a:lnTo>
              </a:path>
            </a:pathLst>
          </a:custGeom>
          <a:ln w="5054">
            <a:solidFill>
              <a:srgbClr val="333333"/>
            </a:solidFill>
          </a:ln>
        </p:spPr>
        <p:txBody>
          <a:bodyPr wrap="square" lIns="0" tIns="0" rIns="0" bIns="0" rtlCol="0"/>
          <a:lstStyle/>
          <a:p>
            <a:endParaRPr/>
          </a:p>
        </p:txBody>
      </p:sp>
      <p:sp>
        <p:nvSpPr>
          <p:cNvPr id="8" name="object 8"/>
          <p:cNvSpPr/>
          <p:nvPr/>
        </p:nvSpPr>
        <p:spPr>
          <a:xfrm>
            <a:off x="68834" y="3308210"/>
            <a:ext cx="4470400" cy="0"/>
          </a:xfrm>
          <a:custGeom>
            <a:avLst/>
            <a:gdLst/>
            <a:ahLst/>
            <a:cxnLst/>
            <a:rect l="l" t="t" r="r" b="b"/>
            <a:pathLst>
              <a:path w="4470400">
                <a:moveTo>
                  <a:pt x="0" y="0"/>
                </a:moveTo>
                <a:lnTo>
                  <a:pt x="4470336" y="0"/>
                </a:lnTo>
              </a:path>
            </a:pathLst>
          </a:custGeom>
          <a:ln w="7594">
            <a:solidFill>
              <a:srgbClr val="4B81AE"/>
            </a:solidFill>
          </a:ln>
        </p:spPr>
        <p:txBody>
          <a:bodyPr wrap="square" lIns="0" tIns="0" rIns="0" bIns="0" rtlCol="0"/>
          <a:lstStyle/>
          <a:p>
            <a:endParaRPr/>
          </a:p>
        </p:txBody>
      </p:sp>
      <p:sp>
        <p:nvSpPr>
          <p:cNvPr id="9" name="object 9"/>
          <p:cNvSpPr txBox="1"/>
          <p:nvPr/>
        </p:nvSpPr>
        <p:spPr>
          <a:xfrm>
            <a:off x="23304" y="2998641"/>
            <a:ext cx="4051300" cy="304800"/>
          </a:xfrm>
          <a:prstGeom prst="rect">
            <a:avLst/>
          </a:prstGeom>
        </p:spPr>
        <p:txBody>
          <a:bodyPr vert="horz" wrap="square" lIns="0" tIns="3810" rIns="0" bIns="0" rtlCol="0">
            <a:spAutoFit/>
          </a:bodyPr>
          <a:lstStyle/>
          <a:p>
            <a:pPr marL="12700" marR="5080" indent="210185">
              <a:lnSpc>
                <a:spcPts val="1100"/>
              </a:lnSpc>
              <a:spcBef>
                <a:spcPts val="30"/>
              </a:spcBef>
            </a:pPr>
            <a:r>
              <a:rPr sz="900" dirty="0">
                <a:solidFill>
                  <a:srgbClr val="4B81AE"/>
                </a:solidFill>
                <a:latin typeface="Arial MT"/>
                <a:cs typeface="Arial MT"/>
              </a:rPr>
              <a:t>Asmat</a:t>
            </a:r>
            <a:r>
              <a:rPr sz="900" spc="10" dirty="0">
                <a:solidFill>
                  <a:srgbClr val="4B81AE"/>
                </a:solidFill>
                <a:latin typeface="Arial MT"/>
                <a:cs typeface="Arial MT"/>
              </a:rPr>
              <a:t> </a:t>
            </a:r>
            <a:r>
              <a:rPr sz="900" dirty="0">
                <a:solidFill>
                  <a:srgbClr val="4B81AE"/>
                </a:solidFill>
                <a:latin typeface="Arial MT"/>
                <a:cs typeface="Arial MT"/>
              </a:rPr>
              <a:t>Batool.</a:t>
            </a:r>
            <a:r>
              <a:rPr sz="900" spc="100" dirty="0">
                <a:solidFill>
                  <a:srgbClr val="4B81AE"/>
                </a:solidFill>
                <a:latin typeface="Arial MT"/>
                <a:cs typeface="Arial MT"/>
              </a:rPr>
              <a:t> </a:t>
            </a:r>
            <a:r>
              <a:rPr sz="900" dirty="0">
                <a:solidFill>
                  <a:srgbClr val="333333"/>
                </a:solidFill>
                <a:latin typeface="Arial MT"/>
                <a:cs typeface="Arial MT"/>
              </a:rPr>
              <a:t>“Detection</a:t>
            </a:r>
            <a:r>
              <a:rPr sz="900" spc="15" dirty="0">
                <a:solidFill>
                  <a:srgbClr val="333333"/>
                </a:solidFill>
                <a:latin typeface="Arial MT"/>
                <a:cs typeface="Arial MT"/>
              </a:rPr>
              <a:t> </a:t>
            </a:r>
            <a:r>
              <a:rPr sz="900" spc="-10" dirty="0">
                <a:solidFill>
                  <a:srgbClr val="333333"/>
                </a:solidFill>
                <a:latin typeface="Arial MT"/>
                <a:cs typeface="Arial MT"/>
              </a:rPr>
              <a:t>and</a:t>
            </a:r>
            <a:r>
              <a:rPr sz="900" spc="15" dirty="0">
                <a:solidFill>
                  <a:srgbClr val="333333"/>
                </a:solidFill>
                <a:latin typeface="Arial MT"/>
                <a:cs typeface="Arial MT"/>
              </a:rPr>
              <a:t> </a:t>
            </a:r>
            <a:r>
              <a:rPr sz="900" spc="-25" dirty="0">
                <a:solidFill>
                  <a:srgbClr val="333333"/>
                </a:solidFill>
                <a:latin typeface="Arial MT"/>
                <a:cs typeface="Arial MT"/>
              </a:rPr>
              <a:t>Recognition</a:t>
            </a:r>
            <a:r>
              <a:rPr sz="900" spc="10" dirty="0">
                <a:solidFill>
                  <a:srgbClr val="333333"/>
                </a:solidFill>
                <a:latin typeface="Arial MT"/>
                <a:cs typeface="Arial MT"/>
              </a:rPr>
              <a:t> </a:t>
            </a:r>
            <a:r>
              <a:rPr sz="900" dirty="0">
                <a:solidFill>
                  <a:srgbClr val="333333"/>
                </a:solidFill>
                <a:latin typeface="Arial MT"/>
                <a:cs typeface="Arial MT"/>
              </a:rPr>
              <a:t>of</a:t>
            </a:r>
            <a:r>
              <a:rPr sz="900" spc="15" dirty="0">
                <a:solidFill>
                  <a:srgbClr val="333333"/>
                </a:solidFill>
                <a:latin typeface="Arial MT"/>
                <a:cs typeface="Arial MT"/>
              </a:rPr>
              <a:t> </a:t>
            </a:r>
            <a:r>
              <a:rPr sz="900" spc="-20" dirty="0">
                <a:solidFill>
                  <a:srgbClr val="333333"/>
                </a:solidFill>
                <a:latin typeface="Arial MT"/>
                <a:cs typeface="Arial MT"/>
              </a:rPr>
              <a:t>Tabular</a:t>
            </a:r>
            <a:r>
              <a:rPr sz="900" spc="15" dirty="0">
                <a:solidFill>
                  <a:srgbClr val="333333"/>
                </a:solidFill>
                <a:latin typeface="Arial MT"/>
                <a:cs typeface="Arial MT"/>
              </a:rPr>
              <a:t> </a:t>
            </a:r>
            <a:r>
              <a:rPr sz="900" spc="-20" dirty="0">
                <a:solidFill>
                  <a:srgbClr val="333333"/>
                </a:solidFill>
                <a:latin typeface="Arial MT"/>
                <a:cs typeface="Arial MT"/>
              </a:rPr>
              <a:t>Structures</a:t>
            </a:r>
            <a:r>
              <a:rPr sz="900" spc="10" dirty="0">
                <a:solidFill>
                  <a:srgbClr val="333333"/>
                </a:solidFill>
                <a:latin typeface="Arial MT"/>
                <a:cs typeface="Arial MT"/>
              </a:rPr>
              <a:t> </a:t>
            </a:r>
            <a:r>
              <a:rPr sz="900" dirty="0">
                <a:solidFill>
                  <a:srgbClr val="333333"/>
                </a:solidFill>
                <a:latin typeface="Arial MT"/>
                <a:cs typeface="Arial MT"/>
              </a:rPr>
              <a:t>in</a:t>
            </a:r>
            <a:r>
              <a:rPr sz="900" spc="15" dirty="0">
                <a:solidFill>
                  <a:srgbClr val="333333"/>
                </a:solidFill>
                <a:latin typeface="Arial MT"/>
                <a:cs typeface="Arial MT"/>
              </a:rPr>
              <a:t> </a:t>
            </a:r>
            <a:r>
              <a:rPr sz="900" spc="-10" dirty="0">
                <a:solidFill>
                  <a:srgbClr val="333333"/>
                </a:solidFill>
                <a:latin typeface="Arial MT"/>
                <a:cs typeface="Arial MT"/>
              </a:rPr>
              <a:t>Historical </a:t>
            </a:r>
            <a:r>
              <a:rPr sz="900" dirty="0">
                <a:solidFill>
                  <a:srgbClr val="333333"/>
                </a:solidFill>
                <a:latin typeface="Arial MT"/>
                <a:cs typeface="Arial MT"/>
              </a:rPr>
              <a:t>Documents”.</a:t>
            </a:r>
            <a:r>
              <a:rPr sz="900" spc="415" dirty="0">
                <a:solidFill>
                  <a:srgbClr val="333333"/>
                </a:solidFill>
                <a:latin typeface="Arial MT"/>
                <a:cs typeface="Arial MT"/>
              </a:rPr>
              <a:t> </a:t>
            </a:r>
            <a:r>
              <a:rPr sz="900" dirty="0">
                <a:solidFill>
                  <a:srgbClr val="8AADCA"/>
                </a:solidFill>
                <a:latin typeface="Arial MT"/>
                <a:cs typeface="Arial MT"/>
              </a:rPr>
              <a:t>MPhil </a:t>
            </a:r>
            <a:r>
              <a:rPr sz="900" spc="-10" dirty="0">
                <a:solidFill>
                  <a:srgbClr val="8AADCA"/>
                </a:solidFill>
                <a:latin typeface="Arial MT"/>
                <a:cs typeface="Arial MT"/>
              </a:rPr>
              <a:t>Thesis.</a:t>
            </a:r>
            <a:r>
              <a:rPr sz="900" spc="85" dirty="0">
                <a:solidFill>
                  <a:srgbClr val="8AADCA"/>
                </a:solidFill>
                <a:latin typeface="Arial MT"/>
                <a:cs typeface="Arial MT"/>
              </a:rPr>
              <a:t> </a:t>
            </a:r>
            <a:r>
              <a:rPr sz="900" dirty="0">
                <a:solidFill>
                  <a:srgbClr val="8AADCA"/>
                </a:solidFill>
                <a:latin typeface="Arial MT"/>
                <a:cs typeface="Arial MT"/>
              </a:rPr>
              <a:t>PUCIT, </a:t>
            </a:r>
            <a:r>
              <a:rPr sz="900" spc="-10" dirty="0">
                <a:solidFill>
                  <a:srgbClr val="8AADCA"/>
                </a:solidFill>
                <a:latin typeface="Arial MT"/>
                <a:cs typeface="Arial MT"/>
              </a:rPr>
              <a:t>2020</a:t>
            </a:r>
            <a:r>
              <a:rPr sz="900" spc="-10" dirty="0">
                <a:solidFill>
                  <a:srgbClr val="333333"/>
                </a:solidFill>
                <a:latin typeface="Arial MT"/>
                <a:cs typeface="Arial MT"/>
              </a:rPr>
              <a:t>.</a:t>
            </a:r>
            <a:endParaRPr sz="900">
              <a:latin typeface="Arial MT"/>
              <a:cs typeface="Arial MT"/>
            </a:endParaRPr>
          </a:p>
        </p:txBody>
      </p:sp>
      <p:sp>
        <p:nvSpPr>
          <p:cNvPr id="10" name="object 10"/>
          <p:cNvSpPr txBox="1"/>
          <p:nvPr/>
        </p:nvSpPr>
        <p:spPr>
          <a:xfrm>
            <a:off x="1779498" y="3332022"/>
            <a:ext cx="648335" cy="122555"/>
          </a:xfrm>
          <a:prstGeom prst="rect">
            <a:avLst/>
          </a:prstGeom>
        </p:spPr>
        <p:txBody>
          <a:bodyPr vert="horz" wrap="square" lIns="0" tIns="7620" rIns="0" bIns="0" rtlCol="0">
            <a:spAutoFit/>
          </a:bodyPr>
          <a:lstStyle/>
          <a:p>
            <a:pPr marL="12700">
              <a:lnSpc>
                <a:spcPct val="100000"/>
              </a:lnSpc>
              <a:spcBef>
                <a:spcPts val="60"/>
              </a:spcBef>
            </a:pPr>
            <a:r>
              <a:rPr sz="600" i="1" spc="-20" dirty="0">
                <a:solidFill>
                  <a:srgbClr val="333333"/>
                </a:solidFill>
                <a:latin typeface="Verdana"/>
                <a:cs typeface="Verdana"/>
                <a:hlinkClick r:id="rId7" action="ppaction://hlinksldjump"/>
              </a:rPr>
              <a:t>Computer</a:t>
            </a:r>
            <a:r>
              <a:rPr sz="600" i="1" spc="25" dirty="0">
                <a:solidFill>
                  <a:srgbClr val="333333"/>
                </a:solidFill>
                <a:latin typeface="Verdana"/>
                <a:cs typeface="Verdana"/>
                <a:hlinkClick r:id="rId7" action="ppaction://hlinksldjump"/>
              </a:rPr>
              <a:t> </a:t>
            </a:r>
            <a:r>
              <a:rPr sz="600" i="1" spc="-10" dirty="0">
                <a:solidFill>
                  <a:srgbClr val="333333"/>
                </a:solidFill>
                <a:latin typeface="Verdana"/>
                <a:cs typeface="Verdana"/>
                <a:hlinkClick r:id="rId7" action="ppaction://hlinksldjump"/>
              </a:rPr>
              <a:t>Vision</a:t>
            </a:r>
            <a:endParaRPr sz="600">
              <a:latin typeface="Verdana"/>
              <a:cs typeface="Verdana"/>
            </a:endParaRPr>
          </a:p>
        </p:txBody>
      </p:sp>
      <p:sp>
        <p:nvSpPr>
          <p:cNvPr id="11" name="object 11"/>
          <p:cNvSpPr txBox="1">
            <a:spLocks noGrp="1"/>
          </p:cNvSpPr>
          <p:nvPr>
            <p:ph type="sldNum" sz="quarter" idx="7"/>
          </p:nvPr>
        </p:nvSpPr>
        <p:spPr>
          <a:prstGeom prst="rect">
            <a:avLst/>
          </a:prstGeom>
        </p:spPr>
        <p:txBody>
          <a:bodyPr vert="horz" wrap="square" lIns="0" tIns="7620" rIns="0" bIns="0" rtlCol="0">
            <a:spAutoFit/>
          </a:bodyPr>
          <a:lstStyle/>
          <a:p>
            <a:pPr marL="38100">
              <a:lnSpc>
                <a:spcPct val="100000"/>
              </a:lnSpc>
              <a:spcBef>
                <a:spcPts val="60"/>
              </a:spcBef>
            </a:pPr>
            <a:fld id="{81D60167-4931-47E6-BA6A-407CBD079E47}" type="slidenum">
              <a:rPr spc="-45" dirty="0"/>
              <a:t>37</a:t>
            </a:fld>
            <a:r>
              <a:rPr spc="-90" dirty="0"/>
              <a:t> </a:t>
            </a:r>
            <a:r>
              <a:rPr spc="70" dirty="0"/>
              <a:t>/</a:t>
            </a:r>
            <a:r>
              <a:rPr spc="-85" dirty="0"/>
              <a:t> </a:t>
            </a:r>
            <a:r>
              <a:rPr spc="-25" dirty="0"/>
              <a:t>59</a:t>
            </a:r>
          </a:p>
        </p:txBody>
      </p:sp>
    </p:spTree>
  </p:cSld>
  <p:clrMapOvr>
    <a:masterClrMapping/>
  </p:clrMapOvr>
  <p:transition>
    <p:cut/>
  </p:transition>
</p:sld>
</file>

<file path=ppt/slides/slide38.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object 2"/>
          <p:cNvSpPr txBox="1"/>
          <p:nvPr/>
        </p:nvSpPr>
        <p:spPr>
          <a:xfrm>
            <a:off x="2858214" y="15020"/>
            <a:ext cx="255270" cy="101600"/>
          </a:xfrm>
          <a:prstGeom prst="rect">
            <a:avLst/>
          </a:prstGeom>
        </p:spPr>
        <p:txBody>
          <a:bodyPr vert="horz" wrap="square" lIns="0" tIns="12065" rIns="0" bIns="0" rtlCol="0">
            <a:spAutoFit/>
          </a:bodyPr>
          <a:lstStyle/>
          <a:p>
            <a:pPr marL="12700">
              <a:lnSpc>
                <a:spcPct val="100000"/>
              </a:lnSpc>
              <a:spcBef>
                <a:spcPts val="95"/>
              </a:spcBef>
            </a:pPr>
            <a:r>
              <a:rPr sz="500" b="1" spc="-10" dirty="0">
                <a:solidFill>
                  <a:srgbClr val="E2E2E2"/>
                </a:solidFill>
                <a:latin typeface="Arial"/>
                <a:cs typeface="Arial"/>
                <a:hlinkClick r:id="rId2" action="ppaction://hlinksldjump"/>
              </a:rPr>
              <a:t>Outline</a:t>
            </a:r>
            <a:endParaRPr sz="500">
              <a:latin typeface="Arial"/>
              <a:cs typeface="Arial"/>
            </a:endParaRPr>
          </a:p>
        </p:txBody>
      </p:sp>
      <p:sp>
        <p:nvSpPr>
          <p:cNvPr id="3" name="object 3"/>
          <p:cNvSpPr txBox="1"/>
          <p:nvPr/>
        </p:nvSpPr>
        <p:spPr>
          <a:xfrm>
            <a:off x="4117530" y="15020"/>
            <a:ext cx="434340" cy="101600"/>
          </a:xfrm>
          <a:prstGeom prst="rect">
            <a:avLst/>
          </a:prstGeom>
        </p:spPr>
        <p:txBody>
          <a:bodyPr vert="horz" wrap="square" lIns="0" tIns="12065" rIns="0" bIns="0" rtlCol="0">
            <a:spAutoFit/>
          </a:bodyPr>
          <a:lstStyle/>
          <a:p>
            <a:pPr marL="12700">
              <a:lnSpc>
                <a:spcPct val="100000"/>
              </a:lnSpc>
              <a:spcBef>
                <a:spcPts val="95"/>
              </a:spcBef>
            </a:pPr>
            <a:r>
              <a:rPr sz="500" b="1" spc="-10" dirty="0">
                <a:solidFill>
                  <a:srgbClr val="E2E2E2"/>
                </a:solidFill>
                <a:latin typeface="Arial"/>
                <a:cs typeface="Arial"/>
                <a:hlinkClick r:id="rId3" action="ppaction://hlinksldjump"/>
              </a:rPr>
              <a:t>Administrivia</a:t>
            </a:r>
            <a:endParaRPr sz="500">
              <a:latin typeface="Arial"/>
              <a:cs typeface="Arial"/>
            </a:endParaRPr>
          </a:p>
        </p:txBody>
      </p:sp>
      <p:pic>
        <p:nvPicPr>
          <p:cNvPr id="4" name="object 4"/>
          <p:cNvPicPr/>
          <p:nvPr/>
        </p:nvPicPr>
        <p:blipFill>
          <a:blip r:embed="rId4" cstate="print"/>
          <a:stretch>
            <a:fillRect/>
          </a:stretch>
        </p:blipFill>
        <p:spPr>
          <a:xfrm>
            <a:off x="68833" y="112855"/>
            <a:ext cx="4470398" cy="7591"/>
          </a:xfrm>
          <a:prstGeom prst="rect">
            <a:avLst/>
          </a:prstGeom>
        </p:spPr>
      </p:pic>
      <p:sp>
        <p:nvSpPr>
          <p:cNvPr id="5" name="object 5"/>
          <p:cNvSpPr txBox="1"/>
          <p:nvPr/>
        </p:nvSpPr>
        <p:spPr>
          <a:xfrm>
            <a:off x="23304" y="-9546"/>
            <a:ext cx="2512695" cy="255198"/>
          </a:xfrm>
          <a:prstGeom prst="rect">
            <a:avLst/>
          </a:prstGeom>
        </p:spPr>
        <p:txBody>
          <a:bodyPr vert="horz" wrap="square" lIns="0" tIns="36830" rIns="0" bIns="0" rtlCol="0">
            <a:spAutoFit/>
          </a:bodyPr>
          <a:lstStyle/>
          <a:p>
            <a:pPr marL="45085">
              <a:lnSpc>
                <a:spcPct val="100000"/>
              </a:lnSpc>
              <a:spcBef>
                <a:spcPts val="290"/>
              </a:spcBef>
              <a:tabLst>
                <a:tab pos="1461135" algn="l"/>
              </a:tabLst>
            </a:pPr>
            <a:r>
              <a:rPr sz="500" b="1" spc="-10" dirty="0">
                <a:solidFill>
                  <a:srgbClr val="E2E2E2"/>
                </a:solidFill>
                <a:latin typeface="Arial"/>
                <a:cs typeface="Arial"/>
                <a:hlinkClick r:id="rId5" action="ppaction://hlinksldjump"/>
              </a:rPr>
              <a:t>Introduction</a:t>
            </a:r>
            <a:r>
              <a:rPr sz="500" b="1" dirty="0">
                <a:solidFill>
                  <a:srgbClr val="E2E2E2"/>
                </a:solidFill>
                <a:latin typeface="Arial"/>
                <a:cs typeface="Arial"/>
              </a:rPr>
              <a:t>	</a:t>
            </a:r>
            <a:endParaRPr sz="500" dirty="0">
              <a:latin typeface="Arial"/>
              <a:cs typeface="Arial"/>
            </a:endParaRPr>
          </a:p>
          <a:p>
            <a:pPr marL="12700">
              <a:lnSpc>
                <a:spcPts val="1060"/>
              </a:lnSpc>
            </a:pPr>
            <a:r>
              <a:rPr sz="1000" i="1" spc="-45" dirty="0">
                <a:solidFill>
                  <a:srgbClr val="4B81AE"/>
                </a:solidFill>
                <a:latin typeface="Arial"/>
                <a:cs typeface="Arial"/>
              </a:rPr>
              <a:t>Hand-</a:t>
            </a:r>
            <a:r>
              <a:rPr sz="1000" i="1" spc="-30" dirty="0">
                <a:solidFill>
                  <a:srgbClr val="4B81AE"/>
                </a:solidFill>
                <a:latin typeface="Arial"/>
                <a:cs typeface="Arial"/>
              </a:rPr>
              <a:t>drawn</a:t>
            </a:r>
            <a:r>
              <a:rPr sz="1000" i="1" spc="-15" dirty="0">
                <a:solidFill>
                  <a:srgbClr val="4B81AE"/>
                </a:solidFill>
                <a:latin typeface="Arial"/>
                <a:cs typeface="Arial"/>
              </a:rPr>
              <a:t> </a:t>
            </a:r>
            <a:r>
              <a:rPr sz="1000" i="1" spc="-30" dirty="0">
                <a:solidFill>
                  <a:srgbClr val="4B81AE"/>
                </a:solidFill>
                <a:latin typeface="Arial"/>
                <a:cs typeface="Arial"/>
              </a:rPr>
              <a:t>Table</a:t>
            </a:r>
            <a:r>
              <a:rPr sz="1000" i="1" spc="-5" dirty="0">
                <a:solidFill>
                  <a:srgbClr val="4B81AE"/>
                </a:solidFill>
                <a:latin typeface="Arial"/>
                <a:cs typeface="Arial"/>
              </a:rPr>
              <a:t> </a:t>
            </a:r>
            <a:r>
              <a:rPr sz="1000" i="1" spc="-25" dirty="0">
                <a:solidFill>
                  <a:srgbClr val="4B81AE"/>
                </a:solidFill>
                <a:latin typeface="Arial"/>
                <a:cs typeface="Arial"/>
              </a:rPr>
              <a:t>Detection</a:t>
            </a:r>
            <a:r>
              <a:rPr sz="1000" i="1" spc="-10" dirty="0">
                <a:solidFill>
                  <a:srgbClr val="4B81AE"/>
                </a:solidFill>
                <a:latin typeface="Arial"/>
                <a:cs typeface="Arial"/>
              </a:rPr>
              <a:t> </a:t>
            </a:r>
            <a:r>
              <a:rPr sz="1000" i="1" spc="-20" dirty="0">
                <a:solidFill>
                  <a:srgbClr val="4B81AE"/>
                </a:solidFill>
                <a:latin typeface="Arial"/>
                <a:cs typeface="Arial"/>
              </a:rPr>
              <a:t>and</a:t>
            </a:r>
            <a:r>
              <a:rPr sz="1000" i="1" spc="-10" dirty="0">
                <a:solidFill>
                  <a:srgbClr val="4B81AE"/>
                </a:solidFill>
                <a:latin typeface="Arial"/>
                <a:cs typeface="Arial"/>
              </a:rPr>
              <a:t> </a:t>
            </a:r>
            <a:r>
              <a:rPr sz="1000" i="1" spc="-25" dirty="0">
                <a:solidFill>
                  <a:srgbClr val="4B81AE"/>
                </a:solidFill>
                <a:latin typeface="Arial"/>
                <a:cs typeface="Arial"/>
              </a:rPr>
              <a:t>Classification</a:t>
            </a:r>
            <a:endParaRPr sz="1000" dirty="0">
              <a:latin typeface="Arial"/>
              <a:cs typeface="Arial"/>
            </a:endParaRPr>
          </a:p>
        </p:txBody>
      </p:sp>
      <p:pic>
        <p:nvPicPr>
          <p:cNvPr id="6" name="object 6"/>
          <p:cNvPicPr/>
          <p:nvPr/>
        </p:nvPicPr>
        <p:blipFill>
          <a:blip r:embed="rId6" cstate="print"/>
          <a:stretch>
            <a:fillRect/>
          </a:stretch>
        </p:blipFill>
        <p:spPr>
          <a:xfrm>
            <a:off x="908591" y="783674"/>
            <a:ext cx="2784444" cy="1793156"/>
          </a:xfrm>
          <a:prstGeom prst="rect">
            <a:avLst/>
          </a:prstGeom>
        </p:spPr>
      </p:pic>
      <p:sp>
        <p:nvSpPr>
          <p:cNvPr id="7" name="object 7"/>
          <p:cNvSpPr/>
          <p:nvPr/>
        </p:nvSpPr>
        <p:spPr>
          <a:xfrm>
            <a:off x="36004" y="2981769"/>
            <a:ext cx="1828800" cy="0"/>
          </a:xfrm>
          <a:custGeom>
            <a:avLst/>
            <a:gdLst/>
            <a:ahLst/>
            <a:cxnLst/>
            <a:rect l="l" t="t" r="r" b="b"/>
            <a:pathLst>
              <a:path w="1828800">
                <a:moveTo>
                  <a:pt x="0" y="0"/>
                </a:moveTo>
                <a:lnTo>
                  <a:pt x="1828800" y="0"/>
                </a:lnTo>
              </a:path>
            </a:pathLst>
          </a:custGeom>
          <a:ln w="5054">
            <a:solidFill>
              <a:srgbClr val="333333"/>
            </a:solidFill>
          </a:ln>
        </p:spPr>
        <p:txBody>
          <a:bodyPr wrap="square" lIns="0" tIns="0" rIns="0" bIns="0" rtlCol="0"/>
          <a:lstStyle/>
          <a:p>
            <a:endParaRPr/>
          </a:p>
        </p:txBody>
      </p:sp>
      <p:sp>
        <p:nvSpPr>
          <p:cNvPr id="8" name="object 8"/>
          <p:cNvSpPr/>
          <p:nvPr/>
        </p:nvSpPr>
        <p:spPr>
          <a:xfrm>
            <a:off x="68834" y="3308210"/>
            <a:ext cx="4470400" cy="0"/>
          </a:xfrm>
          <a:custGeom>
            <a:avLst/>
            <a:gdLst/>
            <a:ahLst/>
            <a:cxnLst/>
            <a:rect l="l" t="t" r="r" b="b"/>
            <a:pathLst>
              <a:path w="4470400">
                <a:moveTo>
                  <a:pt x="0" y="0"/>
                </a:moveTo>
                <a:lnTo>
                  <a:pt x="4470336" y="0"/>
                </a:lnTo>
              </a:path>
            </a:pathLst>
          </a:custGeom>
          <a:ln w="7594">
            <a:solidFill>
              <a:srgbClr val="4B81AE"/>
            </a:solidFill>
          </a:ln>
        </p:spPr>
        <p:txBody>
          <a:bodyPr wrap="square" lIns="0" tIns="0" rIns="0" bIns="0" rtlCol="0"/>
          <a:lstStyle/>
          <a:p>
            <a:endParaRPr/>
          </a:p>
        </p:txBody>
      </p:sp>
      <p:sp>
        <p:nvSpPr>
          <p:cNvPr id="9" name="object 9"/>
          <p:cNvSpPr txBox="1"/>
          <p:nvPr/>
        </p:nvSpPr>
        <p:spPr>
          <a:xfrm>
            <a:off x="23304" y="2998641"/>
            <a:ext cx="4051300" cy="304800"/>
          </a:xfrm>
          <a:prstGeom prst="rect">
            <a:avLst/>
          </a:prstGeom>
        </p:spPr>
        <p:txBody>
          <a:bodyPr vert="horz" wrap="square" lIns="0" tIns="3810" rIns="0" bIns="0" rtlCol="0">
            <a:spAutoFit/>
          </a:bodyPr>
          <a:lstStyle/>
          <a:p>
            <a:pPr marL="12700" marR="5080" indent="210185">
              <a:lnSpc>
                <a:spcPts val="1100"/>
              </a:lnSpc>
              <a:spcBef>
                <a:spcPts val="30"/>
              </a:spcBef>
            </a:pPr>
            <a:r>
              <a:rPr sz="900" dirty="0">
                <a:solidFill>
                  <a:srgbClr val="4B81AE"/>
                </a:solidFill>
                <a:latin typeface="Arial MT"/>
                <a:cs typeface="Arial MT"/>
              </a:rPr>
              <a:t>Asmat</a:t>
            </a:r>
            <a:r>
              <a:rPr sz="900" spc="10" dirty="0">
                <a:solidFill>
                  <a:srgbClr val="4B81AE"/>
                </a:solidFill>
                <a:latin typeface="Arial MT"/>
                <a:cs typeface="Arial MT"/>
              </a:rPr>
              <a:t> </a:t>
            </a:r>
            <a:r>
              <a:rPr sz="900" dirty="0">
                <a:solidFill>
                  <a:srgbClr val="4B81AE"/>
                </a:solidFill>
                <a:latin typeface="Arial MT"/>
                <a:cs typeface="Arial MT"/>
              </a:rPr>
              <a:t>Batool.</a:t>
            </a:r>
            <a:r>
              <a:rPr sz="900" spc="100" dirty="0">
                <a:solidFill>
                  <a:srgbClr val="4B81AE"/>
                </a:solidFill>
                <a:latin typeface="Arial MT"/>
                <a:cs typeface="Arial MT"/>
              </a:rPr>
              <a:t> </a:t>
            </a:r>
            <a:r>
              <a:rPr sz="900" dirty="0">
                <a:solidFill>
                  <a:srgbClr val="333333"/>
                </a:solidFill>
                <a:latin typeface="Arial MT"/>
                <a:cs typeface="Arial MT"/>
              </a:rPr>
              <a:t>“Detection</a:t>
            </a:r>
            <a:r>
              <a:rPr sz="900" spc="15" dirty="0">
                <a:solidFill>
                  <a:srgbClr val="333333"/>
                </a:solidFill>
                <a:latin typeface="Arial MT"/>
                <a:cs typeface="Arial MT"/>
              </a:rPr>
              <a:t> </a:t>
            </a:r>
            <a:r>
              <a:rPr sz="900" spc="-10" dirty="0">
                <a:solidFill>
                  <a:srgbClr val="333333"/>
                </a:solidFill>
                <a:latin typeface="Arial MT"/>
                <a:cs typeface="Arial MT"/>
              </a:rPr>
              <a:t>and</a:t>
            </a:r>
            <a:r>
              <a:rPr sz="900" spc="15" dirty="0">
                <a:solidFill>
                  <a:srgbClr val="333333"/>
                </a:solidFill>
                <a:latin typeface="Arial MT"/>
                <a:cs typeface="Arial MT"/>
              </a:rPr>
              <a:t> </a:t>
            </a:r>
            <a:r>
              <a:rPr sz="900" spc="-25" dirty="0">
                <a:solidFill>
                  <a:srgbClr val="333333"/>
                </a:solidFill>
                <a:latin typeface="Arial MT"/>
                <a:cs typeface="Arial MT"/>
              </a:rPr>
              <a:t>Recognition</a:t>
            </a:r>
            <a:r>
              <a:rPr sz="900" spc="10" dirty="0">
                <a:solidFill>
                  <a:srgbClr val="333333"/>
                </a:solidFill>
                <a:latin typeface="Arial MT"/>
                <a:cs typeface="Arial MT"/>
              </a:rPr>
              <a:t> </a:t>
            </a:r>
            <a:r>
              <a:rPr sz="900" dirty="0">
                <a:solidFill>
                  <a:srgbClr val="333333"/>
                </a:solidFill>
                <a:latin typeface="Arial MT"/>
                <a:cs typeface="Arial MT"/>
              </a:rPr>
              <a:t>of</a:t>
            </a:r>
            <a:r>
              <a:rPr sz="900" spc="15" dirty="0">
                <a:solidFill>
                  <a:srgbClr val="333333"/>
                </a:solidFill>
                <a:latin typeface="Arial MT"/>
                <a:cs typeface="Arial MT"/>
              </a:rPr>
              <a:t> </a:t>
            </a:r>
            <a:r>
              <a:rPr sz="900" spc="-20" dirty="0">
                <a:solidFill>
                  <a:srgbClr val="333333"/>
                </a:solidFill>
                <a:latin typeface="Arial MT"/>
                <a:cs typeface="Arial MT"/>
              </a:rPr>
              <a:t>Tabular</a:t>
            </a:r>
            <a:r>
              <a:rPr sz="900" spc="15" dirty="0">
                <a:solidFill>
                  <a:srgbClr val="333333"/>
                </a:solidFill>
                <a:latin typeface="Arial MT"/>
                <a:cs typeface="Arial MT"/>
              </a:rPr>
              <a:t> </a:t>
            </a:r>
            <a:r>
              <a:rPr sz="900" spc="-20" dirty="0">
                <a:solidFill>
                  <a:srgbClr val="333333"/>
                </a:solidFill>
                <a:latin typeface="Arial MT"/>
                <a:cs typeface="Arial MT"/>
              </a:rPr>
              <a:t>Structures</a:t>
            </a:r>
            <a:r>
              <a:rPr sz="900" spc="10" dirty="0">
                <a:solidFill>
                  <a:srgbClr val="333333"/>
                </a:solidFill>
                <a:latin typeface="Arial MT"/>
                <a:cs typeface="Arial MT"/>
              </a:rPr>
              <a:t> </a:t>
            </a:r>
            <a:r>
              <a:rPr sz="900" dirty="0">
                <a:solidFill>
                  <a:srgbClr val="333333"/>
                </a:solidFill>
                <a:latin typeface="Arial MT"/>
                <a:cs typeface="Arial MT"/>
              </a:rPr>
              <a:t>in</a:t>
            </a:r>
            <a:r>
              <a:rPr sz="900" spc="15" dirty="0">
                <a:solidFill>
                  <a:srgbClr val="333333"/>
                </a:solidFill>
                <a:latin typeface="Arial MT"/>
                <a:cs typeface="Arial MT"/>
              </a:rPr>
              <a:t> </a:t>
            </a:r>
            <a:r>
              <a:rPr sz="900" spc="-10" dirty="0">
                <a:solidFill>
                  <a:srgbClr val="333333"/>
                </a:solidFill>
                <a:latin typeface="Arial MT"/>
                <a:cs typeface="Arial MT"/>
              </a:rPr>
              <a:t>Historical </a:t>
            </a:r>
            <a:r>
              <a:rPr sz="900" dirty="0">
                <a:solidFill>
                  <a:srgbClr val="333333"/>
                </a:solidFill>
                <a:latin typeface="Arial MT"/>
                <a:cs typeface="Arial MT"/>
              </a:rPr>
              <a:t>Documents”.</a:t>
            </a:r>
            <a:r>
              <a:rPr sz="900" spc="415" dirty="0">
                <a:solidFill>
                  <a:srgbClr val="333333"/>
                </a:solidFill>
                <a:latin typeface="Arial MT"/>
                <a:cs typeface="Arial MT"/>
              </a:rPr>
              <a:t> </a:t>
            </a:r>
            <a:r>
              <a:rPr sz="900" dirty="0">
                <a:solidFill>
                  <a:srgbClr val="8AADCA"/>
                </a:solidFill>
                <a:latin typeface="Arial MT"/>
                <a:cs typeface="Arial MT"/>
              </a:rPr>
              <a:t>MPhil </a:t>
            </a:r>
            <a:r>
              <a:rPr sz="900" spc="-10" dirty="0">
                <a:solidFill>
                  <a:srgbClr val="8AADCA"/>
                </a:solidFill>
                <a:latin typeface="Arial MT"/>
                <a:cs typeface="Arial MT"/>
              </a:rPr>
              <a:t>Thesis.</a:t>
            </a:r>
            <a:r>
              <a:rPr sz="900" spc="85" dirty="0">
                <a:solidFill>
                  <a:srgbClr val="8AADCA"/>
                </a:solidFill>
                <a:latin typeface="Arial MT"/>
                <a:cs typeface="Arial MT"/>
              </a:rPr>
              <a:t> </a:t>
            </a:r>
            <a:r>
              <a:rPr sz="900" dirty="0">
                <a:solidFill>
                  <a:srgbClr val="8AADCA"/>
                </a:solidFill>
                <a:latin typeface="Arial MT"/>
                <a:cs typeface="Arial MT"/>
              </a:rPr>
              <a:t>PUCIT, </a:t>
            </a:r>
            <a:r>
              <a:rPr sz="900" spc="-10" dirty="0">
                <a:solidFill>
                  <a:srgbClr val="8AADCA"/>
                </a:solidFill>
                <a:latin typeface="Arial MT"/>
                <a:cs typeface="Arial MT"/>
              </a:rPr>
              <a:t>2020</a:t>
            </a:r>
            <a:r>
              <a:rPr sz="900" spc="-10" dirty="0">
                <a:solidFill>
                  <a:srgbClr val="333333"/>
                </a:solidFill>
                <a:latin typeface="Arial MT"/>
                <a:cs typeface="Arial MT"/>
              </a:rPr>
              <a:t>.</a:t>
            </a:r>
            <a:endParaRPr sz="900">
              <a:latin typeface="Arial MT"/>
              <a:cs typeface="Arial MT"/>
            </a:endParaRPr>
          </a:p>
        </p:txBody>
      </p:sp>
      <p:sp>
        <p:nvSpPr>
          <p:cNvPr id="10" name="object 10"/>
          <p:cNvSpPr txBox="1"/>
          <p:nvPr/>
        </p:nvSpPr>
        <p:spPr>
          <a:xfrm>
            <a:off x="1779498" y="3332022"/>
            <a:ext cx="648335" cy="122555"/>
          </a:xfrm>
          <a:prstGeom prst="rect">
            <a:avLst/>
          </a:prstGeom>
        </p:spPr>
        <p:txBody>
          <a:bodyPr vert="horz" wrap="square" lIns="0" tIns="7620" rIns="0" bIns="0" rtlCol="0">
            <a:spAutoFit/>
          </a:bodyPr>
          <a:lstStyle/>
          <a:p>
            <a:pPr marL="12700">
              <a:lnSpc>
                <a:spcPct val="100000"/>
              </a:lnSpc>
              <a:spcBef>
                <a:spcPts val="60"/>
              </a:spcBef>
            </a:pPr>
            <a:r>
              <a:rPr sz="600" i="1" spc="-20" dirty="0">
                <a:solidFill>
                  <a:srgbClr val="333333"/>
                </a:solidFill>
                <a:latin typeface="Verdana"/>
                <a:cs typeface="Verdana"/>
                <a:hlinkClick r:id="rId7" action="ppaction://hlinksldjump"/>
              </a:rPr>
              <a:t>Computer</a:t>
            </a:r>
            <a:r>
              <a:rPr sz="600" i="1" spc="25" dirty="0">
                <a:solidFill>
                  <a:srgbClr val="333333"/>
                </a:solidFill>
                <a:latin typeface="Verdana"/>
                <a:cs typeface="Verdana"/>
                <a:hlinkClick r:id="rId7" action="ppaction://hlinksldjump"/>
              </a:rPr>
              <a:t> </a:t>
            </a:r>
            <a:r>
              <a:rPr sz="600" i="1" spc="-10" dirty="0">
                <a:solidFill>
                  <a:srgbClr val="333333"/>
                </a:solidFill>
                <a:latin typeface="Verdana"/>
                <a:cs typeface="Verdana"/>
                <a:hlinkClick r:id="rId7" action="ppaction://hlinksldjump"/>
              </a:rPr>
              <a:t>Vision</a:t>
            </a:r>
            <a:endParaRPr sz="600">
              <a:latin typeface="Verdana"/>
              <a:cs typeface="Verdana"/>
            </a:endParaRPr>
          </a:p>
        </p:txBody>
      </p:sp>
      <p:sp>
        <p:nvSpPr>
          <p:cNvPr id="11" name="object 11"/>
          <p:cNvSpPr txBox="1">
            <a:spLocks noGrp="1"/>
          </p:cNvSpPr>
          <p:nvPr>
            <p:ph type="sldNum" sz="quarter" idx="7"/>
          </p:nvPr>
        </p:nvSpPr>
        <p:spPr>
          <a:prstGeom prst="rect">
            <a:avLst/>
          </a:prstGeom>
        </p:spPr>
        <p:txBody>
          <a:bodyPr vert="horz" wrap="square" lIns="0" tIns="7620" rIns="0" bIns="0" rtlCol="0">
            <a:spAutoFit/>
          </a:bodyPr>
          <a:lstStyle/>
          <a:p>
            <a:pPr marL="38100">
              <a:lnSpc>
                <a:spcPct val="100000"/>
              </a:lnSpc>
              <a:spcBef>
                <a:spcPts val="60"/>
              </a:spcBef>
            </a:pPr>
            <a:fld id="{81D60167-4931-47E6-BA6A-407CBD079E47}" type="slidenum">
              <a:rPr spc="-45" dirty="0"/>
              <a:t>38</a:t>
            </a:fld>
            <a:r>
              <a:rPr spc="-90" dirty="0"/>
              <a:t> </a:t>
            </a:r>
            <a:r>
              <a:rPr spc="70" dirty="0"/>
              <a:t>/</a:t>
            </a:r>
            <a:r>
              <a:rPr spc="-85" dirty="0"/>
              <a:t> </a:t>
            </a:r>
            <a:r>
              <a:rPr spc="-25" dirty="0"/>
              <a:t>59</a:t>
            </a:r>
          </a:p>
        </p:txBody>
      </p:sp>
    </p:spTree>
  </p:cSld>
  <p:clrMapOvr>
    <a:masterClrMapping/>
  </p:clrMapOvr>
  <p:transition>
    <p:cut/>
  </p:transition>
</p:sld>
</file>

<file path=ppt/slides/slide39.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object 2"/>
          <p:cNvSpPr txBox="1"/>
          <p:nvPr/>
        </p:nvSpPr>
        <p:spPr>
          <a:xfrm>
            <a:off x="56134" y="15020"/>
            <a:ext cx="412115" cy="101600"/>
          </a:xfrm>
          <a:prstGeom prst="rect">
            <a:avLst/>
          </a:prstGeom>
        </p:spPr>
        <p:txBody>
          <a:bodyPr vert="horz" wrap="square" lIns="0" tIns="12065" rIns="0" bIns="0" rtlCol="0">
            <a:spAutoFit/>
          </a:bodyPr>
          <a:lstStyle/>
          <a:p>
            <a:pPr marL="12700">
              <a:lnSpc>
                <a:spcPct val="100000"/>
              </a:lnSpc>
              <a:spcBef>
                <a:spcPts val="95"/>
              </a:spcBef>
            </a:pPr>
            <a:r>
              <a:rPr sz="500" b="1" spc="-10" dirty="0">
                <a:solidFill>
                  <a:srgbClr val="E2E2E2"/>
                </a:solidFill>
                <a:latin typeface="Arial"/>
                <a:cs typeface="Arial"/>
                <a:hlinkClick r:id="rId2" action="ppaction://hlinksldjump"/>
              </a:rPr>
              <a:t>Introduction</a:t>
            </a:r>
            <a:endParaRPr sz="500">
              <a:latin typeface="Arial"/>
              <a:cs typeface="Arial"/>
            </a:endParaRPr>
          </a:p>
        </p:txBody>
      </p:sp>
      <p:sp>
        <p:nvSpPr>
          <p:cNvPr id="4" name="object 4"/>
          <p:cNvSpPr txBox="1"/>
          <p:nvPr/>
        </p:nvSpPr>
        <p:spPr>
          <a:xfrm>
            <a:off x="2858214" y="15020"/>
            <a:ext cx="255270" cy="101600"/>
          </a:xfrm>
          <a:prstGeom prst="rect">
            <a:avLst/>
          </a:prstGeom>
        </p:spPr>
        <p:txBody>
          <a:bodyPr vert="horz" wrap="square" lIns="0" tIns="12065" rIns="0" bIns="0" rtlCol="0">
            <a:spAutoFit/>
          </a:bodyPr>
          <a:lstStyle/>
          <a:p>
            <a:pPr marL="12700">
              <a:lnSpc>
                <a:spcPct val="100000"/>
              </a:lnSpc>
              <a:spcBef>
                <a:spcPts val="95"/>
              </a:spcBef>
            </a:pPr>
            <a:r>
              <a:rPr sz="500" b="1" spc="-10" dirty="0">
                <a:solidFill>
                  <a:srgbClr val="E2E2E2"/>
                </a:solidFill>
                <a:latin typeface="Arial"/>
                <a:cs typeface="Arial"/>
                <a:hlinkClick r:id="rId3" action="ppaction://hlinksldjump"/>
              </a:rPr>
              <a:t>Outline</a:t>
            </a:r>
            <a:endParaRPr sz="500">
              <a:latin typeface="Arial"/>
              <a:cs typeface="Arial"/>
            </a:endParaRPr>
          </a:p>
        </p:txBody>
      </p:sp>
      <p:sp>
        <p:nvSpPr>
          <p:cNvPr id="5" name="object 5"/>
          <p:cNvSpPr txBox="1"/>
          <p:nvPr/>
        </p:nvSpPr>
        <p:spPr>
          <a:xfrm>
            <a:off x="4117530" y="15020"/>
            <a:ext cx="434340" cy="101600"/>
          </a:xfrm>
          <a:prstGeom prst="rect">
            <a:avLst/>
          </a:prstGeom>
        </p:spPr>
        <p:txBody>
          <a:bodyPr vert="horz" wrap="square" lIns="0" tIns="12065" rIns="0" bIns="0" rtlCol="0">
            <a:spAutoFit/>
          </a:bodyPr>
          <a:lstStyle/>
          <a:p>
            <a:pPr marL="12700">
              <a:lnSpc>
                <a:spcPct val="100000"/>
              </a:lnSpc>
              <a:spcBef>
                <a:spcPts val="95"/>
              </a:spcBef>
            </a:pPr>
            <a:r>
              <a:rPr sz="500" b="1" spc="-10" dirty="0">
                <a:solidFill>
                  <a:srgbClr val="E2E2E2"/>
                </a:solidFill>
                <a:latin typeface="Arial"/>
                <a:cs typeface="Arial"/>
                <a:hlinkClick r:id="rId4" action="ppaction://hlinksldjump"/>
              </a:rPr>
              <a:t>Administrivia</a:t>
            </a:r>
            <a:endParaRPr sz="500">
              <a:latin typeface="Arial"/>
              <a:cs typeface="Arial"/>
            </a:endParaRPr>
          </a:p>
        </p:txBody>
      </p:sp>
      <p:pic>
        <p:nvPicPr>
          <p:cNvPr id="6" name="object 6"/>
          <p:cNvPicPr/>
          <p:nvPr/>
        </p:nvPicPr>
        <p:blipFill>
          <a:blip r:embed="rId5" cstate="print"/>
          <a:stretch>
            <a:fillRect/>
          </a:stretch>
        </p:blipFill>
        <p:spPr>
          <a:xfrm>
            <a:off x="68833" y="112855"/>
            <a:ext cx="4470399" cy="7591"/>
          </a:xfrm>
          <a:prstGeom prst="rect">
            <a:avLst/>
          </a:prstGeom>
        </p:spPr>
      </p:pic>
      <p:sp>
        <p:nvSpPr>
          <p:cNvPr id="7" name="object 7"/>
          <p:cNvSpPr txBox="1"/>
          <p:nvPr/>
        </p:nvSpPr>
        <p:spPr>
          <a:xfrm>
            <a:off x="23304" y="149895"/>
            <a:ext cx="1424940" cy="153247"/>
          </a:xfrm>
          <a:prstGeom prst="rect">
            <a:avLst/>
          </a:prstGeom>
        </p:spPr>
        <p:txBody>
          <a:bodyPr vert="horz" wrap="square" lIns="0" tIns="12065" rIns="0" bIns="0" rtlCol="0">
            <a:spAutoFit/>
          </a:bodyPr>
          <a:lstStyle/>
          <a:p>
            <a:pPr marL="12700">
              <a:lnSpc>
                <a:spcPts val="1060"/>
              </a:lnSpc>
            </a:pPr>
            <a:r>
              <a:rPr sz="1000" i="1" spc="-45" dirty="0">
                <a:solidFill>
                  <a:srgbClr val="4B81AE"/>
                </a:solidFill>
                <a:latin typeface="Arial"/>
                <a:cs typeface="Arial"/>
              </a:rPr>
              <a:t>Hand-</a:t>
            </a:r>
            <a:r>
              <a:rPr sz="1000" i="1" spc="-30" dirty="0">
                <a:solidFill>
                  <a:srgbClr val="4B81AE"/>
                </a:solidFill>
                <a:latin typeface="Arial"/>
                <a:cs typeface="Arial"/>
              </a:rPr>
              <a:t>drawn</a:t>
            </a:r>
            <a:r>
              <a:rPr sz="1000" i="1" spc="-10" dirty="0">
                <a:solidFill>
                  <a:srgbClr val="4B81AE"/>
                </a:solidFill>
                <a:latin typeface="Arial"/>
                <a:cs typeface="Arial"/>
              </a:rPr>
              <a:t> </a:t>
            </a:r>
            <a:r>
              <a:rPr sz="1000" i="1" spc="-30" dirty="0">
                <a:solidFill>
                  <a:srgbClr val="4B81AE"/>
                </a:solidFill>
                <a:latin typeface="Arial"/>
                <a:cs typeface="Arial"/>
              </a:rPr>
              <a:t>Table</a:t>
            </a:r>
            <a:r>
              <a:rPr sz="1000" i="1" spc="-5" dirty="0">
                <a:solidFill>
                  <a:srgbClr val="4B81AE"/>
                </a:solidFill>
                <a:latin typeface="Arial"/>
                <a:cs typeface="Arial"/>
              </a:rPr>
              <a:t> </a:t>
            </a:r>
            <a:r>
              <a:rPr sz="1000" i="1" spc="-40" dirty="0">
                <a:solidFill>
                  <a:srgbClr val="4B81AE"/>
                </a:solidFill>
                <a:latin typeface="Arial"/>
                <a:cs typeface="Arial"/>
              </a:rPr>
              <a:t>Parsing</a:t>
            </a:r>
            <a:endParaRPr sz="1000" dirty="0">
              <a:latin typeface="Arial"/>
              <a:cs typeface="Arial"/>
            </a:endParaRPr>
          </a:p>
        </p:txBody>
      </p:sp>
      <p:pic>
        <p:nvPicPr>
          <p:cNvPr id="8" name="object 8"/>
          <p:cNvPicPr/>
          <p:nvPr/>
        </p:nvPicPr>
        <p:blipFill>
          <a:blip r:embed="rId6" cstate="print"/>
          <a:stretch>
            <a:fillRect/>
          </a:stretch>
        </p:blipFill>
        <p:spPr>
          <a:xfrm>
            <a:off x="1457624" y="769340"/>
            <a:ext cx="1682711" cy="1791978"/>
          </a:xfrm>
          <a:prstGeom prst="rect">
            <a:avLst/>
          </a:prstGeom>
        </p:spPr>
      </p:pic>
      <p:sp>
        <p:nvSpPr>
          <p:cNvPr id="9" name="object 9"/>
          <p:cNvSpPr/>
          <p:nvPr/>
        </p:nvSpPr>
        <p:spPr>
          <a:xfrm>
            <a:off x="36004" y="2981769"/>
            <a:ext cx="1828800" cy="0"/>
          </a:xfrm>
          <a:custGeom>
            <a:avLst/>
            <a:gdLst/>
            <a:ahLst/>
            <a:cxnLst/>
            <a:rect l="l" t="t" r="r" b="b"/>
            <a:pathLst>
              <a:path w="1828800">
                <a:moveTo>
                  <a:pt x="0" y="0"/>
                </a:moveTo>
                <a:lnTo>
                  <a:pt x="1828800" y="0"/>
                </a:lnTo>
              </a:path>
            </a:pathLst>
          </a:custGeom>
          <a:ln w="5054">
            <a:solidFill>
              <a:srgbClr val="333333"/>
            </a:solidFill>
          </a:ln>
        </p:spPr>
        <p:txBody>
          <a:bodyPr wrap="square" lIns="0" tIns="0" rIns="0" bIns="0" rtlCol="0"/>
          <a:lstStyle/>
          <a:p>
            <a:endParaRPr/>
          </a:p>
        </p:txBody>
      </p:sp>
      <p:sp>
        <p:nvSpPr>
          <p:cNvPr id="10" name="object 10"/>
          <p:cNvSpPr txBox="1"/>
          <p:nvPr/>
        </p:nvSpPr>
        <p:spPr>
          <a:xfrm>
            <a:off x="23304" y="2988050"/>
            <a:ext cx="4510405" cy="301625"/>
          </a:xfrm>
          <a:prstGeom prst="rect">
            <a:avLst/>
          </a:prstGeom>
        </p:spPr>
        <p:txBody>
          <a:bodyPr vert="horz" wrap="square" lIns="0" tIns="10160" rIns="0" bIns="0" rtlCol="0">
            <a:spAutoFit/>
          </a:bodyPr>
          <a:lstStyle/>
          <a:p>
            <a:pPr marL="12700" marR="5080" indent="210185">
              <a:lnSpc>
                <a:spcPct val="101499"/>
              </a:lnSpc>
              <a:spcBef>
                <a:spcPts val="80"/>
              </a:spcBef>
            </a:pPr>
            <a:r>
              <a:rPr sz="900" spc="-25" dirty="0">
                <a:solidFill>
                  <a:srgbClr val="4B81AE"/>
                </a:solidFill>
                <a:latin typeface="Arial MT"/>
                <a:cs typeface="Arial MT"/>
              </a:rPr>
              <a:t>Abubakar</a:t>
            </a:r>
            <a:r>
              <a:rPr sz="900" spc="10" dirty="0">
                <a:solidFill>
                  <a:srgbClr val="4B81AE"/>
                </a:solidFill>
                <a:latin typeface="Arial MT"/>
                <a:cs typeface="Arial MT"/>
              </a:rPr>
              <a:t> </a:t>
            </a:r>
            <a:r>
              <a:rPr sz="900" spc="-20" dirty="0">
                <a:solidFill>
                  <a:srgbClr val="4B81AE"/>
                </a:solidFill>
                <a:latin typeface="Arial MT"/>
                <a:cs typeface="Arial MT"/>
              </a:rPr>
              <a:t>Siddique.</a:t>
            </a:r>
            <a:r>
              <a:rPr sz="900" spc="100" dirty="0">
                <a:solidFill>
                  <a:srgbClr val="4B81AE"/>
                </a:solidFill>
                <a:latin typeface="Arial MT"/>
                <a:cs typeface="Arial MT"/>
              </a:rPr>
              <a:t> </a:t>
            </a:r>
            <a:r>
              <a:rPr sz="900" dirty="0">
                <a:solidFill>
                  <a:srgbClr val="333333"/>
                </a:solidFill>
                <a:latin typeface="Arial MT"/>
                <a:cs typeface="Arial MT"/>
              </a:rPr>
              <a:t>“Detection,</a:t>
            </a:r>
            <a:r>
              <a:rPr sz="900" spc="15" dirty="0">
                <a:solidFill>
                  <a:srgbClr val="333333"/>
                </a:solidFill>
                <a:latin typeface="Arial MT"/>
                <a:cs typeface="Arial MT"/>
              </a:rPr>
              <a:t> </a:t>
            </a:r>
            <a:r>
              <a:rPr sz="900" spc="-20" dirty="0">
                <a:solidFill>
                  <a:srgbClr val="333333"/>
                </a:solidFill>
                <a:latin typeface="Arial MT"/>
                <a:cs typeface="Arial MT"/>
              </a:rPr>
              <a:t>Recognition,</a:t>
            </a:r>
            <a:r>
              <a:rPr sz="900" spc="10" dirty="0">
                <a:solidFill>
                  <a:srgbClr val="333333"/>
                </a:solidFill>
                <a:latin typeface="Arial MT"/>
                <a:cs typeface="Arial MT"/>
              </a:rPr>
              <a:t> </a:t>
            </a:r>
            <a:r>
              <a:rPr sz="900" spc="-10" dirty="0">
                <a:solidFill>
                  <a:srgbClr val="333333"/>
                </a:solidFill>
                <a:latin typeface="Arial MT"/>
                <a:cs typeface="Arial MT"/>
              </a:rPr>
              <a:t>and</a:t>
            </a:r>
            <a:r>
              <a:rPr sz="900" spc="15" dirty="0">
                <a:solidFill>
                  <a:srgbClr val="333333"/>
                </a:solidFill>
                <a:latin typeface="Arial MT"/>
                <a:cs typeface="Arial MT"/>
              </a:rPr>
              <a:t> </a:t>
            </a:r>
            <a:r>
              <a:rPr sz="900" dirty="0">
                <a:solidFill>
                  <a:srgbClr val="333333"/>
                </a:solidFill>
                <a:latin typeface="Arial MT"/>
                <a:cs typeface="Arial MT"/>
              </a:rPr>
              <a:t>Spotting</a:t>
            </a:r>
            <a:r>
              <a:rPr sz="900" spc="15" dirty="0">
                <a:solidFill>
                  <a:srgbClr val="333333"/>
                </a:solidFill>
                <a:latin typeface="Arial MT"/>
                <a:cs typeface="Arial MT"/>
              </a:rPr>
              <a:t> </a:t>
            </a:r>
            <a:r>
              <a:rPr sz="900" dirty="0">
                <a:solidFill>
                  <a:srgbClr val="333333"/>
                </a:solidFill>
                <a:latin typeface="Arial MT"/>
                <a:cs typeface="Arial MT"/>
              </a:rPr>
              <a:t>of</a:t>
            </a:r>
            <a:r>
              <a:rPr sz="900" spc="10" dirty="0">
                <a:solidFill>
                  <a:srgbClr val="333333"/>
                </a:solidFill>
                <a:latin typeface="Arial MT"/>
                <a:cs typeface="Arial MT"/>
              </a:rPr>
              <a:t> </a:t>
            </a:r>
            <a:r>
              <a:rPr sz="900" spc="-35" dirty="0">
                <a:solidFill>
                  <a:srgbClr val="333333"/>
                </a:solidFill>
                <a:latin typeface="Arial MT"/>
                <a:cs typeface="Arial MT"/>
              </a:rPr>
              <a:t>Hand-</a:t>
            </a:r>
            <a:r>
              <a:rPr sz="900" spc="-10" dirty="0">
                <a:solidFill>
                  <a:srgbClr val="333333"/>
                </a:solidFill>
                <a:latin typeface="Arial MT"/>
                <a:cs typeface="Arial MT"/>
              </a:rPr>
              <a:t>drawn</a:t>
            </a:r>
            <a:r>
              <a:rPr sz="900" spc="15" dirty="0">
                <a:solidFill>
                  <a:srgbClr val="333333"/>
                </a:solidFill>
                <a:latin typeface="Arial MT"/>
                <a:cs typeface="Arial MT"/>
              </a:rPr>
              <a:t> </a:t>
            </a:r>
            <a:r>
              <a:rPr sz="900" spc="-10" dirty="0">
                <a:solidFill>
                  <a:srgbClr val="333333"/>
                </a:solidFill>
                <a:latin typeface="Arial MT"/>
                <a:cs typeface="Arial MT"/>
              </a:rPr>
              <a:t>Metadata</a:t>
            </a:r>
            <a:r>
              <a:rPr sz="900" spc="15" dirty="0">
                <a:solidFill>
                  <a:srgbClr val="333333"/>
                </a:solidFill>
                <a:latin typeface="Arial MT"/>
                <a:cs typeface="Arial MT"/>
              </a:rPr>
              <a:t> </a:t>
            </a:r>
            <a:r>
              <a:rPr sz="900" spc="-25" dirty="0">
                <a:solidFill>
                  <a:srgbClr val="333333"/>
                </a:solidFill>
                <a:latin typeface="Arial MT"/>
                <a:cs typeface="Arial MT"/>
              </a:rPr>
              <a:t>in </a:t>
            </a:r>
            <a:r>
              <a:rPr sz="900" spc="-10" dirty="0">
                <a:solidFill>
                  <a:srgbClr val="333333"/>
                </a:solidFill>
                <a:latin typeface="Arial MT"/>
                <a:cs typeface="Arial MT"/>
              </a:rPr>
              <a:t>Historical</a:t>
            </a:r>
            <a:r>
              <a:rPr sz="900" spc="20" dirty="0">
                <a:solidFill>
                  <a:srgbClr val="333333"/>
                </a:solidFill>
                <a:latin typeface="Arial MT"/>
                <a:cs typeface="Arial MT"/>
              </a:rPr>
              <a:t> </a:t>
            </a:r>
            <a:r>
              <a:rPr sz="900" dirty="0">
                <a:solidFill>
                  <a:srgbClr val="333333"/>
                </a:solidFill>
                <a:latin typeface="Arial MT"/>
                <a:cs typeface="Arial MT"/>
              </a:rPr>
              <a:t>Maps”.</a:t>
            </a:r>
            <a:r>
              <a:rPr sz="900" spc="475" dirty="0">
                <a:solidFill>
                  <a:srgbClr val="333333"/>
                </a:solidFill>
                <a:latin typeface="Arial MT"/>
                <a:cs typeface="Arial MT"/>
              </a:rPr>
              <a:t> </a:t>
            </a:r>
            <a:r>
              <a:rPr sz="900" dirty="0">
                <a:solidFill>
                  <a:srgbClr val="8AADCA"/>
                </a:solidFill>
                <a:latin typeface="Arial MT"/>
                <a:cs typeface="Arial MT"/>
              </a:rPr>
              <a:t>MPhil</a:t>
            </a:r>
            <a:r>
              <a:rPr sz="900" spc="20" dirty="0">
                <a:solidFill>
                  <a:srgbClr val="8AADCA"/>
                </a:solidFill>
                <a:latin typeface="Arial MT"/>
                <a:cs typeface="Arial MT"/>
              </a:rPr>
              <a:t> </a:t>
            </a:r>
            <a:r>
              <a:rPr sz="900" spc="-10" dirty="0">
                <a:solidFill>
                  <a:srgbClr val="8AADCA"/>
                </a:solidFill>
                <a:latin typeface="Arial MT"/>
                <a:cs typeface="Arial MT"/>
              </a:rPr>
              <a:t>Thesis.</a:t>
            </a:r>
            <a:r>
              <a:rPr sz="900" spc="114" dirty="0">
                <a:solidFill>
                  <a:srgbClr val="8AADCA"/>
                </a:solidFill>
                <a:latin typeface="Arial MT"/>
                <a:cs typeface="Arial MT"/>
              </a:rPr>
              <a:t> </a:t>
            </a:r>
            <a:r>
              <a:rPr sz="900" dirty="0">
                <a:solidFill>
                  <a:srgbClr val="8AADCA"/>
                </a:solidFill>
                <a:latin typeface="Arial MT"/>
                <a:cs typeface="Arial MT"/>
              </a:rPr>
              <a:t>PUCIT,</a:t>
            </a:r>
            <a:r>
              <a:rPr sz="900" spc="25" dirty="0">
                <a:solidFill>
                  <a:srgbClr val="8AADCA"/>
                </a:solidFill>
                <a:latin typeface="Arial MT"/>
                <a:cs typeface="Arial MT"/>
              </a:rPr>
              <a:t> </a:t>
            </a:r>
            <a:r>
              <a:rPr sz="900" dirty="0">
                <a:solidFill>
                  <a:srgbClr val="8AADCA"/>
                </a:solidFill>
                <a:latin typeface="Arial MT"/>
                <a:cs typeface="Arial MT"/>
              </a:rPr>
              <a:t>In</a:t>
            </a:r>
            <a:r>
              <a:rPr sz="900" spc="20" dirty="0">
                <a:solidFill>
                  <a:srgbClr val="8AADCA"/>
                </a:solidFill>
                <a:latin typeface="Arial MT"/>
                <a:cs typeface="Arial MT"/>
              </a:rPr>
              <a:t> </a:t>
            </a:r>
            <a:r>
              <a:rPr sz="900" spc="-45" dirty="0">
                <a:solidFill>
                  <a:srgbClr val="8AADCA"/>
                </a:solidFill>
                <a:latin typeface="Arial MT"/>
                <a:cs typeface="Arial MT"/>
              </a:rPr>
              <a:t>Progress</a:t>
            </a:r>
            <a:r>
              <a:rPr sz="900" spc="20" dirty="0">
                <a:solidFill>
                  <a:srgbClr val="8AADCA"/>
                </a:solidFill>
                <a:latin typeface="Arial MT"/>
                <a:cs typeface="Arial MT"/>
              </a:rPr>
              <a:t> </a:t>
            </a:r>
            <a:r>
              <a:rPr sz="900" spc="-10" dirty="0">
                <a:solidFill>
                  <a:srgbClr val="8AADCA"/>
                </a:solidFill>
                <a:latin typeface="Arial MT"/>
                <a:cs typeface="Arial MT"/>
              </a:rPr>
              <a:t>2021</a:t>
            </a:r>
            <a:r>
              <a:rPr sz="900" spc="-10" dirty="0">
                <a:solidFill>
                  <a:srgbClr val="333333"/>
                </a:solidFill>
                <a:latin typeface="Arial MT"/>
                <a:cs typeface="Arial MT"/>
              </a:rPr>
              <a:t>.</a:t>
            </a:r>
            <a:endParaRPr sz="900">
              <a:latin typeface="Arial MT"/>
              <a:cs typeface="Arial MT"/>
            </a:endParaRPr>
          </a:p>
        </p:txBody>
      </p:sp>
      <p:sp>
        <p:nvSpPr>
          <p:cNvPr id="11" name="object 11"/>
          <p:cNvSpPr/>
          <p:nvPr/>
        </p:nvSpPr>
        <p:spPr>
          <a:xfrm>
            <a:off x="68834" y="3308210"/>
            <a:ext cx="4470400" cy="0"/>
          </a:xfrm>
          <a:custGeom>
            <a:avLst/>
            <a:gdLst/>
            <a:ahLst/>
            <a:cxnLst/>
            <a:rect l="l" t="t" r="r" b="b"/>
            <a:pathLst>
              <a:path w="4470400">
                <a:moveTo>
                  <a:pt x="0" y="0"/>
                </a:moveTo>
                <a:lnTo>
                  <a:pt x="4470336" y="0"/>
                </a:lnTo>
              </a:path>
            </a:pathLst>
          </a:custGeom>
          <a:ln w="7594">
            <a:solidFill>
              <a:srgbClr val="4B81AE"/>
            </a:solidFill>
          </a:ln>
        </p:spPr>
        <p:txBody>
          <a:bodyPr wrap="square" lIns="0" tIns="0" rIns="0" bIns="0" rtlCol="0"/>
          <a:lstStyle/>
          <a:p>
            <a:endParaRPr/>
          </a:p>
        </p:txBody>
      </p:sp>
      <p:sp>
        <p:nvSpPr>
          <p:cNvPr id="12" name="object 12"/>
          <p:cNvSpPr txBox="1"/>
          <p:nvPr/>
        </p:nvSpPr>
        <p:spPr>
          <a:xfrm>
            <a:off x="1779498" y="3332022"/>
            <a:ext cx="648335" cy="122555"/>
          </a:xfrm>
          <a:prstGeom prst="rect">
            <a:avLst/>
          </a:prstGeom>
        </p:spPr>
        <p:txBody>
          <a:bodyPr vert="horz" wrap="square" lIns="0" tIns="7620" rIns="0" bIns="0" rtlCol="0">
            <a:spAutoFit/>
          </a:bodyPr>
          <a:lstStyle/>
          <a:p>
            <a:pPr marL="12700">
              <a:lnSpc>
                <a:spcPct val="100000"/>
              </a:lnSpc>
              <a:spcBef>
                <a:spcPts val="60"/>
              </a:spcBef>
            </a:pPr>
            <a:r>
              <a:rPr sz="600" i="1" spc="-20" dirty="0">
                <a:solidFill>
                  <a:srgbClr val="333333"/>
                </a:solidFill>
                <a:latin typeface="Verdana"/>
                <a:cs typeface="Verdana"/>
                <a:hlinkClick r:id="rId7" action="ppaction://hlinksldjump"/>
              </a:rPr>
              <a:t>Computer</a:t>
            </a:r>
            <a:r>
              <a:rPr sz="600" i="1" spc="25" dirty="0">
                <a:solidFill>
                  <a:srgbClr val="333333"/>
                </a:solidFill>
                <a:latin typeface="Verdana"/>
                <a:cs typeface="Verdana"/>
                <a:hlinkClick r:id="rId7" action="ppaction://hlinksldjump"/>
              </a:rPr>
              <a:t> </a:t>
            </a:r>
            <a:r>
              <a:rPr sz="600" i="1" spc="-10" dirty="0">
                <a:solidFill>
                  <a:srgbClr val="333333"/>
                </a:solidFill>
                <a:latin typeface="Verdana"/>
                <a:cs typeface="Verdana"/>
                <a:hlinkClick r:id="rId7" action="ppaction://hlinksldjump"/>
              </a:rPr>
              <a:t>Vision</a:t>
            </a:r>
            <a:endParaRPr sz="600">
              <a:latin typeface="Verdana"/>
              <a:cs typeface="Verdana"/>
            </a:endParaRPr>
          </a:p>
        </p:txBody>
      </p:sp>
      <p:sp>
        <p:nvSpPr>
          <p:cNvPr id="13" name="object 13"/>
          <p:cNvSpPr txBox="1"/>
          <p:nvPr/>
        </p:nvSpPr>
        <p:spPr>
          <a:xfrm>
            <a:off x="2580164" y="3332022"/>
            <a:ext cx="278130" cy="122555"/>
          </a:xfrm>
          <a:prstGeom prst="rect">
            <a:avLst/>
          </a:prstGeom>
        </p:spPr>
        <p:txBody>
          <a:bodyPr vert="horz" wrap="square" lIns="0" tIns="7620" rIns="0" bIns="0" rtlCol="0">
            <a:spAutoFit/>
          </a:bodyPr>
          <a:lstStyle/>
          <a:p>
            <a:pPr marL="12700">
              <a:lnSpc>
                <a:spcPct val="100000"/>
              </a:lnSpc>
              <a:spcBef>
                <a:spcPts val="60"/>
              </a:spcBef>
            </a:pPr>
            <a:r>
              <a:rPr sz="600" i="1" spc="-45" dirty="0">
                <a:solidFill>
                  <a:srgbClr val="333333"/>
                </a:solidFill>
                <a:latin typeface="Verdana"/>
                <a:cs typeface="Verdana"/>
              </a:rPr>
              <a:t>27</a:t>
            </a:r>
            <a:r>
              <a:rPr sz="600" i="1" spc="-90" dirty="0">
                <a:solidFill>
                  <a:srgbClr val="333333"/>
                </a:solidFill>
                <a:latin typeface="Verdana"/>
                <a:cs typeface="Verdana"/>
              </a:rPr>
              <a:t> </a:t>
            </a:r>
            <a:r>
              <a:rPr sz="600" i="1" spc="70" dirty="0">
                <a:solidFill>
                  <a:srgbClr val="333333"/>
                </a:solidFill>
                <a:latin typeface="Verdana"/>
                <a:cs typeface="Verdana"/>
              </a:rPr>
              <a:t>/</a:t>
            </a:r>
            <a:r>
              <a:rPr sz="600" i="1" spc="-85" dirty="0">
                <a:solidFill>
                  <a:srgbClr val="333333"/>
                </a:solidFill>
                <a:latin typeface="Verdana"/>
                <a:cs typeface="Verdana"/>
              </a:rPr>
              <a:t> </a:t>
            </a:r>
            <a:r>
              <a:rPr sz="600" i="1" spc="-25" dirty="0">
                <a:solidFill>
                  <a:srgbClr val="333333"/>
                </a:solidFill>
                <a:latin typeface="Verdana"/>
                <a:cs typeface="Verdana"/>
              </a:rPr>
              <a:t>59</a:t>
            </a:r>
            <a:endParaRPr sz="600">
              <a:latin typeface="Verdana"/>
              <a:cs typeface="Verdana"/>
            </a:endParaRPr>
          </a:p>
        </p:txBody>
      </p:sp>
    </p:spTree>
  </p:cSld>
  <p:clrMapOvr>
    <a:masterClrMapping/>
  </p:clrMapOvr>
  <p:transition>
    <p:cut/>
  </p:transition>
</p:sld>
</file>

<file path=ppt/slides/slide40.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object 2"/>
          <p:cNvSpPr txBox="1"/>
          <p:nvPr/>
        </p:nvSpPr>
        <p:spPr>
          <a:xfrm>
            <a:off x="2858214" y="15020"/>
            <a:ext cx="255270" cy="101600"/>
          </a:xfrm>
          <a:prstGeom prst="rect">
            <a:avLst/>
          </a:prstGeom>
        </p:spPr>
        <p:txBody>
          <a:bodyPr vert="horz" wrap="square" lIns="0" tIns="12065" rIns="0" bIns="0" rtlCol="0">
            <a:spAutoFit/>
          </a:bodyPr>
          <a:lstStyle/>
          <a:p>
            <a:pPr marL="12700">
              <a:lnSpc>
                <a:spcPct val="100000"/>
              </a:lnSpc>
              <a:spcBef>
                <a:spcPts val="95"/>
              </a:spcBef>
            </a:pPr>
            <a:r>
              <a:rPr sz="500" b="1" spc="-10" dirty="0">
                <a:solidFill>
                  <a:srgbClr val="E2E2E2"/>
                </a:solidFill>
                <a:latin typeface="Arial"/>
                <a:cs typeface="Arial"/>
                <a:hlinkClick r:id="rId2" action="ppaction://hlinksldjump"/>
              </a:rPr>
              <a:t>Outline</a:t>
            </a:r>
            <a:endParaRPr sz="500">
              <a:latin typeface="Arial"/>
              <a:cs typeface="Arial"/>
            </a:endParaRPr>
          </a:p>
        </p:txBody>
      </p:sp>
      <p:sp>
        <p:nvSpPr>
          <p:cNvPr id="3" name="object 3"/>
          <p:cNvSpPr txBox="1"/>
          <p:nvPr/>
        </p:nvSpPr>
        <p:spPr>
          <a:xfrm>
            <a:off x="4117530" y="15020"/>
            <a:ext cx="434340" cy="101600"/>
          </a:xfrm>
          <a:prstGeom prst="rect">
            <a:avLst/>
          </a:prstGeom>
        </p:spPr>
        <p:txBody>
          <a:bodyPr vert="horz" wrap="square" lIns="0" tIns="12065" rIns="0" bIns="0" rtlCol="0">
            <a:spAutoFit/>
          </a:bodyPr>
          <a:lstStyle/>
          <a:p>
            <a:pPr marL="12700">
              <a:lnSpc>
                <a:spcPct val="100000"/>
              </a:lnSpc>
              <a:spcBef>
                <a:spcPts val="95"/>
              </a:spcBef>
            </a:pPr>
            <a:r>
              <a:rPr sz="500" b="1" spc="-10" dirty="0">
                <a:solidFill>
                  <a:srgbClr val="E2E2E2"/>
                </a:solidFill>
                <a:latin typeface="Arial"/>
                <a:cs typeface="Arial"/>
                <a:hlinkClick r:id="rId3" action="ppaction://hlinksldjump"/>
              </a:rPr>
              <a:t>Administrivia</a:t>
            </a:r>
            <a:endParaRPr sz="500">
              <a:latin typeface="Arial"/>
              <a:cs typeface="Arial"/>
            </a:endParaRPr>
          </a:p>
        </p:txBody>
      </p:sp>
      <p:pic>
        <p:nvPicPr>
          <p:cNvPr id="4" name="object 4"/>
          <p:cNvPicPr/>
          <p:nvPr/>
        </p:nvPicPr>
        <p:blipFill>
          <a:blip r:embed="rId4" cstate="print"/>
          <a:stretch>
            <a:fillRect/>
          </a:stretch>
        </p:blipFill>
        <p:spPr>
          <a:xfrm>
            <a:off x="68833" y="112855"/>
            <a:ext cx="4470399" cy="7591"/>
          </a:xfrm>
          <a:prstGeom prst="rect">
            <a:avLst/>
          </a:prstGeom>
        </p:spPr>
      </p:pic>
      <p:sp>
        <p:nvSpPr>
          <p:cNvPr id="5" name="object 5"/>
          <p:cNvSpPr txBox="1"/>
          <p:nvPr/>
        </p:nvSpPr>
        <p:spPr>
          <a:xfrm>
            <a:off x="23304" y="-14801"/>
            <a:ext cx="1922145" cy="255198"/>
          </a:xfrm>
          <a:prstGeom prst="rect">
            <a:avLst/>
          </a:prstGeom>
        </p:spPr>
        <p:txBody>
          <a:bodyPr vert="horz" wrap="square" lIns="0" tIns="36830" rIns="0" bIns="0" rtlCol="0">
            <a:spAutoFit/>
          </a:bodyPr>
          <a:lstStyle/>
          <a:p>
            <a:pPr marL="45085">
              <a:lnSpc>
                <a:spcPct val="100000"/>
              </a:lnSpc>
              <a:spcBef>
                <a:spcPts val="290"/>
              </a:spcBef>
              <a:tabLst>
                <a:tab pos="1461135" algn="l"/>
              </a:tabLst>
            </a:pPr>
            <a:r>
              <a:rPr sz="500" b="1" spc="-10" dirty="0">
                <a:solidFill>
                  <a:srgbClr val="E2E2E2"/>
                </a:solidFill>
                <a:latin typeface="Arial"/>
                <a:cs typeface="Arial"/>
                <a:hlinkClick r:id="rId5" action="ppaction://hlinksldjump"/>
              </a:rPr>
              <a:t>Introduction</a:t>
            </a:r>
            <a:r>
              <a:rPr sz="500" b="1" dirty="0">
                <a:solidFill>
                  <a:srgbClr val="E2E2E2"/>
                </a:solidFill>
                <a:latin typeface="Arial"/>
                <a:cs typeface="Arial"/>
              </a:rPr>
              <a:t>	</a:t>
            </a:r>
            <a:endParaRPr sz="500" dirty="0">
              <a:latin typeface="Arial"/>
              <a:cs typeface="Arial"/>
            </a:endParaRPr>
          </a:p>
          <a:p>
            <a:pPr marL="12700">
              <a:lnSpc>
                <a:spcPts val="1060"/>
              </a:lnSpc>
            </a:pPr>
            <a:r>
              <a:rPr sz="1000" i="1" spc="-20" dirty="0">
                <a:solidFill>
                  <a:srgbClr val="4B81AE"/>
                </a:solidFill>
                <a:latin typeface="Arial"/>
                <a:cs typeface="Arial"/>
              </a:rPr>
              <a:t>Handwritten</a:t>
            </a:r>
            <a:r>
              <a:rPr sz="1000" i="1" spc="-25" dirty="0">
                <a:solidFill>
                  <a:srgbClr val="4B81AE"/>
                </a:solidFill>
                <a:latin typeface="Arial"/>
                <a:cs typeface="Arial"/>
              </a:rPr>
              <a:t> </a:t>
            </a:r>
            <a:r>
              <a:rPr sz="1000" i="1" spc="-10" dirty="0">
                <a:solidFill>
                  <a:srgbClr val="4B81AE"/>
                </a:solidFill>
                <a:latin typeface="Arial"/>
                <a:cs typeface="Arial"/>
              </a:rPr>
              <a:t>Urdu</a:t>
            </a:r>
            <a:r>
              <a:rPr sz="1000" i="1" spc="-20" dirty="0">
                <a:solidFill>
                  <a:srgbClr val="4B81AE"/>
                </a:solidFill>
                <a:latin typeface="Arial"/>
                <a:cs typeface="Arial"/>
              </a:rPr>
              <a:t> </a:t>
            </a:r>
            <a:r>
              <a:rPr sz="1000" i="1" dirty="0">
                <a:solidFill>
                  <a:srgbClr val="4B81AE"/>
                </a:solidFill>
                <a:latin typeface="Arial"/>
                <a:cs typeface="Arial"/>
              </a:rPr>
              <a:t>Text</a:t>
            </a:r>
            <a:r>
              <a:rPr sz="1000" i="1" spc="-25" dirty="0">
                <a:solidFill>
                  <a:srgbClr val="4B81AE"/>
                </a:solidFill>
                <a:latin typeface="Arial"/>
                <a:cs typeface="Arial"/>
              </a:rPr>
              <a:t> Recognition</a:t>
            </a:r>
            <a:endParaRPr sz="1000" dirty="0">
              <a:latin typeface="Arial"/>
              <a:cs typeface="Arial"/>
            </a:endParaRPr>
          </a:p>
        </p:txBody>
      </p:sp>
      <p:pic>
        <p:nvPicPr>
          <p:cNvPr id="6" name="object 6"/>
          <p:cNvPicPr/>
          <p:nvPr/>
        </p:nvPicPr>
        <p:blipFill>
          <a:blip r:embed="rId6" cstate="print"/>
          <a:stretch>
            <a:fillRect/>
          </a:stretch>
        </p:blipFill>
        <p:spPr>
          <a:xfrm>
            <a:off x="1344640" y="764326"/>
            <a:ext cx="1873910" cy="1989584"/>
          </a:xfrm>
          <a:prstGeom prst="rect">
            <a:avLst/>
          </a:prstGeom>
        </p:spPr>
      </p:pic>
      <p:sp>
        <p:nvSpPr>
          <p:cNvPr id="7" name="object 7"/>
          <p:cNvSpPr/>
          <p:nvPr/>
        </p:nvSpPr>
        <p:spPr>
          <a:xfrm>
            <a:off x="36004" y="2842590"/>
            <a:ext cx="1828800" cy="0"/>
          </a:xfrm>
          <a:custGeom>
            <a:avLst/>
            <a:gdLst/>
            <a:ahLst/>
            <a:cxnLst/>
            <a:rect l="l" t="t" r="r" b="b"/>
            <a:pathLst>
              <a:path w="1828800">
                <a:moveTo>
                  <a:pt x="0" y="0"/>
                </a:moveTo>
                <a:lnTo>
                  <a:pt x="1828800" y="0"/>
                </a:lnTo>
              </a:path>
            </a:pathLst>
          </a:custGeom>
          <a:ln w="5054">
            <a:solidFill>
              <a:srgbClr val="333333"/>
            </a:solidFill>
          </a:ln>
        </p:spPr>
        <p:txBody>
          <a:bodyPr wrap="square" lIns="0" tIns="0" rIns="0" bIns="0" rtlCol="0"/>
          <a:lstStyle/>
          <a:p>
            <a:endParaRPr/>
          </a:p>
        </p:txBody>
      </p:sp>
      <p:sp>
        <p:nvSpPr>
          <p:cNvPr id="8" name="object 8"/>
          <p:cNvSpPr txBox="1"/>
          <p:nvPr/>
        </p:nvSpPr>
        <p:spPr>
          <a:xfrm>
            <a:off x="23304" y="2848871"/>
            <a:ext cx="4380230" cy="440690"/>
          </a:xfrm>
          <a:prstGeom prst="rect">
            <a:avLst/>
          </a:prstGeom>
        </p:spPr>
        <p:txBody>
          <a:bodyPr vert="horz" wrap="square" lIns="0" tIns="10160" rIns="0" bIns="0" rtlCol="0">
            <a:spAutoFit/>
          </a:bodyPr>
          <a:lstStyle/>
          <a:p>
            <a:pPr marL="12700" marR="5080" indent="210185">
              <a:lnSpc>
                <a:spcPct val="101499"/>
              </a:lnSpc>
              <a:spcBef>
                <a:spcPts val="80"/>
              </a:spcBef>
            </a:pPr>
            <a:r>
              <a:rPr sz="900" spc="-40" dirty="0">
                <a:solidFill>
                  <a:srgbClr val="4B81AE"/>
                </a:solidFill>
                <a:latin typeface="Arial MT"/>
                <a:cs typeface="Arial MT"/>
              </a:rPr>
              <a:t>Tayaba</a:t>
            </a:r>
            <a:r>
              <a:rPr sz="900" spc="10" dirty="0">
                <a:solidFill>
                  <a:srgbClr val="4B81AE"/>
                </a:solidFill>
                <a:latin typeface="Arial MT"/>
                <a:cs typeface="Arial MT"/>
              </a:rPr>
              <a:t> </a:t>
            </a:r>
            <a:r>
              <a:rPr sz="900" dirty="0">
                <a:solidFill>
                  <a:srgbClr val="4B81AE"/>
                </a:solidFill>
                <a:latin typeface="Arial MT"/>
                <a:cs typeface="Arial MT"/>
              </a:rPr>
              <a:t>Anjum</a:t>
            </a:r>
            <a:r>
              <a:rPr sz="900" spc="10" dirty="0">
                <a:solidFill>
                  <a:srgbClr val="4B81AE"/>
                </a:solidFill>
                <a:latin typeface="Arial MT"/>
                <a:cs typeface="Arial MT"/>
              </a:rPr>
              <a:t> </a:t>
            </a:r>
            <a:r>
              <a:rPr sz="900" spc="-10" dirty="0">
                <a:solidFill>
                  <a:srgbClr val="4B81AE"/>
                </a:solidFill>
                <a:latin typeface="Arial MT"/>
                <a:cs typeface="Arial MT"/>
              </a:rPr>
              <a:t>and</a:t>
            </a:r>
            <a:r>
              <a:rPr sz="900" spc="10" dirty="0">
                <a:solidFill>
                  <a:srgbClr val="4B81AE"/>
                </a:solidFill>
                <a:latin typeface="Arial MT"/>
                <a:cs typeface="Arial MT"/>
              </a:rPr>
              <a:t> </a:t>
            </a:r>
            <a:r>
              <a:rPr sz="900" spc="-25" dirty="0">
                <a:solidFill>
                  <a:srgbClr val="4B81AE"/>
                </a:solidFill>
                <a:latin typeface="Arial MT"/>
                <a:cs typeface="Arial MT"/>
              </a:rPr>
              <a:t>Nazar</a:t>
            </a:r>
            <a:r>
              <a:rPr sz="900" spc="10" dirty="0">
                <a:solidFill>
                  <a:srgbClr val="4B81AE"/>
                </a:solidFill>
                <a:latin typeface="Arial MT"/>
                <a:cs typeface="Arial MT"/>
              </a:rPr>
              <a:t> </a:t>
            </a:r>
            <a:r>
              <a:rPr sz="900" dirty="0">
                <a:solidFill>
                  <a:srgbClr val="4B81AE"/>
                </a:solidFill>
                <a:latin typeface="Arial MT"/>
                <a:cs typeface="Arial MT"/>
              </a:rPr>
              <a:t>Khan.</a:t>
            </a:r>
            <a:r>
              <a:rPr sz="900" spc="100" dirty="0">
                <a:solidFill>
                  <a:srgbClr val="4B81AE"/>
                </a:solidFill>
                <a:latin typeface="Arial MT"/>
                <a:cs typeface="Arial MT"/>
              </a:rPr>
              <a:t> </a:t>
            </a:r>
            <a:r>
              <a:rPr sz="900" dirty="0">
                <a:solidFill>
                  <a:srgbClr val="333333"/>
                </a:solidFill>
                <a:latin typeface="Arial MT"/>
                <a:cs typeface="Arial MT"/>
              </a:rPr>
              <a:t>“An</a:t>
            </a:r>
            <a:r>
              <a:rPr sz="900" spc="10" dirty="0">
                <a:solidFill>
                  <a:srgbClr val="333333"/>
                </a:solidFill>
                <a:latin typeface="Arial MT"/>
                <a:cs typeface="Arial MT"/>
              </a:rPr>
              <a:t> </a:t>
            </a:r>
            <a:r>
              <a:rPr sz="900" dirty="0">
                <a:solidFill>
                  <a:srgbClr val="333333"/>
                </a:solidFill>
                <a:latin typeface="Arial MT"/>
                <a:cs typeface="Arial MT"/>
              </a:rPr>
              <a:t>attention</a:t>
            </a:r>
            <a:r>
              <a:rPr sz="900" spc="10" dirty="0">
                <a:solidFill>
                  <a:srgbClr val="333333"/>
                </a:solidFill>
                <a:latin typeface="Arial MT"/>
                <a:cs typeface="Arial MT"/>
              </a:rPr>
              <a:t> </a:t>
            </a:r>
            <a:r>
              <a:rPr sz="900" spc="-50" dirty="0">
                <a:solidFill>
                  <a:srgbClr val="333333"/>
                </a:solidFill>
                <a:latin typeface="Arial MT"/>
                <a:cs typeface="Arial MT"/>
              </a:rPr>
              <a:t>based</a:t>
            </a:r>
            <a:r>
              <a:rPr sz="900" spc="10" dirty="0">
                <a:solidFill>
                  <a:srgbClr val="333333"/>
                </a:solidFill>
                <a:latin typeface="Arial MT"/>
                <a:cs typeface="Arial MT"/>
              </a:rPr>
              <a:t> </a:t>
            </a:r>
            <a:r>
              <a:rPr sz="900" spc="-10" dirty="0">
                <a:solidFill>
                  <a:srgbClr val="333333"/>
                </a:solidFill>
                <a:latin typeface="Arial MT"/>
                <a:cs typeface="Arial MT"/>
              </a:rPr>
              <a:t>method</a:t>
            </a:r>
            <a:r>
              <a:rPr sz="900" spc="10" dirty="0">
                <a:solidFill>
                  <a:srgbClr val="333333"/>
                </a:solidFill>
                <a:latin typeface="Arial MT"/>
                <a:cs typeface="Arial MT"/>
              </a:rPr>
              <a:t> </a:t>
            </a:r>
            <a:r>
              <a:rPr sz="900" dirty="0">
                <a:solidFill>
                  <a:srgbClr val="333333"/>
                </a:solidFill>
                <a:latin typeface="Arial MT"/>
                <a:cs typeface="Arial MT"/>
              </a:rPr>
              <a:t>for</a:t>
            </a:r>
            <a:r>
              <a:rPr sz="900" spc="10" dirty="0">
                <a:solidFill>
                  <a:srgbClr val="333333"/>
                </a:solidFill>
                <a:latin typeface="Arial MT"/>
                <a:cs typeface="Arial MT"/>
              </a:rPr>
              <a:t> </a:t>
            </a:r>
            <a:r>
              <a:rPr sz="900" spc="-10" dirty="0">
                <a:solidFill>
                  <a:srgbClr val="333333"/>
                </a:solidFill>
                <a:latin typeface="Arial MT"/>
                <a:cs typeface="Arial MT"/>
              </a:rPr>
              <a:t>offline</a:t>
            </a:r>
            <a:r>
              <a:rPr sz="900" spc="10" dirty="0">
                <a:solidFill>
                  <a:srgbClr val="333333"/>
                </a:solidFill>
                <a:latin typeface="Arial MT"/>
                <a:cs typeface="Arial MT"/>
              </a:rPr>
              <a:t> </a:t>
            </a:r>
            <a:r>
              <a:rPr sz="900" spc="-10" dirty="0">
                <a:solidFill>
                  <a:srgbClr val="333333"/>
                </a:solidFill>
                <a:latin typeface="Arial MT"/>
                <a:cs typeface="Arial MT"/>
              </a:rPr>
              <a:t>handwritten </a:t>
            </a:r>
            <a:r>
              <a:rPr sz="900" dirty="0">
                <a:solidFill>
                  <a:srgbClr val="333333"/>
                </a:solidFill>
                <a:latin typeface="Arial MT"/>
                <a:cs typeface="Arial MT"/>
              </a:rPr>
              <a:t>Urdu</a:t>
            </a:r>
            <a:r>
              <a:rPr sz="900" spc="15" dirty="0">
                <a:solidFill>
                  <a:srgbClr val="333333"/>
                </a:solidFill>
                <a:latin typeface="Arial MT"/>
                <a:cs typeface="Arial MT"/>
              </a:rPr>
              <a:t> </a:t>
            </a:r>
            <a:r>
              <a:rPr sz="900" dirty="0">
                <a:solidFill>
                  <a:srgbClr val="333333"/>
                </a:solidFill>
                <a:latin typeface="Arial MT"/>
                <a:cs typeface="Arial MT"/>
              </a:rPr>
              <a:t>text</a:t>
            </a:r>
            <a:r>
              <a:rPr sz="900" spc="15" dirty="0">
                <a:solidFill>
                  <a:srgbClr val="333333"/>
                </a:solidFill>
                <a:latin typeface="Arial MT"/>
                <a:cs typeface="Arial MT"/>
              </a:rPr>
              <a:t> </a:t>
            </a:r>
            <a:r>
              <a:rPr sz="900" dirty="0">
                <a:solidFill>
                  <a:srgbClr val="333333"/>
                </a:solidFill>
                <a:latin typeface="Arial MT"/>
                <a:cs typeface="Arial MT"/>
              </a:rPr>
              <a:t>recognition”.</a:t>
            </a:r>
            <a:r>
              <a:rPr sz="900" spc="455" dirty="0">
                <a:solidFill>
                  <a:srgbClr val="333333"/>
                </a:solidFill>
                <a:latin typeface="Arial MT"/>
                <a:cs typeface="Arial MT"/>
              </a:rPr>
              <a:t> </a:t>
            </a:r>
            <a:r>
              <a:rPr sz="900" dirty="0">
                <a:solidFill>
                  <a:srgbClr val="8AADCA"/>
                </a:solidFill>
                <a:latin typeface="Arial MT"/>
                <a:cs typeface="Arial MT"/>
              </a:rPr>
              <a:t>In:</a:t>
            </a:r>
            <a:r>
              <a:rPr sz="900" spc="100" dirty="0">
                <a:solidFill>
                  <a:srgbClr val="8AADCA"/>
                </a:solidFill>
                <a:latin typeface="Arial MT"/>
                <a:cs typeface="Arial MT"/>
              </a:rPr>
              <a:t> </a:t>
            </a:r>
            <a:r>
              <a:rPr sz="900" i="1" dirty="0">
                <a:solidFill>
                  <a:srgbClr val="4B81AE"/>
                </a:solidFill>
                <a:latin typeface="Arial"/>
                <a:cs typeface="Arial"/>
              </a:rPr>
              <a:t>International</a:t>
            </a:r>
            <a:r>
              <a:rPr sz="900" i="1" spc="15" dirty="0">
                <a:solidFill>
                  <a:srgbClr val="4B81AE"/>
                </a:solidFill>
                <a:latin typeface="Arial"/>
                <a:cs typeface="Arial"/>
              </a:rPr>
              <a:t> </a:t>
            </a:r>
            <a:r>
              <a:rPr sz="900" i="1" spc="-45" dirty="0">
                <a:solidFill>
                  <a:srgbClr val="4B81AE"/>
                </a:solidFill>
                <a:latin typeface="Arial"/>
                <a:cs typeface="Arial"/>
              </a:rPr>
              <a:t>Conference</a:t>
            </a:r>
            <a:r>
              <a:rPr sz="900" i="1" spc="15" dirty="0">
                <a:solidFill>
                  <a:srgbClr val="4B81AE"/>
                </a:solidFill>
                <a:latin typeface="Arial"/>
                <a:cs typeface="Arial"/>
              </a:rPr>
              <a:t> </a:t>
            </a:r>
            <a:r>
              <a:rPr sz="900" i="1" dirty="0">
                <a:solidFill>
                  <a:srgbClr val="4B81AE"/>
                </a:solidFill>
                <a:latin typeface="Arial"/>
                <a:cs typeface="Arial"/>
              </a:rPr>
              <a:t>on</a:t>
            </a:r>
            <a:r>
              <a:rPr sz="900" i="1" spc="15" dirty="0">
                <a:solidFill>
                  <a:srgbClr val="4B81AE"/>
                </a:solidFill>
                <a:latin typeface="Arial"/>
                <a:cs typeface="Arial"/>
              </a:rPr>
              <a:t> </a:t>
            </a:r>
            <a:r>
              <a:rPr sz="900" i="1" spc="-20" dirty="0">
                <a:solidFill>
                  <a:srgbClr val="4B81AE"/>
                </a:solidFill>
                <a:latin typeface="Arial"/>
                <a:cs typeface="Arial"/>
              </a:rPr>
              <a:t>Frontiers</a:t>
            </a:r>
            <a:r>
              <a:rPr sz="900" i="1" spc="15" dirty="0">
                <a:solidFill>
                  <a:srgbClr val="4B81AE"/>
                </a:solidFill>
                <a:latin typeface="Arial"/>
                <a:cs typeface="Arial"/>
              </a:rPr>
              <a:t> </a:t>
            </a:r>
            <a:r>
              <a:rPr sz="900" i="1" dirty="0">
                <a:solidFill>
                  <a:srgbClr val="4B81AE"/>
                </a:solidFill>
                <a:latin typeface="Arial"/>
                <a:cs typeface="Arial"/>
              </a:rPr>
              <a:t>in</a:t>
            </a:r>
            <a:r>
              <a:rPr sz="900" i="1" spc="15" dirty="0">
                <a:solidFill>
                  <a:srgbClr val="4B81AE"/>
                </a:solidFill>
                <a:latin typeface="Arial"/>
                <a:cs typeface="Arial"/>
              </a:rPr>
              <a:t> </a:t>
            </a:r>
            <a:r>
              <a:rPr sz="900" i="1" spc="-10" dirty="0">
                <a:solidFill>
                  <a:srgbClr val="4B81AE"/>
                </a:solidFill>
                <a:latin typeface="Arial"/>
                <a:cs typeface="Arial"/>
              </a:rPr>
              <a:t>Handwriting </a:t>
            </a:r>
            <a:r>
              <a:rPr sz="900" i="1" spc="-25" dirty="0">
                <a:solidFill>
                  <a:srgbClr val="4B81AE"/>
                </a:solidFill>
                <a:latin typeface="Arial"/>
                <a:cs typeface="Arial"/>
              </a:rPr>
              <a:t>Recognition</a:t>
            </a:r>
            <a:r>
              <a:rPr sz="900" i="1" spc="15" dirty="0">
                <a:solidFill>
                  <a:srgbClr val="4B81AE"/>
                </a:solidFill>
                <a:latin typeface="Arial"/>
                <a:cs typeface="Arial"/>
              </a:rPr>
              <a:t> </a:t>
            </a:r>
            <a:r>
              <a:rPr sz="900" i="1" dirty="0">
                <a:solidFill>
                  <a:srgbClr val="4B81AE"/>
                </a:solidFill>
                <a:latin typeface="Arial"/>
                <a:cs typeface="Arial"/>
              </a:rPr>
              <a:t>(ICFHR)</a:t>
            </a:r>
            <a:r>
              <a:rPr sz="900" dirty="0">
                <a:solidFill>
                  <a:srgbClr val="8AADCA"/>
                </a:solidFill>
                <a:latin typeface="Arial MT"/>
                <a:cs typeface="Arial MT"/>
              </a:rPr>
              <a:t>.</a:t>
            </a:r>
            <a:r>
              <a:rPr sz="900" spc="20" dirty="0">
                <a:solidFill>
                  <a:srgbClr val="8AADCA"/>
                </a:solidFill>
                <a:latin typeface="Arial MT"/>
                <a:cs typeface="Arial MT"/>
              </a:rPr>
              <a:t> </a:t>
            </a:r>
            <a:r>
              <a:rPr sz="900" spc="-20" dirty="0">
                <a:solidFill>
                  <a:srgbClr val="8AADCA"/>
                </a:solidFill>
                <a:latin typeface="Arial MT"/>
                <a:cs typeface="Arial MT"/>
              </a:rPr>
              <a:t>2020</a:t>
            </a:r>
            <a:r>
              <a:rPr sz="900" spc="-20" dirty="0">
                <a:solidFill>
                  <a:srgbClr val="333333"/>
                </a:solidFill>
                <a:latin typeface="Arial MT"/>
                <a:cs typeface="Arial MT"/>
              </a:rPr>
              <a:t>.</a:t>
            </a:r>
            <a:endParaRPr sz="900">
              <a:latin typeface="Arial MT"/>
              <a:cs typeface="Arial MT"/>
            </a:endParaRPr>
          </a:p>
        </p:txBody>
      </p:sp>
      <p:sp>
        <p:nvSpPr>
          <p:cNvPr id="9" name="object 9"/>
          <p:cNvSpPr/>
          <p:nvPr/>
        </p:nvSpPr>
        <p:spPr>
          <a:xfrm>
            <a:off x="68834" y="3308210"/>
            <a:ext cx="4470400" cy="0"/>
          </a:xfrm>
          <a:custGeom>
            <a:avLst/>
            <a:gdLst/>
            <a:ahLst/>
            <a:cxnLst/>
            <a:rect l="l" t="t" r="r" b="b"/>
            <a:pathLst>
              <a:path w="4470400">
                <a:moveTo>
                  <a:pt x="0" y="0"/>
                </a:moveTo>
                <a:lnTo>
                  <a:pt x="4470336" y="0"/>
                </a:lnTo>
              </a:path>
            </a:pathLst>
          </a:custGeom>
          <a:ln w="7594">
            <a:solidFill>
              <a:srgbClr val="4B81AE"/>
            </a:solidFill>
          </a:ln>
        </p:spPr>
        <p:txBody>
          <a:bodyPr wrap="square" lIns="0" tIns="0" rIns="0" bIns="0" rtlCol="0"/>
          <a:lstStyle/>
          <a:p>
            <a:endParaRPr/>
          </a:p>
        </p:txBody>
      </p:sp>
      <p:sp>
        <p:nvSpPr>
          <p:cNvPr id="10" name="object 10"/>
          <p:cNvSpPr txBox="1"/>
          <p:nvPr/>
        </p:nvSpPr>
        <p:spPr>
          <a:xfrm>
            <a:off x="1779498" y="3332022"/>
            <a:ext cx="648335" cy="122555"/>
          </a:xfrm>
          <a:prstGeom prst="rect">
            <a:avLst/>
          </a:prstGeom>
        </p:spPr>
        <p:txBody>
          <a:bodyPr vert="horz" wrap="square" lIns="0" tIns="7620" rIns="0" bIns="0" rtlCol="0">
            <a:spAutoFit/>
          </a:bodyPr>
          <a:lstStyle/>
          <a:p>
            <a:pPr marL="12700">
              <a:lnSpc>
                <a:spcPct val="100000"/>
              </a:lnSpc>
              <a:spcBef>
                <a:spcPts val="60"/>
              </a:spcBef>
            </a:pPr>
            <a:r>
              <a:rPr sz="600" i="1" spc="-20" dirty="0">
                <a:solidFill>
                  <a:srgbClr val="333333"/>
                </a:solidFill>
                <a:latin typeface="Verdana"/>
                <a:cs typeface="Verdana"/>
                <a:hlinkClick r:id="rId7" action="ppaction://hlinksldjump"/>
              </a:rPr>
              <a:t>Computer</a:t>
            </a:r>
            <a:r>
              <a:rPr sz="600" i="1" spc="25" dirty="0">
                <a:solidFill>
                  <a:srgbClr val="333333"/>
                </a:solidFill>
                <a:latin typeface="Verdana"/>
                <a:cs typeface="Verdana"/>
                <a:hlinkClick r:id="rId7" action="ppaction://hlinksldjump"/>
              </a:rPr>
              <a:t> </a:t>
            </a:r>
            <a:r>
              <a:rPr sz="600" i="1" spc="-10" dirty="0">
                <a:solidFill>
                  <a:srgbClr val="333333"/>
                </a:solidFill>
                <a:latin typeface="Verdana"/>
                <a:cs typeface="Verdana"/>
                <a:hlinkClick r:id="rId7" action="ppaction://hlinksldjump"/>
              </a:rPr>
              <a:t>Vision</a:t>
            </a:r>
            <a:endParaRPr sz="600">
              <a:latin typeface="Verdana"/>
              <a:cs typeface="Verdana"/>
            </a:endParaRPr>
          </a:p>
        </p:txBody>
      </p:sp>
      <p:sp>
        <p:nvSpPr>
          <p:cNvPr id="11" name="object 11"/>
          <p:cNvSpPr txBox="1">
            <a:spLocks noGrp="1"/>
          </p:cNvSpPr>
          <p:nvPr>
            <p:ph type="sldNum" sz="quarter" idx="7"/>
          </p:nvPr>
        </p:nvSpPr>
        <p:spPr>
          <a:prstGeom prst="rect">
            <a:avLst/>
          </a:prstGeom>
        </p:spPr>
        <p:txBody>
          <a:bodyPr vert="horz" wrap="square" lIns="0" tIns="7620" rIns="0" bIns="0" rtlCol="0">
            <a:spAutoFit/>
          </a:bodyPr>
          <a:lstStyle/>
          <a:p>
            <a:pPr marL="38100">
              <a:lnSpc>
                <a:spcPct val="100000"/>
              </a:lnSpc>
              <a:spcBef>
                <a:spcPts val="60"/>
              </a:spcBef>
            </a:pPr>
            <a:fld id="{81D60167-4931-47E6-BA6A-407CBD079E47}" type="slidenum">
              <a:rPr spc="-45" dirty="0"/>
              <a:t>40</a:t>
            </a:fld>
            <a:r>
              <a:rPr spc="-90" dirty="0"/>
              <a:t> </a:t>
            </a:r>
            <a:r>
              <a:rPr spc="70" dirty="0"/>
              <a:t>/</a:t>
            </a:r>
            <a:r>
              <a:rPr spc="-85" dirty="0"/>
              <a:t> </a:t>
            </a:r>
            <a:r>
              <a:rPr spc="-25" dirty="0"/>
              <a:t>59</a:t>
            </a:r>
          </a:p>
        </p:txBody>
      </p:sp>
    </p:spTree>
  </p:cSld>
  <p:clrMapOvr>
    <a:masterClrMapping/>
  </p:clrMapOvr>
  <p:transition>
    <p:cut/>
  </p:transition>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1">
            <a:extLst>
              <a:ext uri="{FF2B5EF4-FFF2-40B4-BE49-F238E27FC236}">
                <a16:creationId xmlns:a16="http://schemas.microsoft.com/office/drawing/2014/main" id="{FF7049BC-0C6F-114D-B975-608A5D5CF31D}"/>
              </a:ext>
            </a:extLst>
          </p:cNvPr>
          <p:cNvSpPr txBox="1">
            <a:spLocks/>
          </p:cNvSpPr>
          <p:nvPr/>
        </p:nvSpPr>
        <p:spPr>
          <a:xfrm>
            <a:off x="-79373" y="201165"/>
            <a:ext cx="3938764" cy="432197"/>
          </a:xfrm>
          <a:prstGeom prst="rect">
            <a:avLst/>
          </a:prstGeom>
          <a:ln>
            <a:noFill/>
          </a:ln>
        </p:spPr>
        <p:txBody>
          <a:bodyPr vert="horz" lIns="46101" tIns="23051" rIns="46101" bIns="23051" rtlCol="0" anchor="ctr">
            <a:normAutofit/>
          </a:bodyPr>
          <a:lstStyle>
            <a:lvl1pPr algn="r" defTabSz="457200" rtl="0" eaLnBrk="1" latinLnBrk="0" hangingPunct="1">
              <a:spcBef>
                <a:spcPct val="0"/>
              </a:spcBef>
              <a:buNone/>
              <a:defRPr sz="4000" b="1" kern="1200">
                <a:solidFill>
                  <a:schemeClr val="tx1"/>
                </a:solidFill>
                <a:latin typeface="+mj-lt"/>
                <a:ea typeface="+mj-ea"/>
                <a:cs typeface="+mj-cs"/>
              </a:defRPr>
            </a:lvl1pPr>
          </a:lstStyle>
          <a:p>
            <a:r>
              <a:rPr lang="en-US" sz="1600" dirty="0">
                <a:latin typeface="Century Gothic" panose="020B0502020202020204" pitchFamily="34" charset="0"/>
              </a:rPr>
              <a:t>Typical vision problems</a:t>
            </a:r>
            <a:endParaRPr lang="en-US" sz="1600" b="0" dirty="0">
              <a:latin typeface="Century Gothic" panose="020B0502020202020204" pitchFamily="34" charset="0"/>
            </a:endParaRPr>
          </a:p>
        </p:txBody>
      </p:sp>
      <p:sp>
        <p:nvSpPr>
          <p:cNvPr id="6" name="Content Placeholder 2">
            <a:extLst>
              <a:ext uri="{FF2B5EF4-FFF2-40B4-BE49-F238E27FC236}">
                <a16:creationId xmlns:a16="http://schemas.microsoft.com/office/drawing/2014/main" id="{BC499CF3-77B8-6645-8ED8-467C7F1F55A5}"/>
              </a:ext>
            </a:extLst>
          </p:cNvPr>
          <p:cNvSpPr>
            <a:spLocks noGrp="1"/>
          </p:cNvSpPr>
          <p:nvPr>
            <p:ph idx="1"/>
          </p:nvPr>
        </p:nvSpPr>
        <p:spPr>
          <a:xfrm>
            <a:off x="143054" y="778073"/>
            <a:ext cx="4318882" cy="2194112"/>
          </a:xfrm>
        </p:spPr>
        <p:txBody>
          <a:bodyPr>
            <a:normAutofit/>
          </a:bodyPr>
          <a:lstStyle/>
          <a:p>
            <a:pPr>
              <a:lnSpc>
                <a:spcPct val="150000"/>
              </a:lnSpc>
            </a:pPr>
            <a:r>
              <a:rPr lang="en-US" sz="908" b="1" dirty="0">
                <a:solidFill>
                  <a:srgbClr val="000000"/>
                </a:solidFill>
                <a:latin typeface="Century Gothic" panose="020B0502020202020204" pitchFamily="34" charset="0"/>
              </a:rPr>
              <a:t>Recognition</a:t>
            </a:r>
          </a:p>
          <a:p>
            <a:pPr marL="0" lvl="1">
              <a:lnSpc>
                <a:spcPct val="150000"/>
              </a:lnSpc>
            </a:pPr>
            <a:r>
              <a:rPr lang="en-US" sz="706" b="1" dirty="0">
                <a:solidFill>
                  <a:srgbClr val="FF0000"/>
                </a:solidFill>
                <a:latin typeface="Century Gothic" panose="020B0502020202020204" pitchFamily="34" charset="0"/>
              </a:rPr>
              <a:t>	</a:t>
            </a:r>
            <a:endParaRPr lang="en-US" sz="706" dirty="0">
              <a:solidFill>
                <a:srgbClr val="000000"/>
              </a:solidFill>
              <a:latin typeface="Century Gothic" panose="020B0502020202020204" pitchFamily="34" charset="0"/>
            </a:endParaRPr>
          </a:p>
        </p:txBody>
      </p:sp>
      <p:pic>
        <p:nvPicPr>
          <p:cNvPr id="8" name="Picture 7">
            <a:extLst>
              <a:ext uri="{FF2B5EF4-FFF2-40B4-BE49-F238E27FC236}">
                <a16:creationId xmlns:a16="http://schemas.microsoft.com/office/drawing/2014/main" id="{CF5C850A-596E-2F4F-A43D-A14EDB50EBE7}"/>
              </a:ext>
            </a:extLst>
          </p:cNvPr>
          <p:cNvPicPr>
            <a:picLocks noChangeAspect="1"/>
          </p:cNvPicPr>
          <p:nvPr/>
        </p:nvPicPr>
        <p:blipFill>
          <a:blip r:embed="rId2"/>
          <a:stretch>
            <a:fillRect/>
          </a:stretch>
        </p:blipFill>
        <p:spPr>
          <a:xfrm>
            <a:off x="196101" y="1067495"/>
            <a:ext cx="1510363" cy="851588"/>
          </a:xfrm>
          <a:prstGeom prst="rect">
            <a:avLst/>
          </a:prstGeom>
        </p:spPr>
      </p:pic>
      <p:cxnSp>
        <p:nvCxnSpPr>
          <p:cNvPr id="9" name="Straight Arrow Connector 8">
            <a:extLst>
              <a:ext uri="{FF2B5EF4-FFF2-40B4-BE49-F238E27FC236}">
                <a16:creationId xmlns:a16="http://schemas.microsoft.com/office/drawing/2014/main" id="{3F62F0B2-A5C5-124F-8768-57E736B2569F}"/>
              </a:ext>
            </a:extLst>
          </p:cNvPr>
          <p:cNvCxnSpPr/>
          <p:nvPr/>
        </p:nvCxnSpPr>
        <p:spPr>
          <a:xfrm>
            <a:off x="1746758" y="1464652"/>
            <a:ext cx="286503" cy="0"/>
          </a:xfrm>
          <a:prstGeom prst="straightConnector1">
            <a:avLst/>
          </a:prstGeom>
          <a:ln w="19050">
            <a:solidFill>
              <a:schemeClr val="tx1"/>
            </a:solidFill>
            <a:headEnd type="none"/>
            <a:tailEnd type="triangle" w="med" len="sm"/>
          </a:ln>
          <a:effectLst/>
        </p:spPr>
        <p:style>
          <a:lnRef idx="2">
            <a:schemeClr val="accent1"/>
          </a:lnRef>
          <a:fillRef idx="0">
            <a:schemeClr val="accent1"/>
          </a:fillRef>
          <a:effectRef idx="1">
            <a:schemeClr val="accent1"/>
          </a:effectRef>
          <a:fontRef idx="minor">
            <a:schemeClr val="tx1"/>
          </a:fontRef>
        </p:style>
      </p:cxnSp>
      <p:sp>
        <p:nvSpPr>
          <p:cNvPr id="10" name="Rectangle 9">
            <a:extLst>
              <a:ext uri="{FF2B5EF4-FFF2-40B4-BE49-F238E27FC236}">
                <a16:creationId xmlns:a16="http://schemas.microsoft.com/office/drawing/2014/main" id="{69417B43-2B43-1E42-855C-6164543C3233}"/>
              </a:ext>
            </a:extLst>
          </p:cNvPr>
          <p:cNvSpPr/>
          <p:nvPr/>
        </p:nvSpPr>
        <p:spPr>
          <a:xfrm>
            <a:off x="2010496" y="1371550"/>
            <a:ext cx="2036135" cy="369332"/>
          </a:xfrm>
          <a:prstGeom prst="rect">
            <a:avLst/>
          </a:prstGeom>
        </p:spPr>
        <p:txBody>
          <a:bodyPr wrap="none">
            <a:spAutoFit/>
          </a:bodyPr>
          <a:lstStyle/>
          <a:p>
            <a:r>
              <a:rPr lang="en-US" dirty="0">
                <a:solidFill>
                  <a:srgbClr val="000000"/>
                </a:solidFill>
                <a:latin typeface="Century Gothic" panose="020B0502020202020204" pitchFamily="34" charset="0"/>
              </a:rPr>
              <a:t>“Saiga </a:t>
            </a:r>
            <a:r>
              <a:rPr lang="en-US" dirty="0" err="1">
                <a:solidFill>
                  <a:srgbClr val="000000"/>
                </a:solidFill>
                <a:latin typeface="Century Gothic" panose="020B0502020202020204" pitchFamily="34" charset="0"/>
              </a:rPr>
              <a:t>antilope</a:t>
            </a:r>
            <a:r>
              <a:rPr lang="en-US" dirty="0">
                <a:solidFill>
                  <a:srgbClr val="000000"/>
                </a:solidFill>
                <a:latin typeface="Century Gothic" panose="020B0502020202020204" pitchFamily="34" charset="0"/>
              </a:rPr>
              <a:t>”</a:t>
            </a:r>
            <a:endParaRPr lang="en-US" dirty="0"/>
          </a:p>
        </p:txBody>
      </p:sp>
      <p:sp>
        <p:nvSpPr>
          <p:cNvPr id="11" name="Rectangle 10">
            <a:extLst>
              <a:ext uri="{FF2B5EF4-FFF2-40B4-BE49-F238E27FC236}">
                <a16:creationId xmlns:a16="http://schemas.microsoft.com/office/drawing/2014/main" id="{77932164-80A5-DB49-9275-0890D35C9066}"/>
              </a:ext>
            </a:extLst>
          </p:cNvPr>
          <p:cNvSpPr/>
          <p:nvPr/>
        </p:nvSpPr>
        <p:spPr>
          <a:xfrm>
            <a:off x="148163" y="1970222"/>
            <a:ext cx="4061887" cy="600164"/>
          </a:xfrm>
          <a:prstGeom prst="rect">
            <a:avLst/>
          </a:prstGeom>
        </p:spPr>
        <p:txBody>
          <a:bodyPr wrap="square">
            <a:spAutoFit/>
          </a:bodyPr>
          <a:lstStyle/>
          <a:p>
            <a:r>
              <a:rPr lang="en-US" sz="1100" b="1" dirty="0">
                <a:solidFill>
                  <a:srgbClr val="000000"/>
                </a:solidFill>
                <a:latin typeface="Century Gothic" panose="020B0502020202020204" pitchFamily="34" charset="0"/>
              </a:rPr>
              <a:t>Task</a:t>
            </a:r>
            <a:r>
              <a:rPr lang="en-US" sz="1100" dirty="0">
                <a:solidFill>
                  <a:srgbClr val="000000"/>
                </a:solidFill>
                <a:latin typeface="Century Gothic" panose="020B0502020202020204" pitchFamily="34" charset="0"/>
              </a:rPr>
              <a:t>: Label an image by its </a:t>
            </a:r>
            <a:r>
              <a:rPr lang="en-US" sz="1100" b="1" dirty="0">
                <a:solidFill>
                  <a:srgbClr val="000000"/>
                </a:solidFill>
                <a:latin typeface="Century Gothic" panose="020B0502020202020204" pitchFamily="34" charset="0"/>
              </a:rPr>
              <a:t>class membership</a:t>
            </a:r>
            <a:r>
              <a:rPr lang="en-US" sz="1100" dirty="0">
                <a:solidFill>
                  <a:srgbClr val="000000"/>
                </a:solidFill>
                <a:latin typeface="Century Gothic" panose="020B0502020202020204" pitchFamily="34" charset="0"/>
              </a:rPr>
              <a:t>, e.g., the class would be </a:t>
            </a:r>
          </a:p>
          <a:p>
            <a:r>
              <a:rPr lang="en-US" sz="1100" dirty="0">
                <a:solidFill>
                  <a:srgbClr val="000000"/>
                </a:solidFill>
                <a:latin typeface="Century Gothic" panose="020B0502020202020204" pitchFamily="34" charset="0"/>
              </a:rPr>
              <a:t>”Saiga </a:t>
            </a:r>
            <a:r>
              <a:rPr lang="en-US" sz="1100" dirty="0" err="1">
                <a:solidFill>
                  <a:srgbClr val="000000"/>
                </a:solidFill>
                <a:latin typeface="Century Gothic" panose="020B0502020202020204" pitchFamily="34" charset="0"/>
              </a:rPr>
              <a:t>antilope</a:t>
            </a:r>
            <a:r>
              <a:rPr lang="en-US" sz="1100" dirty="0">
                <a:solidFill>
                  <a:srgbClr val="000000"/>
                </a:solidFill>
                <a:latin typeface="Century Gothic" panose="020B0502020202020204" pitchFamily="34" charset="0"/>
              </a:rPr>
              <a:t>” in the example above.</a:t>
            </a:r>
            <a:endParaRPr lang="en-US" sz="1100" dirty="0"/>
          </a:p>
        </p:txBody>
      </p:sp>
    </p:spTree>
    <p:extLst>
      <p:ext uri="{BB962C8B-B14F-4D97-AF65-F5344CB8AC3E}">
        <p14:creationId xmlns:p14="http://schemas.microsoft.com/office/powerpoint/2010/main" val="3923086398"/>
      </p:ext>
    </p:extLst>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1">
            <a:extLst>
              <a:ext uri="{FF2B5EF4-FFF2-40B4-BE49-F238E27FC236}">
                <a16:creationId xmlns:a16="http://schemas.microsoft.com/office/drawing/2014/main" id="{FF7049BC-0C6F-114D-B975-608A5D5CF31D}"/>
              </a:ext>
            </a:extLst>
          </p:cNvPr>
          <p:cNvSpPr txBox="1">
            <a:spLocks/>
          </p:cNvSpPr>
          <p:nvPr/>
        </p:nvSpPr>
        <p:spPr>
          <a:xfrm>
            <a:off x="933450" y="326087"/>
            <a:ext cx="2995036" cy="432197"/>
          </a:xfrm>
          <a:prstGeom prst="rect">
            <a:avLst/>
          </a:prstGeom>
          <a:ln>
            <a:noFill/>
          </a:ln>
        </p:spPr>
        <p:txBody>
          <a:bodyPr vert="horz" lIns="46101" tIns="23051" rIns="46101" bIns="23051" rtlCol="0" anchor="ctr">
            <a:normAutofit/>
          </a:bodyPr>
          <a:lstStyle>
            <a:lvl1pPr algn="r" defTabSz="457200" rtl="0" eaLnBrk="1" latinLnBrk="0" hangingPunct="1">
              <a:spcBef>
                <a:spcPct val="0"/>
              </a:spcBef>
              <a:buNone/>
              <a:defRPr sz="4000" b="1" kern="1200">
                <a:solidFill>
                  <a:schemeClr val="tx1"/>
                </a:solidFill>
                <a:latin typeface="+mj-lt"/>
                <a:ea typeface="+mj-ea"/>
                <a:cs typeface="+mj-cs"/>
              </a:defRPr>
            </a:lvl1pPr>
          </a:lstStyle>
          <a:p>
            <a:r>
              <a:rPr lang="en-US" sz="2017" dirty="0">
                <a:latin typeface="Century Gothic" panose="020B0502020202020204" pitchFamily="34" charset="0"/>
              </a:rPr>
              <a:t>Typical </a:t>
            </a:r>
            <a:r>
              <a:rPr lang="en-US" sz="1600" dirty="0">
                <a:latin typeface="Century Gothic" panose="020B0502020202020204" pitchFamily="34" charset="0"/>
              </a:rPr>
              <a:t>vision</a:t>
            </a:r>
            <a:r>
              <a:rPr lang="en-US" sz="2017" dirty="0">
                <a:latin typeface="Century Gothic" panose="020B0502020202020204" pitchFamily="34" charset="0"/>
              </a:rPr>
              <a:t> problems</a:t>
            </a:r>
            <a:endParaRPr lang="en-US" sz="2017" b="0" dirty="0">
              <a:latin typeface="Century Gothic" panose="020B0502020202020204" pitchFamily="34" charset="0"/>
            </a:endParaRPr>
          </a:p>
        </p:txBody>
      </p:sp>
      <p:sp>
        <p:nvSpPr>
          <p:cNvPr id="6" name="Content Placeholder 2">
            <a:extLst>
              <a:ext uri="{FF2B5EF4-FFF2-40B4-BE49-F238E27FC236}">
                <a16:creationId xmlns:a16="http://schemas.microsoft.com/office/drawing/2014/main" id="{BC499CF3-77B8-6645-8ED8-467C7F1F55A5}"/>
              </a:ext>
            </a:extLst>
          </p:cNvPr>
          <p:cNvSpPr>
            <a:spLocks noGrp="1"/>
          </p:cNvSpPr>
          <p:nvPr>
            <p:ph idx="1"/>
          </p:nvPr>
        </p:nvSpPr>
        <p:spPr>
          <a:xfrm>
            <a:off x="143054" y="778073"/>
            <a:ext cx="4318882" cy="2194112"/>
          </a:xfrm>
        </p:spPr>
        <p:txBody>
          <a:bodyPr>
            <a:normAutofit/>
          </a:bodyPr>
          <a:lstStyle/>
          <a:p>
            <a:pPr>
              <a:lnSpc>
                <a:spcPct val="150000"/>
              </a:lnSpc>
            </a:pPr>
            <a:r>
              <a:rPr lang="en-US" sz="908" b="1" dirty="0">
                <a:solidFill>
                  <a:srgbClr val="000000"/>
                </a:solidFill>
                <a:latin typeface="Century Gothic" panose="020B0502020202020204" pitchFamily="34" charset="0"/>
              </a:rPr>
              <a:t>Segmentation</a:t>
            </a:r>
          </a:p>
          <a:p>
            <a:pPr marL="0" lvl="1">
              <a:lnSpc>
                <a:spcPct val="150000"/>
              </a:lnSpc>
            </a:pPr>
            <a:r>
              <a:rPr lang="en-US" sz="706" b="1" dirty="0">
                <a:solidFill>
                  <a:srgbClr val="FF0000"/>
                </a:solidFill>
                <a:latin typeface="Century Gothic" panose="020B0502020202020204" pitchFamily="34" charset="0"/>
              </a:rPr>
              <a:t>	</a:t>
            </a:r>
            <a:endParaRPr lang="en-US" sz="706" dirty="0">
              <a:solidFill>
                <a:srgbClr val="000000"/>
              </a:solidFill>
              <a:latin typeface="Century Gothic" panose="020B0502020202020204" pitchFamily="34" charset="0"/>
            </a:endParaRPr>
          </a:p>
        </p:txBody>
      </p:sp>
      <p:pic>
        <p:nvPicPr>
          <p:cNvPr id="3" name="Picture 2">
            <a:extLst>
              <a:ext uri="{FF2B5EF4-FFF2-40B4-BE49-F238E27FC236}">
                <a16:creationId xmlns:a16="http://schemas.microsoft.com/office/drawing/2014/main" id="{81C89805-1FB0-9E41-9D05-8739DA7302C6}"/>
              </a:ext>
            </a:extLst>
          </p:cNvPr>
          <p:cNvPicPr>
            <a:picLocks noChangeAspect="1"/>
          </p:cNvPicPr>
          <p:nvPr/>
        </p:nvPicPr>
        <p:blipFill>
          <a:blip r:embed="rId2"/>
          <a:stretch>
            <a:fillRect/>
          </a:stretch>
        </p:blipFill>
        <p:spPr>
          <a:xfrm>
            <a:off x="189785" y="1028544"/>
            <a:ext cx="1731669" cy="1385876"/>
          </a:xfrm>
          <a:prstGeom prst="rect">
            <a:avLst/>
          </a:prstGeom>
        </p:spPr>
      </p:pic>
      <p:pic>
        <p:nvPicPr>
          <p:cNvPr id="7" name="Picture 6">
            <a:extLst>
              <a:ext uri="{FF2B5EF4-FFF2-40B4-BE49-F238E27FC236}">
                <a16:creationId xmlns:a16="http://schemas.microsoft.com/office/drawing/2014/main" id="{948372CF-A2AD-8645-A2D1-499F8F2D6DD2}"/>
              </a:ext>
            </a:extLst>
          </p:cNvPr>
          <p:cNvPicPr>
            <a:picLocks noChangeAspect="1"/>
          </p:cNvPicPr>
          <p:nvPr/>
        </p:nvPicPr>
        <p:blipFill>
          <a:blip r:embed="rId3"/>
          <a:stretch>
            <a:fillRect/>
          </a:stretch>
        </p:blipFill>
        <p:spPr>
          <a:xfrm>
            <a:off x="1979702" y="1028544"/>
            <a:ext cx="1709603" cy="1385875"/>
          </a:xfrm>
          <a:prstGeom prst="rect">
            <a:avLst/>
          </a:prstGeom>
        </p:spPr>
      </p:pic>
      <p:sp>
        <p:nvSpPr>
          <p:cNvPr id="8" name="Rectangle 7">
            <a:extLst>
              <a:ext uri="{FF2B5EF4-FFF2-40B4-BE49-F238E27FC236}">
                <a16:creationId xmlns:a16="http://schemas.microsoft.com/office/drawing/2014/main" id="{3E476DC8-904F-8F4A-B078-DE813667DC56}"/>
              </a:ext>
            </a:extLst>
          </p:cNvPr>
          <p:cNvSpPr/>
          <p:nvPr/>
        </p:nvSpPr>
        <p:spPr>
          <a:xfrm>
            <a:off x="148164" y="2453997"/>
            <a:ext cx="4413558" cy="600164"/>
          </a:xfrm>
          <a:prstGeom prst="rect">
            <a:avLst/>
          </a:prstGeom>
        </p:spPr>
        <p:txBody>
          <a:bodyPr wrap="square">
            <a:spAutoFit/>
          </a:bodyPr>
          <a:lstStyle/>
          <a:p>
            <a:r>
              <a:rPr lang="en-US" sz="1100" b="1" dirty="0">
                <a:solidFill>
                  <a:srgbClr val="000000"/>
                </a:solidFill>
                <a:latin typeface="Century Gothic" panose="020B0502020202020204" pitchFamily="34" charset="0"/>
              </a:rPr>
              <a:t>Task</a:t>
            </a:r>
            <a:r>
              <a:rPr lang="en-US" sz="1100" dirty="0">
                <a:solidFill>
                  <a:srgbClr val="000000"/>
                </a:solidFill>
                <a:latin typeface="Century Gothic" panose="020B0502020202020204" pitchFamily="34" charset="0"/>
              </a:rPr>
              <a:t>: Label </a:t>
            </a:r>
            <a:r>
              <a:rPr lang="en-US" sz="1100" b="1" dirty="0">
                <a:solidFill>
                  <a:srgbClr val="000000"/>
                </a:solidFill>
                <a:latin typeface="Century Gothic" panose="020B0502020202020204" pitchFamily="34" charset="0"/>
              </a:rPr>
              <a:t>each pixel </a:t>
            </a:r>
            <a:r>
              <a:rPr lang="en-US" sz="1100" dirty="0">
                <a:solidFill>
                  <a:srgbClr val="000000"/>
                </a:solidFill>
                <a:latin typeface="Century Gothic" panose="020B0502020202020204" pitchFamily="34" charset="0"/>
              </a:rPr>
              <a:t>of an image by its class membership, e.g.,</a:t>
            </a:r>
          </a:p>
          <a:p>
            <a:r>
              <a:rPr lang="en-US" sz="1100" dirty="0">
                <a:solidFill>
                  <a:srgbClr val="1078D3"/>
                </a:solidFill>
                <a:latin typeface="Century Gothic" panose="020B0502020202020204" pitchFamily="34" charset="0"/>
              </a:rPr>
              <a:t>“Human” </a:t>
            </a:r>
            <a:r>
              <a:rPr lang="en-US" sz="1100" dirty="0">
                <a:solidFill>
                  <a:srgbClr val="000000"/>
                </a:solidFill>
                <a:latin typeface="Century Gothic" panose="020B0502020202020204" pitchFamily="34" charset="0"/>
              </a:rPr>
              <a:t>vs. </a:t>
            </a:r>
            <a:r>
              <a:rPr lang="en-US" sz="1100" dirty="0">
                <a:solidFill>
                  <a:srgbClr val="127711"/>
                </a:solidFill>
                <a:latin typeface="Century Gothic" panose="020B0502020202020204" pitchFamily="34" charset="0"/>
              </a:rPr>
              <a:t>“Sheep” </a:t>
            </a:r>
            <a:r>
              <a:rPr lang="en-US" sz="1100" dirty="0">
                <a:solidFill>
                  <a:srgbClr val="000000"/>
                </a:solidFill>
                <a:latin typeface="Century Gothic" panose="020B0502020202020204" pitchFamily="34" charset="0"/>
              </a:rPr>
              <a:t>vs. Background in the example.</a:t>
            </a:r>
          </a:p>
        </p:txBody>
      </p:sp>
    </p:spTree>
    <p:extLst>
      <p:ext uri="{BB962C8B-B14F-4D97-AF65-F5344CB8AC3E}">
        <p14:creationId xmlns:p14="http://schemas.microsoft.com/office/powerpoint/2010/main" val="2650950357"/>
      </p:ext>
    </p:extLst>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1">
            <a:extLst>
              <a:ext uri="{FF2B5EF4-FFF2-40B4-BE49-F238E27FC236}">
                <a16:creationId xmlns:a16="http://schemas.microsoft.com/office/drawing/2014/main" id="{FF7049BC-0C6F-114D-B975-608A5D5CF31D}"/>
              </a:ext>
            </a:extLst>
          </p:cNvPr>
          <p:cNvSpPr txBox="1">
            <a:spLocks/>
          </p:cNvSpPr>
          <p:nvPr/>
        </p:nvSpPr>
        <p:spPr>
          <a:xfrm>
            <a:off x="42686" y="433784"/>
            <a:ext cx="4519036" cy="432197"/>
          </a:xfrm>
          <a:prstGeom prst="rect">
            <a:avLst/>
          </a:prstGeom>
          <a:ln>
            <a:noFill/>
          </a:ln>
        </p:spPr>
        <p:txBody>
          <a:bodyPr vert="horz" lIns="46101" tIns="23051" rIns="46101" bIns="23051" rtlCol="0" anchor="ctr">
            <a:normAutofit/>
          </a:bodyPr>
          <a:lstStyle>
            <a:lvl1pPr algn="r" defTabSz="457200" rtl="0" eaLnBrk="1" latinLnBrk="0" hangingPunct="1">
              <a:spcBef>
                <a:spcPct val="0"/>
              </a:spcBef>
              <a:buNone/>
              <a:defRPr sz="4000" b="1" kern="1200">
                <a:solidFill>
                  <a:schemeClr val="tx1"/>
                </a:solidFill>
                <a:latin typeface="+mj-lt"/>
                <a:ea typeface="+mj-ea"/>
                <a:cs typeface="+mj-cs"/>
              </a:defRPr>
            </a:lvl1pPr>
          </a:lstStyle>
          <a:p>
            <a:r>
              <a:rPr lang="en-US" sz="1600" dirty="0">
                <a:latin typeface="Century Gothic" panose="020B0502020202020204" pitchFamily="34" charset="0"/>
              </a:rPr>
              <a:t>Typical vision problems</a:t>
            </a:r>
            <a:endParaRPr lang="en-US" sz="1600" b="0" dirty="0">
              <a:latin typeface="Century Gothic" panose="020B0502020202020204" pitchFamily="34" charset="0"/>
            </a:endParaRPr>
          </a:p>
        </p:txBody>
      </p:sp>
      <p:sp>
        <p:nvSpPr>
          <p:cNvPr id="6" name="Content Placeholder 2">
            <a:extLst>
              <a:ext uri="{FF2B5EF4-FFF2-40B4-BE49-F238E27FC236}">
                <a16:creationId xmlns:a16="http://schemas.microsoft.com/office/drawing/2014/main" id="{BC499CF3-77B8-6645-8ED8-467C7F1F55A5}"/>
              </a:ext>
            </a:extLst>
          </p:cNvPr>
          <p:cNvSpPr>
            <a:spLocks noGrp="1"/>
          </p:cNvSpPr>
          <p:nvPr>
            <p:ph idx="1"/>
          </p:nvPr>
        </p:nvSpPr>
        <p:spPr>
          <a:xfrm>
            <a:off x="143054" y="778073"/>
            <a:ext cx="4318882" cy="2194112"/>
          </a:xfrm>
        </p:spPr>
        <p:txBody>
          <a:bodyPr>
            <a:normAutofit/>
          </a:bodyPr>
          <a:lstStyle/>
          <a:p>
            <a:pPr>
              <a:lnSpc>
                <a:spcPct val="150000"/>
              </a:lnSpc>
            </a:pPr>
            <a:r>
              <a:rPr lang="en-US" sz="908" b="1" dirty="0">
                <a:solidFill>
                  <a:srgbClr val="000000"/>
                </a:solidFill>
                <a:latin typeface="Century Gothic" panose="020B0502020202020204" pitchFamily="34" charset="0"/>
              </a:rPr>
              <a:t>Detection</a:t>
            </a:r>
          </a:p>
          <a:p>
            <a:pPr marL="0" lvl="1">
              <a:lnSpc>
                <a:spcPct val="150000"/>
              </a:lnSpc>
            </a:pPr>
            <a:r>
              <a:rPr lang="en-US" sz="706" b="1" dirty="0">
                <a:solidFill>
                  <a:srgbClr val="FF0000"/>
                </a:solidFill>
                <a:latin typeface="Century Gothic" panose="020B0502020202020204" pitchFamily="34" charset="0"/>
              </a:rPr>
              <a:t>	</a:t>
            </a:r>
            <a:endParaRPr lang="en-US" sz="706" dirty="0">
              <a:solidFill>
                <a:srgbClr val="000000"/>
              </a:solidFill>
              <a:latin typeface="Century Gothic" panose="020B0502020202020204" pitchFamily="34" charset="0"/>
            </a:endParaRPr>
          </a:p>
        </p:txBody>
      </p:sp>
      <p:pic>
        <p:nvPicPr>
          <p:cNvPr id="3" name="Picture 2">
            <a:extLst>
              <a:ext uri="{FF2B5EF4-FFF2-40B4-BE49-F238E27FC236}">
                <a16:creationId xmlns:a16="http://schemas.microsoft.com/office/drawing/2014/main" id="{F5D2966E-3790-7E4A-B7CF-B76B6BCF10D4}"/>
              </a:ext>
            </a:extLst>
          </p:cNvPr>
          <p:cNvPicPr>
            <a:picLocks noChangeAspect="1"/>
          </p:cNvPicPr>
          <p:nvPr/>
        </p:nvPicPr>
        <p:blipFill>
          <a:blip r:embed="rId2"/>
          <a:stretch>
            <a:fillRect/>
          </a:stretch>
        </p:blipFill>
        <p:spPr>
          <a:xfrm>
            <a:off x="210585" y="1044551"/>
            <a:ext cx="2305050" cy="1296591"/>
          </a:xfrm>
          <a:prstGeom prst="rect">
            <a:avLst/>
          </a:prstGeom>
          <a:ln>
            <a:noFill/>
          </a:ln>
          <a:effectLst/>
        </p:spPr>
      </p:pic>
      <p:sp>
        <p:nvSpPr>
          <p:cNvPr id="7" name="Rectangle 6">
            <a:extLst>
              <a:ext uri="{FF2B5EF4-FFF2-40B4-BE49-F238E27FC236}">
                <a16:creationId xmlns:a16="http://schemas.microsoft.com/office/drawing/2014/main" id="{084A768A-1A64-2C43-BD4F-E3F794DA6653}"/>
              </a:ext>
            </a:extLst>
          </p:cNvPr>
          <p:cNvSpPr/>
          <p:nvPr/>
        </p:nvSpPr>
        <p:spPr>
          <a:xfrm>
            <a:off x="153991" y="2416198"/>
            <a:ext cx="4208459" cy="769441"/>
          </a:xfrm>
          <a:prstGeom prst="rect">
            <a:avLst/>
          </a:prstGeom>
        </p:spPr>
        <p:txBody>
          <a:bodyPr wrap="square">
            <a:spAutoFit/>
          </a:bodyPr>
          <a:lstStyle/>
          <a:p>
            <a:r>
              <a:rPr lang="en-US" sz="1100" b="1" dirty="0">
                <a:solidFill>
                  <a:srgbClr val="000000"/>
                </a:solidFill>
                <a:latin typeface="Century Gothic" panose="020B0502020202020204" pitchFamily="34" charset="0"/>
              </a:rPr>
              <a:t>Task</a:t>
            </a:r>
            <a:r>
              <a:rPr lang="en-US" sz="1100" dirty="0">
                <a:solidFill>
                  <a:srgbClr val="000000"/>
                </a:solidFill>
                <a:latin typeface="Century Gothic" panose="020B0502020202020204" pitchFamily="34" charset="0"/>
              </a:rPr>
              <a:t>: </a:t>
            </a:r>
            <a:r>
              <a:rPr lang="en-US" sz="1100" b="1" dirty="0">
                <a:solidFill>
                  <a:srgbClr val="000000"/>
                </a:solidFill>
                <a:latin typeface="Century Gothic" panose="020B0502020202020204" pitchFamily="34" charset="0"/>
              </a:rPr>
              <a:t>Locate and label </a:t>
            </a:r>
            <a:r>
              <a:rPr lang="en-US" sz="1100" dirty="0">
                <a:solidFill>
                  <a:srgbClr val="000000"/>
                </a:solidFill>
                <a:latin typeface="Century Gothic" panose="020B0502020202020204" pitchFamily="34" charset="0"/>
              </a:rPr>
              <a:t>objects. E.g., each object is (1) marked by a bounding </a:t>
            </a:r>
          </a:p>
          <a:p>
            <a:r>
              <a:rPr lang="en-US" sz="1100" dirty="0">
                <a:solidFill>
                  <a:srgbClr val="000000"/>
                </a:solidFill>
                <a:latin typeface="Century Gothic" panose="020B0502020202020204" pitchFamily="34" charset="0"/>
              </a:rPr>
              <a:t>box (i.e., coordinates) and (2) assigned a class/object label.</a:t>
            </a:r>
            <a:endParaRPr lang="en-US" sz="1100" dirty="0"/>
          </a:p>
        </p:txBody>
      </p:sp>
    </p:spTree>
    <p:extLst>
      <p:ext uri="{BB962C8B-B14F-4D97-AF65-F5344CB8AC3E}">
        <p14:creationId xmlns:p14="http://schemas.microsoft.com/office/powerpoint/2010/main" val="589329589"/>
      </p:ext>
    </p:extLst>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1">
            <a:extLst>
              <a:ext uri="{FF2B5EF4-FFF2-40B4-BE49-F238E27FC236}">
                <a16:creationId xmlns:a16="http://schemas.microsoft.com/office/drawing/2014/main" id="{FF7049BC-0C6F-114D-B975-608A5D5CF31D}"/>
              </a:ext>
            </a:extLst>
          </p:cNvPr>
          <p:cNvSpPr txBox="1">
            <a:spLocks/>
          </p:cNvSpPr>
          <p:nvPr/>
        </p:nvSpPr>
        <p:spPr>
          <a:xfrm>
            <a:off x="42686" y="433784"/>
            <a:ext cx="4519036" cy="432197"/>
          </a:xfrm>
          <a:prstGeom prst="rect">
            <a:avLst/>
          </a:prstGeom>
          <a:ln>
            <a:noFill/>
          </a:ln>
        </p:spPr>
        <p:txBody>
          <a:bodyPr vert="horz" lIns="46101" tIns="23051" rIns="46101" bIns="23051" rtlCol="0" anchor="ctr">
            <a:normAutofit/>
          </a:bodyPr>
          <a:lstStyle>
            <a:lvl1pPr algn="r" defTabSz="457200" rtl="0" eaLnBrk="1" latinLnBrk="0" hangingPunct="1">
              <a:spcBef>
                <a:spcPct val="0"/>
              </a:spcBef>
              <a:buNone/>
              <a:defRPr sz="4000" b="1" kern="1200">
                <a:solidFill>
                  <a:schemeClr val="tx1"/>
                </a:solidFill>
                <a:latin typeface="+mj-lt"/>
                <a:ea typeface="+mj-ea"/>
                <a:cs typeface="+mj-cs"/>
              </a:defRPr>
            </a:lvl1pPr>
          </a:lstStyle>
          <a:p>
            <a:r>
              <a:rPr lang="en-US" sz="2017" dirty="0">
                <a:latin typeface="Century Gothic" panose="020B0502020202020204" pitchFamily="34" charset="0"/>
              </a:rPr>
              <a:t>Typical vision problems</a:t>
            </a:r>
            <a:endParaRPr lang="en-US" sz="2017" b="0" dirty="0">
              <a:latin typeface="Century Gothic" panose="020B0502020202020204" pitchFamily="34" charset="0"/>
            </a:endParaRPr>
          </a:p>
        </p:txBody>
      </p:sp>
      <p:sp>
        <p:nvSpPr>
          <p:cNvPr id="6" name="Content Placeholder 2">
            <a:extLst>
              <a:ext uri="{FF2B5EF4-FFF2-40B4-BE49-F238E27FC236}">
                <a16:creationId xmlns:a16="http://schemas.microsoft.com/office/drawing/2014/main" id="{BC499CF3-77B8-6645-8ED8-467C7F1F55A5}"/>
              </a:ext>
            </a:extLst>
          </p:cNvPr>
          <p:cNvSpPr>
            <a:spLocks noGrp="1"/>
          </p:cNvSpPr>
          <p:nvPr>
            <p:ph idx="1"/>
          </p:nvPr>
        </p:nvSpPr>
        <p:spPr>
          <a:xfrm>
            <a:off x="143054" y="778073"/>
            <a:ext cx="4318882" cy="2194112"/>
          </a:xfrm>
        </p:spPr>
        <p:txBody>
          <a:bodyPr>
            <a:normAutofit/>
          </a:bodyPr>
          <a:lstStyle/>
          <a:p>
            <a:pPr>
              <a:lnSpc>
                <a:spcPct val="150000"/>
              </a:lnSpc>
            </a:pPr>
            <a:r>
              <a:rPr lang="en-US" sz="908" b="1" dirty="0">
                <a:solidFill>
                  <a:srgbClr val="000000"/>
                </a:solidFill>
                <a:latin typeface="Century Gothic" panose="020B0502020202020204" pitchFamily="34" charset="0"/>
              </a:rPr>
              <a:t>Panoptic Segmentation</a:t>
            </a:r>
          </a:p>
          <a:p>
            <a:pPr marL="0" lvl="1">
              <a:lnSpc>
                <a:spcPct val="150000"/>
              </a:lnSpc>
            </a:pPr>
            <a:r>
              <a:rPr lang="en-US" sz="706" b="1" dirty="0">
                <a:solidFill>
                  <a:srgbClr val="FF0000"/>
                </a:solidFill>
                <a:latin typeface="Century Gothic" panose="020B0502020202020204" pitchFamily="34" charset="0"/>
              </a:rPr>
              <a:t>	</a:t>
            </a:r>
            <a:endParaRPr lang="en-US" sz="706" dirty="0">
              <a:solidFill>
                <a:srgbClr val="000000"/>
              </a:solidFill>
              <a:latin typeface="Century Gothic" panose="020B0502020202020204" pitchFamily="34" charset="0"/>
            </a:endParaRPr>
          </a:p>
        </p:txBody>
      </p:sp>
      <p:sp>
        <p:nvSpPr>
          <p:cNvPr id="7" name="Rectangle 6">
            <a:extLst>
              <a:ext uri="{FF2B5EF4-FFF2-40B4-BE49-F238E27FC236}">
                <a16:creationId xmlns:a16="http://schemas.microsoft.com/office/drawing/2014/main" id="{084A768A-1A64-2C43-BD4F-E3F794DA6653}"/>
              </a:ext>
            </a:extLst>
          </p:cNvPr>
          <p:cNvSpPr/>
          <p:nvPr/>
        </p:nvSpPr>
        <p:spPr>
          <a:xfrm>
            <a:off x="143054" y="2257909"/>
            <a:ext cx="4552849" cy="261610"/>
          </a:xfrm>
          <a:prstGeom prst="rect">
            <a:avLst/>
          </a:prstGeom>
        </p:spPr>
        <p:txBody>
          <a:bodyPr wrap="none">
            <a:spAutoFit/>
          </a:bodyPr>
          <a:lstStyle/>
          <a:p>
            <a:r>
              <a:rPr lang="en-US" sz="1100" b="1" dirty="0">
                <a:solidFill>
                  <a:srgbClr val="000000"/>
                </a:solidFill>
                <a:latin typeface="Century Gothic" panose="020B0502020202020204" pitchFamily="34" charset="0"/>
              </a:rPr>
              <a:t>Goal</a:t>
            </a:r>
            <a:r>
              <a:rPr lang="en-US" sz="1100" dirty="0">
                <a:solidFill>
                  <a:srgbClr val="000000"/>
                </a:solidFill>
                <a:latin typeface="Century Gothic" panose="020B0502020202020204" pitchFamily="34" charset="0"/>
              </a:rPr>
              <a:t>: Unify </a:t>
            </a:r>
            <a:r>
              <a:rPr lang="en-US" sz="1100" u="sng" dirty="0">
                <a:solidFill>
                  <a:srgbClr val="000000"/>
                </a:solidFill>
                <a:latin typeface="Century Gothic" panose="020B0502020202020204" pitchFamily="34" charset="0"/>
              </a:rPr>
              <a:t>semantic segmentation</a:t>
            </a:r>
            <a:r>
              <a:rPr lang="en-US" sz="1100" dirty="0">
                <a:solidFill>
                  <a:srgbClr val="000000"/>
                </a:solidFill>
                <a:latin typeface="Century Gothic" panose="020B0502020202020204" pitchFamily="34" charset="0"/>
              </a:rPr>
              <a:t> and </a:t>
            </a:r>
            <a:r>
              <a:rPr lang="en-US" sz="1100" u="sng" dirty="0">
                <a:solidFill>
                  <a:srgbClr val="000000"/>
                </a:solidFill>
                <a:latin typeface="Century Gothic" panose="020B0502020202020204" pitchFamily="34" charset="0"/>
              </a:rPr>
              <a:t>instance segmentation</a:t>
            </a:r>
            <a:r>
              <a:rPr lang="en-US" sz="1100" dirty="0">
                <a:solidFill>
                  <a:srgbClr val="000000"/>
                </a:solidFill>
                <a:latin typeface="Century Gothic" panose="020B0502020202020204" pitchFamily="34" charset="0"/>
              </a:rPr>
              <a:t>.</a:t>
            </a:r>
            <a:endParaRPr lang="en-US" sz="1100" dirty="0"/>
          </a:p>
        </p:txBody>
      </p:sp>
      <p:pic>
        <p:nvPicPr>
          <p:cNvPr id="2" name="Picture 1">
            <a:extLst>
              <a:ext uri="{FF2B5EF4-FFF2-40B4-BE49-F238E27FC236}">
                <a16:creationId xmlns:a16="http://schemas.microsoft.com/office/drawing/2014/main" id="{381E162A-1496-A642-B1ED-0ED44FCB4EA6}"/>
              </a:ext>
            </a:extLst>
          </p:cNvPr>
          <p:cNvPicPr>
            <a:picLocks noChangeAspect="1"/>
          </p:cNvPicPr>
          <p:nvPr/>
        </p:nvPicPr>
        <p:blipFill>
          <a:blip r:embed="rId2"/>
          <a:stretch>
            <a:fillRect/>
          </a:stretch>
        </p:blipFill>
        <p:spPr>
          <a:xfrm>
            <a:off x="203390" y="1199562"/>
            <a:ext cx="1053112" cy="650182"/>
          </a:xfrm>
          <a:prstGeom prst="rect">
            <a:avLst/>
          </a:prstGeom>
        </p:spPr>
      </p:pic>
      <p:pic>
        <p:nvPicPr>
          <p:cNvPr id="5" name="Picture 4">
            <a:extLst>
              <a:ext uri="{FF2B5EF4-FFF2-40B4-BE49-F238E27FC236}">
                <a16:creationId xmlns:a16="http://schemas.microsoft.com/office/drawing/2014/main" id="{89F003C8-6D94-F945-AE10-BE5EFE7025F8}"/>
              </a:ext>
            </a:extLst>
          </p:cNvPr>
          <p:cNvPicPr>
            <a:picLocks noChangeAspect="1"/>
          </p:cNvPicPr>
          <p:nvPr/>
        </p:nvPicPr>
        <p:blipFill>
          <a:blip r:embed="rId3"/>
          <a:stretch>
            <a:fillRect/>
          </a:stretch>
        </p:blipFill>
        <p:spPr>
          <a:xfrm>
            <a:off x="1306686" y="1199562"/>
            <a:ext cx="1053112" cy="650182"/>
          </a:xfrm>
          <a:prstGeom prst="rect">
            <a:avLst/>
          </a:prstGeom>
        </p:spPr>
      </p:pic>
      <p:pic>
        <p:nvPicPr>
          <p:cNvPr id="8" name="Picture 7">
            <a:extLst>
              <a:ext uri="{FF2B5EF4-FFF2-40B4-BE49-F238E27FC236}">
                <a16:creationId xmlns:a16="http://schemas.microsoft.com/office/drawing/2014/main" id="{3C066F5E-9848-3042-8994-697EEF78F5EF}"/>
              </a:ext>
            </a:extLst>
          </p:cNvPr>
          <p:cNvPicPr>
            <a:picLocks noChangeAspect="1"/>
          </p:cNvPicPr>
          <p:nvPr/>
        </p:nvPicPr>
        <p:blipFill>
          <a:blip r:embed="rId4"/>
          <a:stretch>
            <a:fillRect/>
          </a:stretch>
        </p:blipFill>
        <p:spPr>
          <a:xfrm>
            <a:off x="2405139" y="1199562"/>
            <a:ext cx="1053111" cy="650182"/>
          </a:xfrm>
          <a:prstGeom prst="rect">
            <a:avLst/>
          </a:prstGeom>
        </p:spPr>
      </p:pic>
      <p:pic>
        <p:nvPicPr>
          <p:cNvPr id="9" name="Picture 8">
            <a:extLst>
              <a:ext uri="{FF2B5EF4-FFF2-40B4-BE49-F238E27FC236}">
                <a16:creationId xmlns:a16="http://schemas.microsoft.com/office/drawing/2014/main" id="{5CFDBD84-E918-7845-A157-6C8E064AF196}"/>
              </a:ext>
            </a:extLst>
          </p:cNvPr>
          <p:cNvPicPr>
            <a:picLocks noChangeAspect="1"/>
          </p:cNvPicPr>
          <p:nvPr/>
        </p:nvPicPr>
        <p:blipFill>
          <a:blip r:embed="rId5"/>
          <a:stretch>
            <a:fillRect/>
          </a:stretch>
        </p:blipFill>
        <p:spPr>
          <a:xfrm>
            <a:off x="3503590" y="1199561"/>
            <a:ext cx="1053111" cy="650182"/>
          </a:xfrm>
          <a:prstGeom prst="rect">
            <a:avLst/>
          </a:prstGeom>
        </p:spPr>
      </p:pic>
      <p:sp>
        <p:nvSpPr>
          <p:cNvPr id="10" name="Rectangle 9">
            <a:extLst>
              <a:ext uri="{FF2B5EF4-FFF2-40B4-BE49-F238E27FC236}">
                <a16:creationId xmlns:a16="http://schemas.microsoft.com/office/drawing/2014/main" id="{8EBB5BCD-94AC-3143-8504-A17630FAA945}"/>
              </a:ext>
            </a:extLst>
          </p:cNvPr>
          <p:cNvSpPr/>
          <p:nvPr/>
        </p:nvSpPr>
        <p:spPr>
          <a:xfrm>
            <a:off x="1460004" y="1848068"/>
            <a:ext cx="793807" cy="309572"/>
          </a:xfrm>
          <a:prstGeom prst="rect">
            <a:avLst/>
          </a:prstGeom>
        </p:spPr>
        <p:txBody>
          <a:bodyPr wrap="none">
            <a:spAutoFit/>
          </a:bodyPr>
          <a:lstStyle/>
          <a:p>
            <a:pPr algn="ctr"/>
            <a:r>
              <a:rPr lang="en-US" sz="706" b="1" dirty="0">
                <a:solidFill>
                  <a:srgbClr val="000000"/>
                </a:solidFill>
                <a:latin typeface="Century Gothic" panose="020B0502020202020204" pitchFamily="34" charset="0"/>
              </a:rPr>
              <a:t>Semantic</a:t>
            </a:r>
            <a:r>
              <a:rPr lang="en-US" sz="706" dirty="0">
                <a:solidFill>
                  <a:srgbClr val="000000"/>
                </a:solidFill>
                <a:latin typeface="Century Gothic" panose="020B0502020202020204" pitchFamily="34" charset="0"/>
              </a:rPr>
              <a:t> </a:t>
            </a:r>
          </a:p>
          <a:p>
            <a:pPr algn="ctr"/>
            <a:r>
              <a:rPr lang="en-US" sz="706" dirty="0">
                <a:solidFill>
                  <a:srgbClr val="000000"/>
                </a:solidFill>
                <a:latin typeface="Century Gothic" panose="020B0502020202020204" pitchFamily="34" charset="0"/>
              </a:rPr>
              <a:t>segmentation</a:t>
            </a:r>
            <a:endParaRPr lang="en-US" sz="706" dirty="0"/>
          </a:p>
        </p:txBody>
      </p:sp>
      <p:sp>
        <p:nvSpPr>
          <p:cNvPr id="11" name="Rectangle 10">
            <a:extLst>
              <a:ext uri="{FF2B5EF4-FFF2-40B4-BE49-F238E27FC236}">
                <a16:creationId xmlns:a16="http://schemas.microsoft.com/office/drawing/2014/main" id="{A5CC9745-0095-E244-BF5E-DBDB8752C2A8}"/>
              </a:ext>
            </a:extLst>
          </p:cNvPr>
          <p:cNvSpPr/>
          <p:nvPr/>
        </p:nvSpPr>
        <p:spPr>
          <a:xfrm>
            <a:off x="2534791" y="1836035"/>
            <a:ext cx="793807" cy="309572"/>
          </a:xfrm>
          <a:prstGeom prst="rect">
            <a:avLst/>
          </a:prstGeom>
        </p:spPr>
        <p:txBody>
          <a:bodyPr wrap="none">
            <a:spAutoFit/>
          </a:bodyPr>
          <a:lstStyle/>
          <a:p>
            <a:pPr algn="ctr"/>
            <a:r>
              <a:rPr lang="en-US" sz="706" b="1" dirty="0">
                <a:solidFill>
                  <a:srgbClr val="000000"/>
                </a:solidFill>
                <a:latin typeface="Century Gothic" panose="020B0502020202020204" pitchFamily="34" charset="0"/>
              </a:rPr>
              <a:t>Instance</a:t>
            </a:r>
            <a:r>
              <a:rPr lang="en-US" sz="706" dirty="0">
                <a:solidFill>
                  <a:srgbClr val="000000"/>
                </a:solidFill>
                <a:latin typeface="Century Gothic" panose="020B0502020202020204" pitchFamily="34" charset="0"/>
              </a:rPr>
              <a:t> </a:t>
            </a:r>
          </a:p>
          <a:p>
            <a:pPr algn="ctr"/>
            <a:r>
              <a:rPr lang="en-US" sz="706" dirty="0">
                <a:solidFill>
                  <a:srgbClr val="000000"/>
                </a:solidFill>
                <a:latin typeface="Century Gothic" panose="020B0502020202020204" pitchFamily="34" charset="0"/>
              </a:rPr>
              <a:t>segmentation</a:t>
            </a:r>
            <a:endParaRPr lang="en-US" sz="706" dirty="0"/>
          </a:p>
        </p:txBody>
      </p:sp>
      <p:sp>
        <p:nvSpPr>
          <p:cNvPr id="12" name="Rectangle 11">
            <a:extLst>
              <a:ext uri="{FF2B5EF4-FFF2-40B4-BE49-F238E27FC236}">
                <a16:creationId xmlns:a16="http://schemas.microsoft.com/office/drawing/2014/main" id="{E5F63471-274C-7448-B5AC-F31A52038326}"/>
              </a:ext>
            </a:extLst>
          </p:cNvPr>
          <p:cNvSpPr/>
          <p:nvPr/>
        </p:nvSpPr>
        <p:spPr>
          <a:xfrm>
            <a:off x="3633242" y="1848068"/>
            <a:ext cx="793807" cy="309572"/>
          </a:xfrm>
          <a:prstGeom prst="rect">
            <a:avLst/>
          </a:prstGeom>
        </p:spPr>
        <p:txBody>
          <a:bodyPr wrap="none">
            <a:spAutoFit/>
          </a:bodyPr>
          <a:lstStyle/>
          <a:p>
            <a:pPr algn="ctr"/>
            <a:r>
              <a:rPr lang="en-US" sz="706" b="1" dirty="0">
                <a:solidFill>
                  <a:srgbClr val="000000"/>
                </a:solidFill>
                <a:latin typeface="Century Gothic" panose="020B0502020202020204" pitchFamily="34" charset="0"/>
              </a:rPr>
              <a:t>Panoptic</a:t>
            </a:r>
            <a:r>
              <a:rPr lang="en-US" sz="706" dirty="0">
                <a:solidFill>
                  <a:srgbClr val="000000"/>
                </a:solidFill>
                <a:latin typeface="Century Gothic" panose="020B0502020202020204" pitchFamily="34" charset="0"/>
              </a:rPr>
              <a:t> </a:t>
            </a:r>
          </a:p>
          <a:p>
            <a:pPr algn="ctr"/>
            <a:r>
              <a:rPr lang="en-US" sz="706" dirty="0">
                <a:solidFill>
                  <a:srgbClr val="000000"/>
                </a:solidFill>
                <a:latin typeface="Century Gothic" panose="020B0502020202020204" pitchFamily="34" charset="0"/>
              </a:rPr>
              <a:t>segmentation</a:t>
            </a:r>
            <a:endParaRPr lang="en-US" sz="706" dirty="0"/>
          </a:p>
        </p:txBody>
      </p:sp>
      <p:sp>
        <p:nvSpPr>
          <p:cNvPr id="13" name="Rectangle 12">
            <a:extLst>
              <a:ext uri="{FF2B5EF4-FFF2-40B4-BE49-F238E27FC236}">
                <a16:creationId xmlns:a16="http://schemas.microsoft.com/office/drawing/2014/main" id="{ACB7911C-DCCD-6346-9349-8A47F9F4270F}"/>
              </a:ext>
            </a:extLst>
          </p:cNvPr>
          <p:cNvSpPr/>
          <p:nvPr/>
        </p:nvSpPr>
        <p:spPr>
          <a:xfrm>
            <a:off x="2428255" y="1067948"/>
            <a:ext cx="2276585" cy="169918"/>
          </a:xfrm>
          <a:prstGeom prst="rect">
            <a:avLst/>
          </a:prstGeom>
        </p:spPr>
        <p:txBody>
          <a:bodyPr wrap="none">
            <a:spAutoFit/>
          </a:bodyPr>
          <a:lstStyle/>
          <a:p>
            <a:r>
              <a:rPr lang="en-US" sz="504" b="1" dirty="0">
                <a:latin typeface="Century Gothic" panose="020B0502020202020204" pitchFamily="34" charset="0"/>
              </a:rPr>
              <a:t>Image source</a:t>
            </a:r>
            <a:r>
              <a:rPr lang="en-US" sz="504" dirty="0">
                <a:latin typeface="Century Gothic" panose="020B0502020202020204" pitchFamily="34" charset="0"/>
              </a:rPr>
              <a:t>: Kirillov et al., “Panoptic Segmentation”, In: CVPR ‘19</a:t>
            </a:r>
          </a:p>
        </p:txBody>
      </p:sp>
    </p:spTree>
    <p:extLst>
      <p:ext uri="{BB962C8B-B14F-4D97-AF65-F5344CB8AC3E}">
        <p14:creationId xmlns:p14="http://schemas.microsoft.com/office/powerpoint/2010/main" val="2892163018"/>
      </p:ext>
    </p:extLst>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1">
            <a:extLst>
              <a:ext uri="{FF2B5EF4-FFF2-40B4-BE49-F238E27FC236}">
                <a16:creationId xmlns:a16="http://schemas.microsoft.com/office/drawing/2014/main" id="{FF7049BC-0C6F-114D-B975-608A5D5CF31D}"/>
              </a:ext>
            </a:extLst>
          </p:cNvPr>
          <p:cNvSpPr txBox="1">
            <a:spLocks/>
          </p:cNvSpPr>
          <p:nvPr/>
        </p:nvSpPr>
        <p:spPr>
          <a:xfrm>
            <a:off x="42686" y="433784"/>
            <a:ext cx="4519036" cy="432197"/>
          </a:xfrm>
          <a:prstGeom prst="rect">
            <a:avLst/>
          </a:prstGeom>
          <a:ln>
            <a:noFill/>
          </a:ln>
        </p:spPr>
        <p:txBody>
          <a:bodyPr vert="horz" lIns="46101" tIns="23051" rIns="46101" bIns="23051" rtlCol="0" anchor="ctr">
            <a:normAutofit/>
          </a:bodyPr>
          <a:lstStyle>
            <a:lvl1pPr algn="r" defTabSz="457200" rtl="0" eaLnBrk="1" latinLnBrk="0" hangingPunct="1">
              <a:spcBef>
                <a:spcPct val="0"/>
              </a:spcBef>
              <a:buNone/>
              <a:defRPr sz="4000" b="1" kern="1200">
                <a:solidFill>
                  <a:schemeClr val="tx1"/>
                </a:solidFill>
                <a:latin typeface="+mj-lt"/>
                <a:ea typeface="+mj-ea"/>
                <a:cs typeface="+mj-cs"/>
              </a:defRPr>
            </a:lvl1pPr>
          </a:lstStyle>
          <a:p>
            <a:r>
              <a:rPr lang="en-US" sz="2017" dirty="0">
                <a:latin typeface="Century Gothic" panose="020B0502020202020204" pitchFamily="34" charset="0"/>
              </a:rPr>
              <a:t>Typical vision problems</a:t>
            </a:r>
            <a:endParaRPr lang="en-US" sz="2017" b="0" dirty="0">
              <a:latin typeface="Century Gothic" panose="020B0502020202020204" pitchFamily="34" charset="0"/>
            </a:endParaRPr>
          </a:p>
        </p:txBody>
      </p:sp>
      <p:sp>
        <p:nvSpPr>
          <p:cNvPr id="6" name="Content Placeholder 2">
            <a:extLst>
              <a:ext uri="{FF2B5EF4-FFF2-40B4-BE49-F238E27FC236}">
                <a16:creationId xmlns:a16="http://schemas.microsoft.com/office/drawing/2014/main" id="{BC499CF3-77B8-6645-8ED8-467C7F1F55A5}"/>
              </a:ext>
            </a:extLst>
          </p:cNvPr>
          <p:cNvSpPr>
            <a:spLocks noGrp="1"/>
          </p:cNvSpPr>
          <p:nvPr>
            <p:ph idx="1"/>
          </p:nvPr>
        </p:nvSpPr>
        <p:spPr>
          <a:xfrm>
            <a:off x="143054" y="778073"/>
            <a:ext cx="4318882" cy="2194112"/>
          </a:xfrm>
        </p:spPr>
        <p:txBody>
          <a:bodyPr>
            <a:normAutofit/>
          </a:bodyPr>
          <a:lstStyle/>
          <a:p>
            <a:pPr>
              <a:lnSpc>
                <a:spcPct val="150000"/>
              </a:lnSpc>
            </a:pPr>
            <a:r>
              <a:rPr lang="en-US" sz="908" b="1" dirty="0">
                <a:solidFill>
                  <a:srgbClr val="000000"/>
                </a:solidFill>
                <a:latin typeface="Century Gothic" panose="020B0502020202020204" pitchFamily="34" charset="0"/>
              </a:rPr>
              <a:t>Image-to-Image translation</a:t>
            </a:r>
            <a:endParaRPr lang="en-US" sz="706" dirty="0">
              <a:solidFill>
                <a:srgbClr val="000000"/>
              </a:solidFill>
              <a:latin typeface="Century Gothic" panose="020B0502020202020204" pitchFamily="34" charset="0"/>
            </a:endParaRPr>
          </a:p>
        </p:txBody>
      </p:sp>
      <p:pic>
        <p:nvPicPr>
          <p:cNvPr id="5" name="Picture 4">
            <a:extLst>
              <a:ext uri="{FF2B5EF4-FFF2-40B4-BE49-F238E27FC236}">
                <a16:creationId xmlns:a16="http://schemas.microsoft.com/office/drawing/2014/main" id="{9D1E0076-393B-5E46-B04E-16B3619AAFD2}"/>
              </a:ext>
            </a:extLst>
          </p:cNvPr>
          <p:cNvPicPr>
            <a:picLocks noChangeAspect="1"/>
          </p:cNvPicPr>
          <p:nvPr/>
        </p:nvPicPr>
        <p:blipFill>
          <a:blip r:embed="rId2"/>
          <a:stretch>
            <a:fillRect/>
          </a:stretch>
        </p:blipFill>
        <p:spPr>
          <a:xfrm>
            <a:off x="200269" y="1036703"/>
            <a:ext cx="807123" cy="807123"/>
          </a:xfrm>
          <a:prstGeom prst="rect">
            <a:avLst/>
          </a:prstGeom>
        </p:spPr>
      </p:pic>
      <p:pic>
        <p:nvPicPr>
          <p:cNvPr id="7" name="Picture 6">
            <a:extLst>
              <a:ext uri="{FF2B5EF4-FFF2-40B4-BE49-F238E27FC236}">
                <a16:creationId xmlns:a16="http://schemas.microsoft.com/office/drawing/2014/main" id="{D60BBA99-268B-304C-A123-2AC7C5F285A3}"/>
              </a:ext>
            </a:extLst>
          </p:cNvPr>
          <p:cNvPicPr>
            <a:picLocks noChangeAspect="1"/>
          </p:cNvPicPr>
          <p:nvPr/>
        </p:nvPicPr>
        <p:blipFill>
          <a:blip r:embed="rId3"/>
          <a:stretch>
            <a:fillRect/>
          </a:stretch>
        </p:blipFill>
        <p:spPr>
          <a:xfrm>
            <a:off x="1064608" y="1036702"/>
            <a:ext cx="807123" cy="807123"/>
          </a:xfrm>
          <a:prstGeom prst="rect">
            <a:avLst/>
          </a:prstGeom>
        </p:spPr>
      </p:pic>
      <p:pic>
        <p:nvPicPr>
          <p:cNvPr id="8" name="Picture 7">
            <a:extLst>
              <a:ext uri="{FF2B5EF4-FFF2-40B4-BE49-F238E27FC236}">
                <a16:creationId xmlns:a16="http://schemas.microsoft.com/office/drawing/2014/main" id="{F303C9FF-C291-4747-B4EB-F80A4878B0FD}"/>
              </a:ext>
            </a:extLst>
          </p:cNvPr>
          <p:cNvPicPr>
            <a:picLocks noChangeAspect="1"/>
          </p:cNvPicPr>
          <p:nvPr/>
        </p:nvPicPr>
        <p:blipFill>
          <a:blip r:embed="rId4"/>
          <a:stretch>
            <a:fillRect/>
          </a:stretch>
        </p:blipFill>
        <p:spPr>
          <a:xfrm>
            <a:off x="197257" y="2045849"/>
            <a:ext cx="807124" cy="809869"/>
          </a:xfrm>
          <a:prstGeom prst="rect">
            <a:avLst/>
          </a:prstGeom>
        </p:spPr>
      </p:pic>
      <p:pic>
        <p:nvPicPr>
          <p:cNvPr id="9" name="Picture 8">
            <a:extLst>
              <a:ext uri="{FF2B5EF4-FFF2-40B4-BE49-F238E27FC236}">
                <a16:creationId xmlns:a16="http://schemas.microsoft.com/office/drawing/2014/main" id="{20E7F80E-008F-1746-A5DE-669D547DCC00}"/>
              </a:ext>
            </a:extLst>
          </p:cNvPr>
          <p:cNvPicPr>
            <a:picLocks noChangeAspect="1"/>
          </p:cNvPicPr>
          <p:nvPr/>
        </p:nvPicPr>
        <p:blipFill>
          <a:blip r:embed="rId5"/>
          <a:stretch>
            <a:fillRect/>
          </a:stretch>
        </p:blipFill>
        <p:spPr>
          <a:xfrm>
            <a:off x="1064607" y="2045849"/>
            <a:ext cx="807124" cy="809870"/>
          </a:xfrm>
          <a:prstGeom prst="rect">
            <a:avLst/>
          </a:prstGeom>
        </p:spPr>
      </p:pic>
      <p:sp>
        <p:nvSpPr>
          <p:cNvPr id="10" name="Rectangle 9">
            <a:extLst>
              <a:ext uri="{FF2B5EF4-FFF2-40B4-BE49-F238E27FC236}">
                <a16:creationId xmlns:a16="http://schemas.microsoft.com/office/drawing/2014/main" id="{8CC3A26C-8543-1943-B106-9C0D896D5A36}"/>
              </a:ext>
            </a:extLst>
          </p:cNvPr>
          <p:cNvSpPr/>
          <p:nvPr/>
        </p:nvSpPr>
        <p:spPr>
          <a:xfrm>
            <a:off x="723003" y="1867251"/>
            <a:ext cx="724878" cy="200952"/>
          </a:xfrm>
          <a:prstGeom prst="rect">
            <a:avLst/>
          </a:prstGeom>
        </p:spPr>
        <p:txBody>
          <a:bodyPr wrap="none">
            <a:spAutoFit/>
          </a:bodyPr>
          <a:lstStyle/>
          <a:p>
            <a:r>
              <a:rPr lang="en-US" sz="706" dirty="0">
                <a:solidFill>
                  <a:srgbClr val="000000"/>
                </a:solidFill>
                <a:latin typeface="Century Gothic" panose="020B0502020202020204" pitchFamily="34" charset="0"/>
              </a:rPr>
              <a:t>Arial </a:t>
            </a:r>
            <a:r>
              <a:rPr lang="en-US" sz="706" dirty="0">
                <a:solidFill>
                  <a:srgbClr val="000000"/>
                </a:solidFill>
                <a:latin typeface="Century Gothic" panose="020B0502020202020204" pitchFamily="34" charset="0"/>
                <a:sym typeface="Wingdings" pitchFamily="2" charset="2"/>
              </a:rPr>
              <a:t> Map</a:t>
            </a:r>
            <a:endParaRPr lang="en-US" sz="706" dirty="0"/>
          </a:p>
        </p:txBody>
      </p:sp>
      <p:sp>
        <p:nvSpPr>
          <p:cNvPr id="11" name="Rectangle 10">
            <a:extLst>
              <a:ext uri="{FF2B5EF4-FFF2-40B4-BE49-F238E27FC236}">
                <a16:creationId xmlns:a16="http://schemas.microsoft.com/office/drawing/2014/main" id="{33040515-347E-B946-B8D7-90759A8768A7}"/>
              </a:ext>
            </a:extLst>
          </p:cNvPr>
          <p:cNvSpPr/>
          <p:nvPr/>
        </p:nvSpPr>
        <p:spPr>
          <a:xfrm>
            <a:off x="786964" y="2855718"/>
            <a:ext cx="699230" cy="200952"/>
          </a:xfrm>
          <a:prstGeom prst="rect">
            <a:avLst/>
          </a:prstGeom>
        </p:spPr>
        <p:txBody>
          <a:bodyPr wrap="none">
            <a:spAutoFit/>
          </a:bodyPr>
          <a:lstStyle/>
          <a:p>
            <a:r>
              <a:rPr lang="en-US" sz="706" dirty="0">
                <a:solidFill>
                  <a:srgbClr val="000000"/>
                </a:solidFill>
                <a:latin typeface="Century Gothic" panose="020B0502020202020204" pitchFamily="34" charset="0"/>
              </a:rPr>
              <a:t>BW </a:t>
            </a:r>
            <a:r>
              <a:rPr lang="en-US" sz="706" dirty="0">
                <a:solidFill>
                  <a:srgbClr val="000000"/>
                </a:solidFill>
                <a:latin typeface="Century Gothic" panose="020B0502020202020204" pitchFamily="34" charset="0"/>
                <a:sym typeface="Wingdings" pitchFamily="2" charset="2"/>
              </a:rPr>
              <a:t> Color</a:t>
            </a:r>
            <a:endParaRPr lang="en-US" sz="706" dirty="0"/>
          </a:p>
        </p:txBody>
      </p:sp>
      <p:pic>
        <p:nvPicPr>
          <p:cNvPr id="13" name="Picture 12">
            <a:extLst>
              <a:ext uri="{FF2B5EF4-FFF2-40B4-BE49-F238E27FC236}">
                <a16:creationId xmlns:a16="http://schemas.microsoft.com/office/drawing/2014/main" id="{B7EE6DF9-B8BE-044D-BBEE-A5E64585FC8C}"/>
              </a:ext>
            </a:extLst>
          </p:cNvPr>
          <p:cNvPicPr>
            <a:picLocks noChangeAspect="1"/>
          </p:cNvPicPr>
          <p:nvPr/>
        </p:nvPicPr>
        <p:blipFill>
          <a:blip r:embed="rId6"/>
          <a:stretch>
            <a:fillRect/>
          </a:stretch>
        </p:blipFill>
        <p:spPr>
          <a:xfrm>
            <a:off x="2344633" y="1096309"/>
            <a:ext cx="1638339" cy="807123"/>
          </a:xfrm>
          <a:prstGeom prst="rect">
            <a:avLst/>
          </a:prstGeom>
        </p:spPr>
      </p:pic>
      <p:pic>
        <p:nvPicPr>
          <p:cNvPr id="14" name="Picture 13">
            <a:extLst>
              <a:ext uri="{FF2B5EF4-FFF2-40B4-BE49-F238E27FC236}">
                <a16:creationId xmlns:a16="http://schemas.microsoft.com/office/drawing/2014/main" id="{6F453670-B861-2D4F-B044-D3CAA43F9659}"/>
              </a:ext>
            </a:extLst>
          </p:cNvPr>
          <p:cNvPicPr>
            <a:picLocks noChangeAspect="1"/>
          </p:cNvPicPr>
          <p:nvPr/>
        </p:nvPicPr>
        <p:blipFill>
          <a:blip r:embed="rId7"/>
          <a:stretch>
            <a:fillRect/>
          </a:stretch>
        </p:blipFill>
        <p:spPr>
          <a:xfrm>
            <a:off x="2344633" y="1971728"/>
            <a:ext cx="1634324" cy="807123"/>
          </a:xfrm>
          <a:prstGeom prst="rect">
            <a:avLst/>
          </a:prstGeom>
        </p:spPr>
      </p:pic>
      <p:sp>
        <p:nvSpPr>
          <p:cNvPr id="15" name="Rectangle 14">
            <a:extLst>
              <a:ext uri="{FF2B5EF4-FFF2-40B4-BE49-F238E27FC236}">
                <a16:creationId xmlns:a16="http://schemas.microsoft.com/office/drawing/2014/main" id="{E2D019D4-8EED-9845-817C-7BABD8A8F090}"/>
              </a:ext>
            </a:extLst>
          </p:cNvPr>
          <p:cNvSpPr/>
          <p:nvPr/>
        </p:nvSpPr>
        <p:spPr>
          <a:xfrm rot="5400000">
            <a:off x="3537357" y="1740304"/>
            <a:ext cx="1091966" cy="200952"/>
          </a:xfrm>
          <a:prstGeom prst="rect">
            <a:avLst/>
          </a:prstGeom>
        </p:spPr>
        <p:txBody>
          <a:bodyPr wrap="none">
            <a:spAutoFit/>
          </a:bodyPr>
          <a:lstStyle/>
          <a:p>
            <a:r>
              <a:rPr lang="en-US" sz="706" dirty="0">
                <a:solidFill>
                  <a:srgbClr val="000000"/>
                </a:solidFill>
                <a:latin typeface="Century Gothic" panose="020B0502020202020204" pitchFamily="34" charset="0"/>
              </a:rPr>
              <a:t>Label map </a:t>
            </a:r>
            <a:r>
              <a:rPr lang="en-US" sz="706" dirty="0">
                <a:solidFill>
                  <a:srgbClr val="000000"/>
                </a:solidFill>
                <a:latin typeface="Century Gothic" panose="020B0502020202020204" pitchFamily="34" charset="0"/>
                <a:sym typeface="Wingdings" pitchFamily="2" charset="2"/>
              </a:rPr>
              <a:t> Image</a:t>
            </a:r>
            <a:endParaRPr lang="en-US" sz="706" dirty="0"/>
          </a:p>
        </p:txBody>
      </p:sp>
    </p:spTree>
    <p:extLst>
      <p:ext uri="{BB962C8B-B14F-4D97-AF65-F5344CB8AC3E}">
        <p14:creationId xmlns:p14="http://schemas.microsoft.com/office/powerpoint/2010/main" val="1568061598"/>
      </p:ext>
    </p:extLst>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65EFA49-4ABF-D4BA-7DB0-46FEFBC92E45}"/>
            </a:ext>
          </a:extLst>
        </p:cNvPr>
        <p:cNvGrpSpPr/>
        <p:nvPr/>
      </p:nvGrpSpPr>
      <p:grpSpPr>
        <a:xfrm>
          <a:off x="0" y="0"/>
          <a:ext cx="0" cy="0"/>
          <a:chOff x="0" y="0"/>
          <a:chExt cx="0" cy="0"/>
        </a:xfrm>
      </p:grpSpPr>
      <p:sp>
        <p:nvSpPr>
          <p:cNvPr id="4" name="Title 1">
            <a:extLst>
              <a:ext uri="{FF2B5EF4-FFF2-40B4-BE49-F238E27FC236}">
                <a16:creationId xmlns:a16="http://schemas.microsoft.com/office/drawing/2014/main" id="{63B8AF17-878D-9E5A-A145-EEB11F6C853D}"/>
              </a:ext>
            </a:extLst>
          </p:cNvPr>
          <p:cNvSpPr txBox="1">
            <a:spLocks/>
          </p:cNvSpPr>
          <p:nvPr/>
        </p:nvSpPr>
        <p:spPr>
          <a:xfrm>
            <a:off x="42686" y="433784"/>
            <a:ext cx="4519036" cy="432197"/>
          </a:xfrm>
          <a:prstGeom prst="rect">
            <a:avLst/>
          </a:prstGeom>
          <a:ln>
            <a:noFill/>
          </a:ln>
        </p:spPr>
        <p:txBody>
          <a:bodyPr vert="horz" lIns="46101" tIns="23051" rIns="46101" bIns="23051" rtlCol="0" anchor="ctr">
            <a:normAutofit/>
          </a:bodyPr>
          <a:lstStyle>
            <a:lvl1pPr algn="r" defTabSz="457200" rtl="0" eaLnBrk="1" latinLnBrk="0" hangingPunct="1">
              <a:spcBef>
                <a:spcPct val="0"/>
              </a:spcBef>
              <a:buNone/>
              <a:defRPr sz="4000" b="1" kern="1200">
                <a:solidFill>
                  <a:schemeClr val="tx1"/>
                </a:solidFill>
                <a:latin typeface="+mj-lt"/>
                <a:ea typeface="+mj-ea"/>
                <a:cs typeface="+mj-cs"/>
              </a:defRPr>
            </a:lvl1pPr>
          </a:lstStyle>
          <a:p>
            <a:r>
              <a:rPr lang="en-US" sz="2017" dirty="0">
                <a:latin typeface="Century Gothic" panose="020B0502020202020204" pitchFamily="34" charset="0"/>
              </a:rPr>
              <a:t>Typical vision problems</a:t>
            </a:r>
            <a:endParaRPr lang="en-US" sz="2017" b="0" dirty="0">
              <a:latin typeface="Century Gothic" panose="020B0502020202020204" pitchFamily="34" charset="0"/>
            </a:endParaRPr>
          </a:p>
        </p:txBody>
      </p:sp>
      <p:sp>
        <p:nvSpPr>
          <p:cNvPr id="6" name="Content Placeholder 2">
            <a:extLst>
              <a:ext uri="{FF2B5EF4-FFF2-40B4-BE49-F238E27FC236}">
                <a16:creationId xmlns:a16="http://schemas.microsoft.com/office/drawing/2014/main" id="{268818FA-CD92-E88E-6FFB-BF535366F5B6}"/>
              </a:ext>
            </a:extLst>
          </p:cNvPr>
          <p:cNvSpPr>
            <a:spLocks noGrp="1"/>
          </p:cNvSpPr>
          <p:nvPr>
            <p:ph idx="1"/>
          </p:nvPr>
        </p:nvSpPr>
        <p:spPr>
          <a:xfrm>
            <a:off x="143054" y="778073"/>
            <a:ext cx="4318882" cy="2194112"/>
          </a:xfrm>
        </p:spPr>
        <p:txBody>
          <a:bodyPr>
            <a:normAutofit/>
          </a:bodyPr>
          <a:lstStyle/>
          <a:p>
            <a:pPr>
              <a:lnSpc>
                <a:spcPct val="150000"/>
              </a:lnSpc>
            </a:pPr>
            <a:r>
              <a:rPr lang="en-US" sz="908" b="1" dirty="0">
                <a:solidFill>
                  <a:srgbClr val="000000"/>
                </a:solidFill>
                <a:latin typeface="Century Gothic" panose="020B0502020202020204" pitchFamily="34" charset="0"/>
              </a:rPr>
              <a:t>Text-to-Image Generation:</a:t>
            </a:r>
            <a:endParaRPr lang="en-US" sz="706" dirty="0">
              <a:solidFill>
                <a:srgbClr val="000000"/>
              </a:solidFill>
              <a:latin typeface="Century Gothic" panose="020B0502020202020204" pitchFamily="34" charset="0"/>
            </a:endParaRPr>
          </a:p>
        </p:txBody>
      </p:sp>
      <p:pic>
        <p:nvPicPr>
          <p:cNvPr id="3" name="Picture 2" descr="A cartoon bird with red and black feathers&#10;&#10;Description automatically generated">
            <a:extLst>
              <a:ext uri="{FF2B5EF4-FFF2-40B4-BE49-F238E27FC236}">
                <a16:creationId xmlns:a16="http://schemas.microsoft.com/office/drawing/2014/main" id="{4E1DCA68-A155-AA45-80CB-621AC91DECA5}"/>
              </a:ext>
            </a:extLst>
          </p:cNvPr>
          <p:cNvPicPr>
            <a:picLocks noChangeAspect="1"/>
          </p:cNvPicPr>
          <p:nvPr/>
        </p:nvPicPr>
        <p:blipFill>
          <a:blip r:embed="rId2"/>
          <a:stretch>
            <a:fillRect/>
          </a:stretch>
        </p:blipFill>
        <p:spPr>
          <a:xfrm>
            <a:off x="193154" y="1061270"/>
            <a:ext cx="873999" cy="873999"/>
          </a:xfrm>
          <a:prstGeom prst="rect">
            <a:avLst/>
          </a:prstGeom>
        </p:spPr>
      </p:pic>
      <p:sp>
        <p:nvSpPr>
          <p:cNvPr id="12" name="Content Placeholder 2">
            <a:extLst>
              <a:ext uri="{FF2B5EF4-FFF2-40B4-BE49-F238E27FC236}">
                <a16:creationId xmlns:a16="http://schemas.microsoft.com/office/drawing/2014/main" id="{D409592C-6FBC-1384-5A23-3899DCB20301}"/>
              </a:ext>
            </a:extLst>
          </p:cNvPr>
          <p:cNvSpPr txBox="1">
            <a:spLocks/>
          </p:cNvSpPr>
          <p:nvPr/>
        </p:nvSpPr>
        <p:spPr>
          <a:xfrm>
            <a:off x="1089648" y="1010357"/>
            <a:ext cx="3349793" cy="399826"/>
          </a:xfrm>
          <a:prstGeom prst="rect">
            <a:avLst/>
          </a:prstGeom>
        </p:spPr>
        <p:txBody>
          <a:bodyPr vert="horz" lIns="46101" tIns="23051" rIns="46101" bIns="23051" rtlCol="0">
            <a:normAutofit/>
          </a:bodyPr>
          <a:lstStyle>
            <a:lvl1pPr marL="342900" indent="-342900" algn="l" defTabSz="457200" rtl="0" eaLnBrk="1" latinLnBrk="0" hangingPunct="1">
              <a:spcBef>
                <a:spcPct val="20000"/>
              </a:spcBef>
              <a:buFont typeface="Arial"/>
              <a:buChar char="•"/>
              <a:defRPr sz="25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1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17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14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1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a:lstStyle>
          <a:p>
            <a:pPr marL="0" indent="0">
              <a:lnSpc>
                <a:spcPct val="150000"/>
              </a:lnSpc>
              <a:buNone/>
            </a:pPr>
            <a:r>
              <a:rPr lang="en-US" sz="706" b="1" dirty="0">
                <a:solidFill>
                  <a:srgbClr val="000000"/>
                </a:solidFill>
                <a:latin typeface="Century Gothic" panose="020B0502020202020204" pitchFamily="34" charset="0"/>
              </a:rPr>
              <a:t>Prompt </a:t>
            </a:r>
            <a:r>
              <a:rPr lang="en-US" sz="706" dirty="0">
                <a:solidFill>
                  <a:srgbClr val="000000"/>
                </a:solidFill>
                <a:latin typeface="Century Gothic" panose="020B0502020202020204" pitchFamily="34" charset="0"/>
              </a:rPr>
              <a:t>(</a:t>
            </a:r>
            <a:r>
              <a:rPr lang="en-US" sz="706" dirty="0" err="1">
                <a:solidFill>
                  <a:srgbClr val="000000"/>
                </a:solidFill>
                <a:latin typeface="Century Gothic" panose="020B0502020202020204" pitchFamily="34" charset="0"/>
              </a:rPr>
              <a:t>ChatGpt</a:t>
            </a:r>
            <a:r>
              <a:rPr lang="en-US" sz="706" dirty="0">
                <a:solidFill>
                  <a:srgbClr val="000000"/>
                </a:solidFill>
                <a:latin typeface="Century Gothic" panose="020B0502020202020204" pitchFamily="34" charset="0"/>
              </a:rPr>
              <a:t> 4o): “</a:t>
            </a:r>
            <a:r>
              <a:rPr lang="en-US" sz="706" i="1" dirty="0">
                <a:solidFill>
                  <a:srgbClr val="000000"/>
                </a:solidFill>
                <a:latin typeface="Century Gothic" panose="020B0502020202020204" pitchFamily="34" charset="0"/>
              </a:rPr>
              <a:t>Create an image of an extremely angry bird.”</a:t>
            </a:r>
            <a:endParaRPr lang="en-US" sz="706" dirty="0">
              <a:solidFill>
                <a:srgbClr val="000000"/>
              </a:solidFill>
              <a:latin typeface="Century Gothic" panose="020B0502020202020204" pitchFamily="34" charset="0"/>
            </a:endParaRPr>
          </a:p>
        </p:txBody>
      </p:sp>
      <p:pic>
        <p:nvPicPr>
          <p:cNvPr id="17" name="Picture 16" descr="A cat wearing sunglasses and a shirt on a skateboard on a beach&#10;&#10;Description automatically generated">
            <a:extLst>
              <a:ext uri="{FF2B5EF4-FFF2-40B4-BE49-F238E27FC236}">
                <a16:creationId xmlns:a16="http://schemas.microsoft.com/office/drawing/2014/main" id="{5D4B61D3-BD3A-C5D2-37A0-736ABC06FF5F}"/>
              </a:ext>
            </a:extLst>
          </p:cNvPr>
          <p:cNvPicPr>
            <a:picLocks noChangeAspect="1"/>
          </p:cNvPicPr>
          <p:nvPr/>
        </p:nvPicPr>
        <p:blipFill>
          <a:blip r:embed="rId3"/>
          <a:stretch>
            <a:fillRect/>
          </a:stretch>
        </p:blipFill>
        <p:spPr>
          <a:xfrm>
            <a:off x="193154" y="1993653"/>
            <a:ext cx="873999" cy="873999"/>
          </a:xfrm>
          <a:prstGeom prst="rect">
            <a:avLst/>
          </a:prstGeom>
        </p:spPr>
      </p:pic>
      <p:sp>
        <p:nvSpPr>
          <p:cNvPr id="18" name="Content Placeholder 2">
            <a:extLst>
              <a:ext uri="{FF2B5EF4-FFF2-40B4-BE49-F238E27FC236}">
                <a16:creationId xmlns:a16="http://schemas.microsoft.com/office/drawing/2014/main" id="{1871A0DD-9D56-D827-0111-EA4C754187C1}"/>
              </a:ext>
            </a:extLst>
          </p:cNvPr>
          <p:cNvSpPr txBox="1">
            <a:spLocks/>
          </p:cNvSpPr>
          <p:nvPr/>
        </p:nvSpPr>
        <p:spPr>
          <a:xfrm>
            <a:off x="1089648" y="1935269"/>
            <a:ext cx="3349793" cy="399826"/>
          </a:xfrm>
          <a:prstGeom prst="rect">
            <a:avLst/>
          </a:prstGeom>
        </p:spPr>
        <p:txBody>
          <a:bodyPr vert="horz" lIns="46101" tIns="23051" rIns="46101" bIns="23051" rtlCol="0">
            <a:normAutofit/>
          </a:bodyPr>
          <a:lstStyle>
            <a:lvl1pPr marL="342900" indent="-342900" algn="l" defTabSz="457200" rtl="0" eaLnBrk="1" latinLnBrk="0" hangingPunct="1">
              <a:spcBef>
                <a:spcPct val="20000"/>
              </a:spcBef>
              <a:buFont typeface="Arial"/>
              <a:buChar char="•"/>
              <a:defRPr sz="25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1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17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14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1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a:lstStyle>
          <a:p>
            <a:pPr marL="0" indent="0">
              <a:buNone/>
            </a:pPr>
            <a:r>
              <a:rPr lang="en-US" sz="706" b="1" dirty="0">
                <a:solidFill>
                  <a:srgbClr val="000000"/>
                </a:solidFill>
                <a:latin typeface="Century Gothic" panose="020B0502020202020204" pitchFamily="34" charset="0"/>
              </a:rPr>
              <a:t>Prompt </a:t>
            </a:r>
            <a:r>
              <a:rPr lang="en-US" sz="706" dirty="0">
                <a:solidFill>
                  <a:srgbClr val="000000"/>
                </a:solidFill>
                <a:latin typeface="Century Gothic" panose="020B0502020202020204" pitchFamily="34" charset="0"/>
              </a:rPr>
              <a:t>(</a:t>
            </a:r>
            <a:r>
              <a:rPr lang="en-US" sz="706" dirty="0" err="1">
                <a:solidFill>
                  <a:srgbClr val="000000"/>
                </a:solidFill>
                <a:latin typeface="Century Gothic" panose="020B0502020202020204" pitchFamily="34" charset="0"/>
              </a:rPr>
              <a:t>ChatGpt</a:t>
            </a:r>
            <a:r>
              <a:rPr lang="en-US" sz="706" dirty="0">
                <a:solidFill>
                  <a:srgbClr val="000000"/>
                </a:solidFill>
                <a:latin typeface="Century Gothic" panose="020B0502020202020204" pitchFamily="34" charset="0"/>
              </a:rPr>
              <a:t> 4o): “</a:t>
            </a:r>
            <a:r>
              <a:rPr lang="en-US" sz="706" i="1" dirty="0">
                <a:latin typeface="Century Gothic" panose="020B0502020202020204" pitchFamily="34" charset="0"/>
              </a:rPr>
              <a:t>A photo of a Persian cat wearing sunglasses and a red shirt skateboarding on a beach.”</a:t>
            </a:r>
            <a:endParaRPr lang="en-US" sz="706" i="1" dirty="0">
              <a:solidFill>
                <a:srgbClr val="000000"/>
              </a:solidFill>
              <a:latin typeface="Century Gothic" panose="020B0502020202020204" pitchFamily="34" charset="0"/>
            </a:endParaRPr>
          </a:p>
        </p:txBody>
      </p:sp>
    </p:spTree>
    <p:extLst>
      <p:ext uri="{BB962C8B-B14F-4D97-AF65-F5344CB8AC3E}">
        <p14:creationId xmlns:p14="http://schemas.microsoft.com/office/powerpoint/2010/main" val="782198338"/>
      </p:ext>
    </p:extLst>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object 2"/>
          <p:cNvSpPr txBox="1"/>
          <p:nvPr/>
        </p:nvSpPr>
        <p:spPr>
          <a:xfrm>
            <a:off x="56134" y="15020"/>
            <a:ext cx="412115" cy="101600"/>
          </a:xfrm>
          <a:prstGeom prst="rect">
            <a:avLst/>
          </a:prstGeom>
        </p:spPr>
        <p:txBody>
          <a:bodyPr vert="horz" wrap="square" lIns="0" tIns="12065" rIns="0" bIns="0" rtlCol="0">
            <a:spAutoFit/>
          </a:bodyPr>
          <a:lstStyle/>
          <a:p>
            <a:pPr marL="12700">
              <a:lnSpc>
                <a:spcPct val="100000"/>
              </a:lnSpc>
              <a:spcBef>
                <a:spcPts val="95"/>
              </a:spcBef>
            </a:pPr>
            <a:r>
              <a:rPr sz="500" b="1" spc="-10" dirty="0">
                <a:solidFill>
                  <a:srgbClr val="E2E2E2"/>
                </a:solidFill>
                <a:latin typeface="Arial"/>
                <a:cs typeface="Arial"/>
                <a:hlinkClick r:id="rId2" action="ppaction://hlinksldjump"/>
              </a:rPr>
              <a:t>Introduction</a:t>
            </a:r>
            <a:endParaRPr sz="500">
              <a:latin typeface="Arial"/>
              <a:cs typeface="Arial"/>
            </a:endParaRPr>
          </a:p>
        </p:txBody>
      </p:sp>
      <p:sp>
        <p:nvSpPr>
          <p:cNvPr id="4" name="object 4"/>
          <p:cNvSpPr txBox="1"/>
          <p:nvPr/>
        </p:nvSpPr>
        <p:spPr>
          <a:xfrm>
            <a:off x="2858214" y="15020"/>
            <a:ext cx="255270" cy="101600"/>
          </a:xfrm>
          <a:prstGeom prst="rect">
            <a:avLst/>
          </a:prstGeom>
        </p:spPr>
        <p:txBody>
          <a:bodyPr vert="horz" wrap="square" lIns="0" tIns="12065" rIns="0" bIns="0" rtlCol="0">
            <a:spAutoFit/>
          </a:bodyPr>
          <a:lstStyle/>
          <a:p>
            <a:pPr marL="12700">
              <a:lnSpc>
                <a:spcPct val="100000"/>
              </a:lnSpc>
              <a:spcBef>
                <a:spcPts val="95"/>
              </a:spcBef>
            </a:pPr>
            <a:r>
              <a:rPr sz="500" b="1" spc="-10" dirty="0">
                <a:solidFill>
                  <a:srgbClr val="3F3F3F"/>
                </a:solidFill>
                <a:latin typeface="Arial"/>
                <a:cs typeface="Arial"/>
                <a:hlinkClick r:id="rId3" action="ppaction://hlinksldjump"/>
              </a:rPr>
              <a:t>Outline</a:t>
            </a:r>
            <a:endParaRPr sz="500">
              <a:latin typeface="Arial"/>
              <a:cs typeface="Arial"/>
            </a:endParaRPr>
          </a:p>
        </p:txBody>
      </p:sp>
      <p:sp>
        <p:nvSpPr>
          <p:cNvPr id="5" name="object 5"/>
          <p:cNvSpPr txBox="1"/>
          <p:nvPr/>
        </p:nvSpPr>
        <p:spPr>
          <a:xfrm>
            <a:off x="4117530" y="15020"/>
            <a:ext cx="434340" cy="101600"/>
          </a:xfrm>
          <a:prstGeom prst="rect">
            <a:avLst/>
          </a:prstGeom>
        </p:spPr>
        <p:txBody>
          <a:bodyPr vert="horz" wrap="square" lIns="0" tIns="12065" rIns="0" bIns="0" rtlCol="0">
            <a:spAutoFit/>
          </a:bodyPr>
          <a:lstStyle/>
          <a:p>
            <a:pPr marL="12700">
              <a:lnSpc>
                <a:spcPct val="100000"/>
              </a:lnSpc>
              <a:spcBef>
                <a:spcPts val="95"/>
              </a:spcBef>
            </a:pPr>
            <a:r>
              <a:rPr sz="500" b="1" spc="-10" dirty="0">
                <a:solidFill>
                  <a:srgbClr val="E2E2E2"/>
                </a:solidFill>
                <a:latin typeface="Arial"/>
                <a:cs typeface="Arial"/>
                <a:hlinkClick r:id="rId4" action="ppaction://hlinksldjump"/>
              </a:rPr>
              <a:t>Administrivia</a:t>
            </a:r>
            <a:endParaRPr sz="500">
              <a:latin typeface="Arial"/>
              <a:cs typeface="Arial"/>
            </a:endParaRPr>
          </a:p>
        </p:txBody>
      </p:sp>
      <p:pic>
        <p:nvPicPr>
          <p:cNvPr id="6" name="object 6"/>
          <p:cNvPicPr/>
          <p:nvPr/>
        </p:nvPicPr>
        <p:blipFill>
          <a:blip r:embed="rId5" cstate="print"/>
          <a:stretch>
            <a:fillRect/>
          </a:stretch>
        </p:blipFill>
        <p:spPr>
          <a:xfrm>
            <a:off x="68834" y="112855"/>
            <a:ext cx="4470398" cy="7591"/>
          </a:xfrm>
          <a:prstGeom prst="rect">
            <a:avLst/>
          </a:prstGeom>
        </p:spPr>
      </p:pic>
      <p:sp>
        <p:nvSpPr>
          <p:cNvPr id="7" name="object 7"/>
          <p:cNvSpPr txBox="1"/>
          <p:nvPr/>
        </p:nvSpPr>
        <p:spPr>
          <a:xfrm>
            <a:off x="23304" y="149895"/>
            <a:ext cx="1470660" cy="207645"/>
          </a:xfrm>
          <a:prstGeom prst="rect">
            <a:avLst/>
          </a:prstGeom>
        </p:spPr>
        <p:txBody>
          <a:bodyPr vert="horz" wrap="square" lIns="0" tIns="12065" rIns="0" bIns="0" rtlCol="0">
            <a:spAutoFit/>
          </a:bodyPr>
          <a:lstStyle/>
          <a:p>
            <a:pPr marL="12700">
              <a:lnSpc>
                <a:spcPct val="100000"/>
              </a:lnSpc>
              <a:spcBef>
                <a:spcPts val="95"/>
              </a:spcBef>
            </a:pPr>
            <a:r>
              <a:rPr sz="1200" b="1" dirty="0">
                <a:solidFill>
                  <a:srgbClr val="4B81AE"/>
                </a:solidFill>
                <a:latin typeface="Arial"/>
                <a:cs typeface="Arial"/>
              </a:rPr>
              <a:t>What</a:t>
            </a:r>
            <a:r>
              <a:rPr sz="1200" b="1" spc="80" dirty="0">
                <a:solidFill>
                  <a:srgbClr val="4B81AE"/>
                </a:solidFill>
                <a:latin typeface="Arial"/>
                <a:cs typeface="Arial"/>
              </a:rPr>
              <a:t> </a:t>
            </a:r>
            <a:r>
              <a:rPr sz="1200" b="1" dirty="0">
                <a:solidFill>
                  <a:srgbClr val="4B81AE"/>
                </a:solidFill>
                <a:latin typeface="Arial"/>
                <a:cs typeface="Arial"/>
              </a:rPr>
              <a:t>will</a:t>
            </a:r>
            <a:r>
              <a:rPr sz="1200" b="1" spc="80" dirty="0">
                <a:solidFill>
                  <a:srgbClr val="4B81AE"/>
                </a:solidFill>
                <a:latin typeface="Arial"/>
                <a:cs typeface="Arial"/>
              </a:rPr>
              <a:t> </a:t>
            </a:r>
            <a:r>
              <a:rPr sz="1200" b="1" dirty="0">
                <a:solidFill>
                  <a:srgbClr val="4B81AE"/>
                </a:solidFill>
                <a:latin typeface="Arial"/>
                <a:cs typeface="Arial"/>
              </a:rPr>
              <a:t>we</a:t>
            </a:r>
            <a:r>
              <a:rPr sz="1200" b="1" spc="75" dirty="0">
                <a:solidFill>
                  <a:srgbClr val="4B81AE"/>
                </a:solidFill>
                <a:latin typeface="Arial"/>
                <a:cs typeface="Arial"/>
              </a:rPr>
              <a:t> </a:t>
            </a:r>
            <a:r>
              <a:rPr sz="1200" b="1" spc="-45" dirty="0">
                <a:solidFill>
                  <a:srgbClr val="4B81AE"/>
                </a:solidFill>
                <a:latin typeface="Arial"/>
                <a:cs typeface="Arial"/>
              </a:rPr>
              <a:t>cover?</a:t>
            </a:r>
            <a:endParaRPr sz="1200">
              <a:latin typeface="Arial"/>
              <a:cs typeface="Arial"/>
            </a:endParaRPr>
          </a:p>
        </p:txBody>
      </p:sp>
      <p:sp>
        <p:nvSpPr>
          <p:cNvPr id="8" name="object 8"/>
          <p:cNvSpPr txBox="1"/>
          <p:nvPr/>
        </p:nvSpPr>
        <p:spPr>
          <a:xfrm>
            <a:off x="36004" y="505637"/>
            <a:ext cx="2654300" cy="203835"/>
          </a:xfrm>
          <a:prstGeom prst="rect">
            <a:avLst/>
          </a:prstGeom>
          <a:solidFill>
            <a:srgbClr val="00FF00"/>
          </a:solidFill>
        </p:spPr>
        <p:txBody>
          <a:bodyPr vert="horz" wrap="square" lIns="0" tIns="0" rIns="0" bIns="0" rtlCol="0">
            <a:spAutoFit/>
          </a:bodyPr>
          <a:lstStyle/>
          <a:p>
            <a:pPr marL="37465">
              <a:lnSpc>
                <a:spcPts val="1315"/>
              </a:lnSpc>
            </a:pPr>
            <a:r>
              <a:rPr sz="1100" b="1" spc="-10" dirty="0">
                <a:solidFill>
                  <a:srgbClr val="333333"/>
                </a:solidFill>
                <a:latin typeface="Arial"/>
                <a:cs typeface="Arial"/>
              </a:rPr>
              <a:t>Module</a:t>
            </a:r>
            <a:r>
              <a:rPr sz="1100" b="1" spc="25" dirty="0">
                <a:solidFill>
                  <a:srgbClr val="333333"/>
                </a:solidFill>
                <a:latin typeface="Arial"/>
                <a:cs typeface="Arial"/>
              </a:rPr>
              <a:t> </a:t>
            </a:r>
            <a:r>
              <a:rPr sz="1100" b="1" dirty="0">
                <a:solidFill>
                  <a:srgbClr val="333333"/>
                </a:solidFill>
                <a:latin typeface="Arial"/>
                <a:cs typeface="Arial"/>
              </a:rPr>
              <a:t>1:</a:t>
            </a:r>
            <a:r>
              <a:rPr sz="1100" b="1" spc="130" dirty="0">
                <a:solidFill>
                  <a:srgbClr val="333333"/>
                </a:solidFill>
                <a:latin typeface="Arial"/>
                <a:cs typeface="Arial"/>
              </a:rPr>
              <a:t> </a:t>
            </a:r>
            <a:r>
              <a:rPr sz="1100" b="1" spc="-25" dirty="0">
                <a:solidFill>
                  <a:srgbClr val="333333"/>
                </a:solidFill>
                <a:latin typeface="Arial"/>
                <a:cs typeface="Arial"/>
              </a:rPr>
              <a:t>Introduction</a:t>
            </a:r>
            <a:r>
              <a:rPr sz="1100" b="1" spc="30" dirty="0">
                <a:solidFill>
                  <a:srgbClr val="333333"/>
                </a:solidFill>
                <a:latin typeface="Arial"/>
                <a:cs typeface="Arial"/>
              </a:rPr>
              <a:t> </a:t>
            </a:r>
            <a:r>
              <a:rPr sz="1100" b="1" spc="-10" dirty="0">
                <a:solidFill>
                  <a:srgbClr val="333333"/>
                </a:solidFill>
                <a:latin typeface="Arial"/>
                <a:cs typeface="Arial"/>
              </a:rPr>
              <a:t>and</a:t>
            </a:r>
            <a:r>
              <a:rPr sz="1100" b="1" spc="25" dirty="0">
                <a:solidFill>
                  <a:srgbClr val="333333"/>
                </a:solidFill>
                <a:latin typeface="Arial"/>
                <a:cs typeface="Arial"/>
              </a:rPr>
              <a:t> </a:t>
            </a:r>
            <a:r>
              <a:rPr sz="1100" b="1" spc="-20" dirty="0">
                <a:solidFill>
                  <a:srgbClr val="333333"/>
                </a:solidFill>
                <a:latin typeface="Arial"/>
                <a:cs typeface="Arial"/>
              </a:rPr>
              <a:t>Background</a:t>
            </a:r>
            <a:endParaRPr sz="1100">
              <a:latin typeface="Arial"/>
              <a:cs typeface="Arial"/>
            </a:endParaRPr>
          </a:p>
        </p:txBody>
      </p:sp>
      <p:sp>
        <p:nvSpPr>
          <p:cNvPr id="9" name="object 9"/>
          <p:cNvSpPr txBox="1"/>
          <p:nvPr/>
        </p:nvSpPr>
        <p:spPr>
          <a:xfrm>
            <a:off x="112420" y="684683"/>
            <a:ext cx="3820160" cy="2477135"/>
          </a:xfrm>
          <a:prstGeom prst="rect">
            <a:avLst/>
          </a:prstGeom>
        </p:spPr>
        <p:txBody>
          <a:bodyPr vert="horz" wrap="square" lIns="0" tIns="36195" rIns="0" bIns="0" rtlCol="0">
            <a:spAutoFit/>
          </a:bodyPr>
          <a:lstStyle/>
          <a:p>
            <a:pPr marL="198120" indent="-185420">
              <a:lnSpc>
                <a:spcPct val="100000"/>
              </a:lnSpc>
              <a:spcBef>
                <a:spcPts val="285"/>
              </a:spcBef>
              <a:buClr>
                <a:srgbClr val="4B81AE"/>
              </a:buClr>
              <a:buFont typeface="Arial"/>
              <a:buAutoNum type="arabicPeriod"/>
              <a:tabLst>
                <a:tab pos="198120" algn="l"/>
              </a:tabLst>
            </a:pPr>
            <a:r>
              <a:rPr sz="1100" spc="-10" dirty="0">
                <a:solidFill>
                  <a:srgbClr val="333333"/>
                </a:solidFill>
                <a:latin typeface="Arial MT"/>
                <a:cs typeface="Arial MT"/>
              </a:rPr>
              <a:t>Introduction</a:t>
            </a:r>
            <a:endParaRPr sz="1100">
              <a:latin typeface="Arial MT"/>
              <a:cs typeface="Arial MT"/>
            </a:endParaRPr>
          </a:p>
          <a:p>
            <a:pPr marL="474980" lvl="1" indent="-244475">
              <a:lnSpc>
                <a:spcPts val="1200"/>
              </a:lnSpc>
              <a:spcBef>
                <a:spcPts val="175"/>
              </a:spcBef>
              <a:buClr>
                <a:srgbClr val="4B81AE"/>
              </a:buClr>
              <a:buFont typeface="Arial"/>
              <a:buAutoNum type="arabicPeriod"/>
              <a:tabLst>
                <a:tab pos="474980" algn="l"/>
              </a:tabLst>
            </a:pPr>
            <a:r>
              <a:rPr sz="1000" dirty="0">
                <a:solidFill>
                  <a:srgbClr val="333333"/>
                </a:solidFill>
                <a:latin typeface="Arial MT"/>
                <a:cs typeface="Arial MT"/>
              </a:rPr>
              <a:t>What</a:t>
            </a:r>
            <a:r>
              <a:rPr sz="1000" spc="-25" dirty="0">
                <a:solidFill>
                  <a:srgbClr val="333333"/>
                </a:solidFill>
                <a:latin typeface="Arial MT"/>
                <a:cs typeface="Arial MT"/>
              </a:rPr>
              <a:t> </a:t>
            </a:r>
            <a:r>
              <a:rPr sz="1000" dirty="0">
                <a:solidFill>
                  <a:srgbClr val="333333"/>
                </a:solidFill>
                <a:latin typeface="Arial MT"/>
                <a:cs typeface="Arial MT"/>
              </a:rPr>
              <a:t>is</a:t>
            </a:r>
            <a:r>
              <a:rPr sz="1000" spc="-15" dirty="0">
                <a:solidFill>
                  <a:srgbClr val="333333"/>
                </a:solidFill>
                <a:latin typeface="Arial MT"/>
                <a:cs typeface="Arial MT"/>
              </a:rPr>
              <a:t> </a:t>
            </a:r>
            <a:r>
              <a:rPr sz="1000" spc="-35" dirty="0">
                <a:solidFill>
                  <a:srgbClr val="333333"/>
                </a:solidFill>
                <a:latin typeface="Arial MT"/>
                <a:cs typeface="Arial MT"/>
              </a:rPr>
              <a:t>Computer</a:t>
            </a:r>
            <a:r>
              <a:rPr sz="1000" spc="-25" dirty="0">
                <a:solidFill>
                  <a:srgbClr val="333333"/>
                </a:solidFill>
                <a:latin typeface="Arial MT"/>
                <a:cs typeface="Arial MT"/>
              </a:rPr>
              <a:t> </a:t>
            </a:r>
            <a:r>
              <a:rPr sz="1000" spc="-10" dirty="0">
                <a:solidFill>
                  <a:srgbClr val="333333"/>
                </a:solidFill>
                <a:latin typeface="Arial MT"/>
                <a:cs typeface="Arial MT"/>
              </a:rPr>
              <a:t>Vision?</a:t>
            </a:r>
            <a:endParaRPr sz="1000">
              <a:latin typeface="Arial MT"/>
              <a:cs typeface="Arial MT"/>
            </a:endParaRPr>
          </a:p>
          <a:p>
            <a:pPr marL="474980" lvl="1" indent="-244475">
              <a:lnSpc>
                <a:spcPts val="1195"/>
              </a:lnSpc>
              <a:buClr>
                <a:srgbClr val="4B81AE"/>
              </a:buClr>
              <a:buFont typeface="Arial"/>
              <a:buAutoNum type="arabicPeriod"/>
              <a:tabLst>
                <a:tab pos="474980" algn="l"/>
              </a:tabLst>
            </a:pPr>
            <a:r>
              <a:rPr sz="1000" spc="-35" dirty="0">
                <a:solidFill>
                  <a:srgbClr val="333333"/>
                </a:solidFill>
                <a:latin typeface="Arial MT"/>
                <a:cs typeface="Arial MT"/>
              </a:rPr>
              <a:t>Computer</a:t>
            </a:r>
            <a:r>
              <a:rPr sz="1000" spc="-25" dirty="0">
                <a:solidFill>
                  <a:srgbClr val="333333"/>
                </a:solidFill>
                <a:latin typeface="Arial MT"/>
                <a:cs typeface="Arial MT"/>
              </a:rPr>
              <a:t> Vision</a:t>
            </a:r>
            <a:r>
              <a:rPr sz="1000" spc="-20" dirty="0">
                <a:solidFill>
                  <a:srgbClr val="333333"/>
                </a:solidFill>
                <a:latin typeface="Arial MT"/>
                <a:cs typeface="Arial MT"/>
              </a:rPr>
              <a:t> </a:t>
            </a:r>
            <a:r>
              <a:rPr sz="1000" spc="-10" dirty="0">
                <a:solidFill>
                  <a:srgbClr val="333333"/>
                </a:solidFill>
                <a:latin typeface="Arial MT"/>
                <a:cs typeface="Arial MT"/>
              </a:rPr>
              <a:t>vs.</a:t>
            </a:r>
            <a:r>
              <a:rPr sz="1000" spc="65" dirty="0">
                <a:solidFill>
                  <a:srgbClr val="333333"/>
                </a:solidFill>
                <a:latin typeface="Arial MT"/>
                <a:cs typeface="Arial MT"/>
              </a:rPr>
              <a:t> </a:t>
            </a:r>
            <a:r>
              <a:rPr sz="1000" spc="-25" dirty="0">
                <a:solidFill>
                  <a:srgbClr val="333333"/>
                </a:solidFill>
                <a:latin typeface="Arial MT"/>
                <a:cs typeface="Arial MT"/>
              </a:rPr>
              <a:t>Biological</a:t>
            </a:r>
            <a:r>
              <a:rPr sz="1000" spc="-20" dirty="0">
                <a:solidFill>
                  <a:srgbClr val="333333"/>
                </a:solidFill>
                <a:latin typeface="Arial MT"/>
                <a:cs typeface="Arial MT"/>
              </a:rPr>
              <a:t> </a:t>
            </a:r>
            <a:r>
              <a:rPr sz="1000" spc="-25" dirty="0">
                <a:solidFill>
                  <a:srgbClr val="333333"/>
                </a:solidFill>
                <a:latin typeface="Arial MT"/>
                <a:cs typeface="Arial MT"/>
              </a:rPr>
              <a:t>Vision</a:t>
            </a:r>
            <a:r>
              <a:rPr sz="1000" spc="-20" dirty="0">
                <a:solidFill>
                  <a:srgbClr val="333333"/>
                </a:solidFill>
                <a:latin typeface="Arial MT"/>
                <a:cs typeface="Arial MT"/>
              </a:rPr>
              <a:t> </a:t>
            </a:r>
            <a:r>
              <a:rPr sz="1000" dirty="0">
                <a:solidFill>
                  <a:srgbClr val="333333"/>
                </a:solidFill>
                <a:latin typeface="Arial MT"/>
                <a:cs typeface="Arial MT"/>
              </a:rPr>
              <a:t>–</a:t>
            </a:r>
            <a:r>
              <a:rPr sz="1000" spc="-25" dirty="0">
                <a:solidFill>
                  <a:srgbClr val="333333"/>
                </a:solidFill>
                <a:latin typeface="Arial MT"/>
                <a:cs typeface="Arial MT"/>
              </a:rPr>
              <a:t> </a:t>
            </a:r>
            <a:r>
              <a:rPr sz="1000" dirty="0">
                <a:solidFill>
                  <a:srgbClr val="333333"/>
                </a:solidFill>
                <a:latin typeface="Arial MT"/>
                <a:cs typeface="Arial MT"/>
              </a:rPr>
              <a:t>The</a:t>
            </a:r>
            <a:r>
              <a:rPr sz="1000" spc="-20" dirty="0">
                <a:solidFill>
                  <a:srgbClr val="333333"/>
                </a:solidFill>
                <a:latin typeface="Arial MT"/>
                <a:cs typeface="Arial MT"/>
              </a:rPr>
              <a:t> </a:t>
            </a:r>
            <a:r>
              <a:rPr sz="1000" spc="-40" dirty="0">
                <a:solidFill>
                  <a:srgbClr val="333333"/>
                </a:solidFill>
                <a:latin typeface="Arial MT"/>
                <a:cs typeface="Arial MT"/>
              </a:rPr>
              <a:t>Grand</a:t>
            </a:r>
            <a:r>
              <a:rPr sz="1000" spc="-20" dirty="0">
                <a:solidFill>
                  <a:srgbClr val="333333"/>
                </a:solidFill>
                <a:latin typeface="Arial MT"/>
                <a:cs typeface="Arial MT"/>
              </a:rPr>
              <a:t> </a:t>
            </a:r>
            <a:r>
              <a:rPr sz="1000" spc="-10" dirty="0">
                <a:solidFill>
                  <a:srgbClr val="333333"/>
                </a:solidFill>
                <a:latin typeface="Arial MT"/>
                <a:cs typeface="Arial MT"/>
              </a:rPr>
              <a:t>Deception!</a:t>
            </a:r>
            <a:endParaRPr sz="1000">
              <a:latin typeface="Arial MT"/>
              <a:cs typeface="Arial MT"/>
            </a:endParaRPr>
          </a:p>
          <a:p>
            <a:pPr marL="474980" lvl="1" indent="-244475">
              <a:lnSpc>
                <a:spcPts val="1200"/>
              </a:lnSpc>
              <a:buClr>
                <a:srgbClr val="4B81AE"/>
              </a:buClr>
              <a:buFont typeface="Arial"/>
              <a:buAutoNum type="arabicPeriod"/>
              <a:tabLst>
                <a:tab pos="474980" algn="l"/>
              </a:tabLst>
            </a:pPr>
            <a:r>
              <a:rPr sz="1000" spc="-25" dirty="0">
                <a:solidFill>
                  <a:srgbClr val="333333"/>
                </a:solidFill>
                <a:latin typeface="Arial MT"/>
                <a:cs typeface="Arial MT"/>
              </a:rPr>
              <a:t>Applications</a:t>
            </a:r>
            <a:r>
              <a:rPr sz="1000" spc="15" dirty="0">
                <a:solidFill>
                  <a:srgbClr val="333333"/>
                </a:solidFill>
                <a:latin typeface="Arial MT"/>
                <a:cs typeface="Arial MT"/>
              </a:rPr>
              <a:t> </a:t>
            </a:r>
            <a:r>
              <a:rPr sz="1000" dirty="0">
                <a:solidFill>
                  <a:srgbClr val="333333"/>
                </a:solidFill>
                <a:latin typeface="Arial MT"/>
                <a:cs typeface="Arial MT"/>
              </a:rPr>
              <a:t>of</a:t>
            </a:r>
            <a:r>
              <a:rPr sz="1000" spc="15" dirty="0">
                <a:solidFill>
                  <a:srgbClr val="333333"/>
                </a:solidFill>
                <a:latin typeface="Arial MT"/>
                <a:cs typeface="Arial MT"/>
              </a:rPr>
              <a:t> </a:t>
            </a:r>
            <a:r>
              <a:rPr sz="1000" spc="-35" dirty="0">
                <a:solidFill>
                  <a:srgbClr val="333333"/>
                </a:solidFill>
                <a:latin typeface="Arial MT"/>
                <a:cs typeface="Arial MT"/>
              </a:rPr>
              <a:t>Computer</a:t>
            </a:r>
            <a:r>
              <a:rPr sz="1000" spc="15" dirty="0">
                <a:solidFill>
                  <a:srgbClr val="333333"/>
                </a:solidFill>
                <a:latin typeface="Arial MT"/>
                <a:cs typeface="Arial MT"/>
              </a:rPr>
              <a:t> </a:t>
            </a:r>
            <a:r>
              <a:rPr sz="1000" spc="-10" dirty="0">
                <a:solidFill>
                  <a:srgbClr val="333333"/>
                </a:solidFill>
                <a:latin typeface="Arial MT"/>
                <a:cs typeface="Arial MT"/>
              </a:rPr>
              <a:t>Vision.</a:t>
            </a:r>
            <a:endParaRPr sz="1000">
              <a:latin typeface="Arial MT"/>
              <a:cs typeface="Arial MT"/>
            </a:endParaRPr>
          </a:p>
          <a:p>
            <a:pPr marL="198120" indent="-185420">
              <a:lnSpc>
                <a:spcPct val="100000"/>
              </a:lnSpc>
              <a:spcBef>
                <a:spcPts val="195"/>
              </a:spcBef>
              <a:buClr>
                <a:srgbClr val="4B81AE"/>
              </a:buClr>
              <a:buFont typeface="Arial"/>
              <a:buAutoNum type="arabicPeriod"/>
              <a:tabLst>
                <a:tab pos="198120" algn="l"/>
              </a:tabLst>
            </a:pPr>
            <a:r>
              <a:rPr sz="1100" spc="-50" dirty="0">
                <a:solidFill>
                  <a:srgbClr val="333333"/>
                </a:solidFill>
                <a:latin typeface="Arial MT"/>
                <a:cs typeface="Arial MT"/>
              </a:rPr>
              <a:t>Background</a:t>
            </a:r>
            <a:r>
              <a:rPr sz="1100" spc="-20" dirty="0">
                <a:solidFill>
                  <a:srgbClr val="333333"/>
                </a:solidFill>
                <a:latin typeface="Arial MT"/>
                <a:cs typeface="Arial MT"/>
              </a:rPr>
              <a:t> </a:t>
            </a:r>
            <a:r>
              <a:rPr sz="1100" spc="-10" dirty="0">
                <a:solidFill>
                  <a:srgbClr val="333333"/>
                </a:solidFill>
                <a:latin typeface="Arial MT"/>
                <a:cs typeface="Arial MT"/>
              </a:rPr>
              <a:t>Mathematics</a:t>
            </a:r>
            <a:endParaRPr sz="1100">
              <a:latin typeface="Arial MT"/>
              <a:cs typeface="Arial MT"/>
            </a:endParaRPr>
          </a:p>
          <a:p>
            <a:pPr marL="474980" lvl="1" indent="-244475">
              <a:lnSpc>
                <a:spcPts val="1200"/>
              </a:lnSpc>
              <a:spcBef>
                <a:spcPts val="175"/>
              </a:spcBef>
              <a:buClr>
                <a:srgbClr val="4B81AE"/>
              </a:buClr>
              <a:buFont typeface="Arial"/>
              <a:buAutoNum type="arabicPeriod"/>
              <a:tabLst>
                <a:tab pos="474980" algn="l"/>
              </a:tabLst>
            </a:pPr>
            <a:r>
              <a:rPr sz="1000" spc="-45" dirty="0">
                <a:solidFill>
                  <a:srgbClr val="333333"/>
                </a:solidFill>
                <a:latin typeface="Arial MT"/>
                <a:cs typeface="Arial MT"/>
              </a:rPr>
              <a:t>Cartesian</a:t>
            </a:r>
            <a:r>
              <a:rPr sz="1000" spc="-25" dirty="0">
                <a:solidFill>
                  <a:srgbClr val="333333"/>
                </a:solidFill>
                <a:latin typeface="Arial MT"/>
                <a:cs typeface="Arial MT"/>
              </a:rPr>
              <a:t> </a:t>
            </a:r>
            <a:r>
              <a:rPr sz="1000" spc="-10" dirty="0">
                <a:solidFill>
                  <a:srgbClr val="333333"/>
                </a:solidFill>
                <a:latin typeface="Arial MT"/>
                <a:cs typeface="Arial MT"/>
              </a:rPr>
              <a:t>vs.</a:t>
            </a:r>
            <a:r>
              <a:rPr sz="1000" spc="30" dirty="0">
                <a:solidFill>
                  <a:srgbClr val="333333"/>
                </a:solidFill>
                <a:latin typeface="Arial MT"/>
                <a:cs typeface="Arial MT"/>
              </a:rPr>
              <a:t> </a:t>
            </a:r>
            <a:r>
              <a:rPr sz="1000" spc="-40" dirty="0">
                <a:solidFill>
                  <a:srgbClr val="333333"/>
                </a:solidFill>
                <a:latin typeface="Arial MT"/>
                <a:cs typeface="Arial MT"/>
              </a:rPr>
              <a:t>Image</a:t>
            </a:r>
            <a:r>
              <a:rPr sz="1000" spc="-30" dirty="0">
                <a:solidFill>
                  <a:srgbClr val="333333"/>
                </a:solidFill>
                <a:latin typeface="Arial MT"/>
                <a:cs typeface="Arial MT"/>
              </a:rPr>
              <a:t> </a:t>
            </a:r>
            <a:r>
              <a:rPr sz="1000" spc="-20" dirty="0">
                <a:solidFill>
                  <a:srgbClr val="333333"/>
                </a:solidFill>
                <a:latin typeface="Arial MT"/>
                <a:cs typeface="Arial MT"/>
              </a:rPr>
              <a:t>axis</a:t>
            </a:r>
            <a:endParaRPr sz="1000">
              <a:latin typeface="Arial MT"/>
              <a:cs typeface="Arial MT"/>
            </a:endParaRPr>
          </a:p>
          <a:p>
            <a:pPr marL="474980" lvl="1" indent="-244475">
              <a:lnSpc>
                <a:spcPts val="1195"/>
              </a:lnSpc>
              <a:buClr>
                <a:srgbClr val="4B81AE"/>
              </a:buClr>
              <a:buFont typeface="Arial"/>
              <a:buAutoNum type="arabicPeriod"/>
              <a:tabLst>
                <a:tab pos="474980" algn="l"/>
              </a:tabLst>
            </a:pPr>
            <a:r>
              <a:rPr sz="1000" spc="-35" dirty="0">
                <a:solidFill>
                  <a:srgbClr val="333333"/>
                </a:solidFill>
                <a:latin typeface="Arial MT"/>
                <a:cs typeface="Arial MT"/>
              </a:rPr>
              <a:t>Taylor’s</a:t>
            </a:r>
            <a:r>
              <a:rPr sz="1000" spc="10" dirty="0">
                <a:solidFill>
                  <a:srgbClr val="333333"/>
                </a:solidFill>
                <a:latin typeface="Arial MT"/>
                <a:cs typeface="Arial MT"/>
              </a:rPr>
              <a:t> </a:t>
            </a:r>
            <a:r>
              <a:rPr sz="1000" spc="-10" dirty="0">
                <a:solidFill>
                  <a:srgbClr val="333333"/>
                </a:solidFill>
                <a:latin typeface="Arial MT"/>
                <a:cs typeface="Arial MT"/>
              </a:rPr>
              <a:t>formula</a:t>
            </a:r>
            <a:endParaRPr sz="1000">
              <a:latin typeface="Arial MT"/>
              <a:cs typeface="Arial MT"/>
            </a:endParaRPr>
          </a:p>
          <a:p>
            <a:pPr marL="474980" lvl="1" indent="-244475">
              <a:lnSpc>
                <a:spcPts val="1195"/>
              </a:lnSpc>
              <a:buClr>
                <a:srgbClr val="4B81AE"/>
              </a:buClr>
              <a:buFont typeface="Arial"/>
              <a:buAutoNum type="arabicPeriod"/>
              <a:tabLst>
                <a:tab pos="474980" algn="l"/>
              </a:tabLst>
            </a:pPr>
            <a:r>
              <a:rPr sz="1000" dirty="0">
                <a:solidFill>
                  <a:srgbClr val="333333"/>
                </a:solidFill>
                <a:latin typeface="Arial MT"/>
                <a:cs typeface="Arial MT"/>
              </a:rPr>
              <a:t>Matrix</a:t>
            </a:r>
            <a:r>
              <a:rPr sz="1000" spc="-10" dirty="0">
                <a:solidFill>
                  <a:srgbClr val="333333"/>
                </a:solidFill>
                <a:latin typeface="Arial MT"/>
                <a:cs typeface="Arial MT"/>
              </a:rPr>
              <a:t> </a:t>
            </a:r>
            <a:r>
              <a:rPr sz="1000" spc="-20" dirty="0">
                <a:solidFill>
                  <a:srgbClr val="333333"/>
                </a:solidFill>
                <a:latin typeface="Arial MT"/>
                <a:cs typeface="Arial MT"/>
              </a:rPr>
              <a:t>and</a:t>
            </a:r>
            <a:r>
              <a:rPr sz="1000" spc="-10" dirty="0">
                <a:solidFill>
                  <a:srgbClr val="333333"/>
                </a:solidFill>
                <a:latin typeface="Arial MT"/>
                <a:cs typeface="Arial MT"/>
              </a:rPr>
              <a:t> </a:t>
            </a:r>
            <a:r>
              <a:rPr sz="1000" spc="-25" dirty="0">
                <a:solidFill>
                  <a:srgbClr val="333333"/>
                </a:solidFill>
                <a:latin typeface="Arial MT"/>
                <a:cs typeface="Arial MT"/>
              </a:rPr>
              <a:t>Vector</a:t>
            </a:r>
            <a:r>
              <a:rPr sz="1000" spc="-5" dirty="0">
                <a:solidFill>
                  <a:srgbClr val="333333"/>
                </a:solidFill>
                <a:latin typeface="Arial MT"/>
                <a:cs typeface="Arial MT"/>
              </a:rPr>
              <a:t> </a:t>
            </a:r>
            <a:r>
              <a:rPr sz="1000" spc="-10" dirty="0">
                <a:solidFill>
                  <a:srgbClr val="333333"/>
                </a:solidFill>
                <a:latin typeface="Arial MT"/>
                <a:cs typeface="Arial MT"/>
              </a:rPr>
              <a:t>calculus</a:t>
            </a:r>
            <a:endParaRPr sz="1000">
              <a:latin typeface="Arial MT"/>
              <a:cs typeface="Arial MT"/>
            </a:endParaRPr>
          </a:p>
          <a:p>
            <a:pPr marL="474980" lvl="1" indent="-244475">
              <a:lnSpc>
                <a:spcPts val="1195"/>
              </a:lnSpc>
              <a:buClr>
                <a:srgbClr val="4B81AE"/>
              </a:buClr>
              <a:buFont typeface="Arial"/>
              <a:buAutoNum type="arabicPeriod"/>
              <a:tabLst>
                <a:tab pos="474980" algn="l"/>
              </a:tabLst>
            </a:pPr>
            <a:r>
              <a:rPr sz="1000" spc="-10" dirty="0">
                <a:solidFill>
                  <a:srgbClr val="333333"/>
                </a:solidFill>
                <a:latin typeface="Arial MT"/>
                <a:cs typeface="Arial MT"/>
              </a:rPr>
              <a:t>Eigenvectors</a:t>
            </a:r>
            <a:endParaRPr sz="1000">
              <a:latin typeface="Arial MT"/>
              <a:cs typeface="Arial MT"/>
            </a:endParaRPr>
          </a:p>
          <a:p>
            <a:pPr marL="474980" lvl="1" indent="-244475">
              <a:lnSpc>
                <a:spcPts val="1195"/>
              </a:lnSpc>
              <a:buClr>
                <a:srgbClr val="4B81AE"/>
              </a:buClr>
              <a:buFont typeface="Arial"/>
              <a:buAutoNum type="arabicPeriod"/>
              <a:tabLst>
                <a:tab pos="474980" algn="l"/>
              </a:tabLst>
            </a:pPr>
            <a:r>
              <a:rPr sz="1000" spc="-45" dirty="0">
                <a:solidFill>
                  <a:srgbClr val="333333"/>
                </a:solidFill>
                <a:latin typeface="Arial MT"/>
                <a:cs typeface="Arial MT"/>
              </a:rPr>
              <a:t>Constrained</a:t>
            </a:r>
            <a:r>
              <a:rPr sz="1000" spc="10" dirty="0">
                <a:solidFill>
                  <a:srgbClr val="333333"/>
                </a:solidFill>
                <a:latin typeface="Arial MT"/>
                <a:cs typeface="Arial MT"/>
              </a:rPr>
              <a:t> </a:t>
            </a:r>
            <a:r>
              <a:rPr sz="1000" spc="-10" dirty="0">
                <a:solidFill>
                  <a:srgbClr val="333333"/>
                </a:solidFill>
                <a:latin typeface="Arial MT"/>
                <a:cs typeface="Arial MT"/>
              </a:rPr>
              <a:t>optimisation</a:t>
            </a:r>
            <a:endParaRPr sz="1000">
              <a:latin typeface="Arial MT"/>
              <a:cs typeface="Arial MT"/>
            </a:endParaRPr>
          </a:p>
          <a:p>
            <a:pPr marL="474980" lvl="1" indent="-244475">
              <a:lnSpc>
                <a:spcPts val="1200"/>
              </a:lnSpc>
              <a:buClr>
                <a:srgbClr val="4B81AE"/>
              </a:buClr>
              <a:buFont typeface="Arial"/>
              <a:buAutoNum type="arabicPeriod"/>
              <a:tabLst>
                <a:tab pos="474980" algn="l"/>
              </a:tabLst>
            </a:pPr>
            <a:r>
              <a:rPr sz="1000" spc="-35" dirty="0">
                <a:solidFill>
                  <a:srgbClr val="333333"/>
                </a:solidFill>
                <a:latin typeface="Arial MT"/>
                <a:cs typeface="Arial MT"/>
              </a:rPr>
              <a:t>Singular</a:t>
            </a:r>
            <a:r>
              <a:rPr sz="1000" spc="-5" dirty="0">
                <a:solidFill>
                  <a:srgbClr val="333333"/>
                </a:solidFill>
                <a:latin typeface="Arial MT"/>
                <a:cs typeface="Arial MT"/>
              </a:rPr>
              <a:t> </a:t>
            </a:r>
            <a:r>
              <a:rPr sz="1000" spc="-30" dirty="0">
                <a:solidFill>
                  <a:srgbClr val="333333"/>
                </a:solidFill>
                <a:latin typeface="Arial MT"/>
                <a:cs typeface="Arial MT"/>
              </a:rPr>
              <a:t>Value</a:t>
            </a:r>
            <a:r>
              <a:rPr sz="1000" dirty="0">
                <a:solidFill>
                  <a:srgbClr val="333333"/>
                </a:solidFill>
                <a:latin typeface="Arial MT"/>
                <a:cs typeface="Arial MT"/>
              </a:rPr>
              <a:t> </a:t>
            </a:r>
            <a:r>
              <a:rPr sz="1000" spc="-40" dirty="0">
                <a:solidFill>
                  <a:srgbClr val="333333"/>
                </a:solidFill>
                <a:latin typeface="Arial MT"/>
                <a:cs typeface="Arial MT"/>
              </a:rPr>
              <a:t>Decomposition</a:t>
            </a:r>
            <a:r>
              <a:rPr sz="1000" dirty="0">
                <a:solidFill>
                  <a:srgbClr val="333333"/>
                </a:solidFill>
                <a:latin typeface="Arial MT"/>
                <a:cs typeface="Arial MT"/>
              </a:rPr>
              <a:t> </a:t>
            </a:r>
            <a:r>
              <a:rPr sz="1000" spc="-10" dirty="0">
                <a:solidFill>
                  <a:srgbClr val="333333"/>
                </a:solidFill>
                <a:latin typeface="Arial MT"/>
                <a:cs typeface="Arial MT"/>
              </a:rPr>
              <a:t>(SVD)</a:t>
            </a:r>
            <a:endParaRPr sz="1000">
              <a:latin typeface="Arial MT"/>
              <a:cs typeface="Arial MT"/>
            </a:endParaRPr>
          </a:p>
          <a:p>
            <a:pPr marL="198120" indent="-185420">
              <a:lnSpc>
                <a:spcPct val="100000"/>
              </a:lnSpc>
              <a:spcBef>
                <a:spcPts val="195"/>
              </a:spcBef>
              <a:buClr>
                <a:srgbClr val="4B81AE"/>
              </a:buClr>
              <a:buFont typeface="Arial"/>
              <a:buAutoNum type="arabicPeriod"/>
              <a:tabLst>
                <a:tab pos="198120" algn="l"/>
              </a:tabLst>
            </a:pPr>
            <a:r>
              <a:rPr sz="1100" spc="-70" dirty="0">
                <a:solidFill>
                  <a:srgbClr val="333333"/>
                </a:solidFill>
                <a:latin typeface="Arial MT"/>
                <a:cs typeface="Arial MT"/>
              </a:rPr>
              <a:t>Image</a:t>
            </a:r>
            <a:r>
              <a:rPr sz="1100" spc="15" dirty="0">
                <a:solidFill>
                  <a:srgbClr val="333333"/>
                </a:solidFill>
                <a:latin typeface="Arial MT"/>
                <a:cs typeface="Arial MT"/>
              </a:rPr>
              <a:t> </a:t>
            </a:r>
            <a:r>
              <a:rPr sz="1100" spc="-10" dirty="0">
                <a:solidFill>
                  <a:srgbClr val="333333"/>
                </a:solidFill>
                <a:latin typeface="Arial MT"/>
                <a:cs typeface="Arial MT"/>
              </a:rPr>
              <a:t>Processing</a:t>
            </a:r>
            <a:endParaRPr sz="1100">
              <a:latin typeface="Arial MT"/>
              <a:cs typeface="Arial MT"/>
            </a:endParaRPr>
          </a:p>
          <a:p>
            <a:pPr marL="474980" lvl="1" indent="-244475">
              <a:lnSpc>
                <a:spcPct val="100000"/>
              </a:lnSpc>
              <a:spcBef>
                <a:spcPts val="75"/>
              </a:spcBef>
              <a:buClr>
                <a:srgbClr val="4B81AE"/>
              </a:buClr>
              <a:buFont typeface="Arial"/>
              <a:buAutoNum type="arabicPeriod"/>
              <a:tabLst>
                <a:tab pos="474980" algn="l"/>
              </a:tabLst>
            </a:pPr>
            <a:r>
              <a:rPr sz="1000" spc="-40" dirty="0">
                <a:solidFill>
                  <a:srgbClr val="333333"/>
                </a:solidFill>
                <a:latin typeface="Arial MT"/>
                <a:cs typeface="Arial MT"/>
              </a:rPr>
              <a:t>Image</a:t>
            </a:r>
            <a:r>
              <a:rPr sz="1000" spc="-30" dirty="0">
                <a:solidFill>
                  <a:srgbClr val="333333"/>
                </a:solidFill>
                <a:latin typeface="Arial MT"/>
                <a:cs typeface="Arial MT"/>
              </a:rPr>
              <a:t> </a:t>
            </a:r>
            <a:r>
              <a:rPr sz="1000" spc="-10" dirty="0">
                <a:solidFill>
                  <a:srgbClr val="333333"/>
                </a:solidFill>
                <a:latin typeface="Arial MT"/>
                <a:cs typeface="Arial MT"/>
              </a:rPr>
              <a:t>Filtering</a:t>
            </a:r>
            <a:endParaRPr sz="1000">
              <a:latin typeface="Arial MT"/>
              <a:cs typeface="Arial MT"/>
            </a:endParaRPr>
          </a:p>
          <a:p>
            <a:pPr marL="751840" lvl="2" indent="-313690">
              <a:lnSpc>
                <a:spcPct val="100000"/>
              </a:lnSpc>
              <a:spcBef>
                <a:spcPts val="195"/>
              </a:spcBef>
              <a:buClr>
                <a:srgbClr val="4B81AE"/>
              </a:buClr>
              <a:buFont typeface="Roboto Cn"/>
              <a:buAutoNum type="arabicPeriod"/>
              <a:tabLst>
                <a:tab pos="751840" algn="l"/>
              </a:tabLst>
            </a:pPr>
            <a:r>
              <a:rPr sz="900" spc="-10" dirty="0">
                <a:solidFill>
                  <a:srgbClr val="333333"/>
                </a:solidFill>
                <a:latin typeface="Arial MT"/>
                <a:cs typeface="Arial MT"/>
              </a:rPr>
              <a:t>Convolution</a:t>
            </a:r>
            <a:endParaRPr sz="900">
              <a:latin typeface="Arial MT"/>
              <a:cs typeface="Arial MT"/>
            </a:endParaRPr>
          </a:p>
          <a:p>
            <a:pPr marL="751840" lvl="2" indent="-313690">
              <a:lnSpc>
                <a:spcPct val="100000"/>
              </a:lnSpc>
              <a:spcBef>
                <a:spcPts val="15"/>
              </a:spcBef>
              <a:buClr>
                <a:srgbClr val="4B81AE"/>
              </a:buClr>
              <a:buFont typeface="Roboto Cn"/>
              <a:buAutoNum type="arabicPeriod"/>
              <a:tabLst>
                <a:tab pos="751840" algn="l"/>
              </a:tabLst>
            </a:pPr>
            <a:r>
              <a:rPr sz="900" spc="-25" dirty="0">
                <a:solidFill>
                  <a:srgbClr val="333333"/>
                </a:solidFill>
                <a:latin typeface="Arial MT"/>
                <a:cs typeface="Arial MT"/>
              </a:rPr>
              <a:t>Properties</a:t>
            </a:r>
            <a:r>
              <a:rPr sz="900" spc="35" dirty="0">
                <a:solidFill>
                  <a:srgbClr val="333333"/>
                </a:solidFill>
                <a:latin typeface="Arial MT"/>
                <a:cs typeface="Arial MT"/>
              </a:rPr>
              <a:t> </a:t>
            </a:r>
            <a:r>
              <a:rPr sz="900" dirty="0">
                <a:solidFill>
                  <a:srgbClr val="333333"/>
                </a:solidFill>
                <a:latin typeface="Arial MT"/>
                <a:cs typeface="Arial MT"/>
              </a:rPr>
              <a:t>of</a:t>
            </a:r>
            <a:r>
              <a:rPr sz="900" spc="40" dirty="0">
                <a:solidFill>
                  <a:srgbClr val="333333"/>
                </a:solidFill>
                <a:latin typeface="Arial MT"/>
                <a:cs typeface="Arial MT"/>
              </a:rPr>
              <a:t> </a:t>
            </a:r>
            <a:r>
              <a:rPr sz="900" spc="-10" dirty="0">
                <a:solidFill>
                  <a:srgbClr val="333333"/>
                </a:solidFill>
                <a:latin typeface="Arial MT"/>
                <a:cs typeface="Arial MT"/>
              </a:rPr>
              <a:t>convolution</a:t>
            </a:r>
            <a:endParaRPr sz="900">
              <a:latin typeface="Arial MT"/>
              <a:cs typeface="Arial MT"/>
            </a:endParaRPr>
          </a:p>
        </p:txBody>
      </p:sp>
      <p:sp>
        <p:nvSpPr>
          <p:cNvPr id="10" name="object 10"/>
          <p:cNvSpPr/>
          <p:nvPr/>
        </p:nvSpPr>
        <p:spPr>
          <a:xfrm>
            <a:off x="68834" y="3308210"/>
            <a:ext cx="4470400" cy="0"/>
          </a:xfrm>
          <a:custGeom>
            <a:avLst/>
            <a:gdLst/>
            <a:ahLst/>
            <a:cxnLst/>
            <a:rect l="l" t="t" r="r" b="b"/>
            <a:pathLst>
              <a:path w="4470400">
                <a:moveTo>
                  <a:pt x="0" y="0"/>
                </a:moveTo>
                <a:lnTo>
                  <a:pt x="4470336" y="0"/>
                </a:lnTo>
              </a:path>
            </a:pathLst>
          </a:custGeom>
          <a:ln w="7594">
            <a:solidFill>
              <a:srgbClr val="4B81AE"/>
            </a:solidFill>
          </a:ln>
        </p:spPr>
        <p:txBody>
          <a:bodyPr wrap="square" lIns="0" tIns="0" rIns="0" bIns="0" rtlCol="0"/>
          <a:lstStyle/>
          <a:p>
            <a:endParaRPr/>
          </a:p>
        </p:txBody>
      </p:sp>
      <p:sp>
        <p:nvSpPr>
          <p:cNvPr id="11" name="object 11"/>
          <p:cNvSpPr txBox="1"/>
          <p:nvPr/>
        </p:nvSpPr>
        <p:spPr>
          <a:xfrm>
            <a:off x="1779498" y="3332022"/>
            <a:ext cx="648335" cy="122555"/>
          </a:xfrm>
          <a:prstGeom prst="rect">
            <a:avLst/>
          </a:prstGeom>
        </p:spPr>
        <p:txBody>
          <a:bodyPr vert="horz" wrap="square" lIns="0" tIns="7620" rIns="0" bIns="0" rtlCol="0">
            <a:spAutoFit/>
          </a:bodyPr>
          <a:lstStyle/>
          <a:p>
            <a:pPr marL="12700">
              <a:lnSpc>
                <a:spcPct val="100000"/>
              </a:lnSpc>
              <a:spcBef>
                <a:spcPts val="60"/>
              </a:spcBef>
            </a:pPr>
            <a:r>
              <a:rPr sz="600" i="1" spc="-20" dirty="0">
                <a:solidFill>
                  <a:srgbClr val="333333"/>
                </a:solidFill>
                <a:latin typeface="Verdana"/>
                <a:cs typeface="Verdana"/>
                <a:hlinkClick r:id="rId6" action="ppaction://hlinksldjump"/>
              </a:rPr>
              <a:t>Computer</a:t>
            </a:r>
            <a:r>
              <a:rPr sz="600" i="1" spc="25" dirty="0">
                <a:solidFill>
                  <a:srgbClr val="333333"/>
                </a:solidFill>
                <a:latin typeface="Verdana"/>
                <a:cs typeface="Verdana"/>
                <a:hlinkClick r:id="rId6" action="ppaction://hlinksldjump"/>
              </a:rPr>
              <a:t> </a:t>
            </a:r>
            <a:r>
              <a:rPr sz="600" i="1" spc="-10" dirty="0">
                <a:solidFill>
                  <a:srgbClr val="333333"/>
                </a:solidFill>
                <a:latin typeface="Verdana"/>
                <a:cs typeface="Verdana"/>
                <a:hlinkClick r:id="rId6" action="ppaction://hlinksldjump"/>
              </a:rPr>
              <a:t>Vision</a:t>
            </a:r>
            <a:endParaRPr sz="600">
              <a:latin typeface="Verdana"/>
              <a:cs typeface="Verdana"/>
            </a:endParaRPr>
          </a:p>
        </p:txBody>
      </p:sp>
      <p:sp>
        <p:nvSpPr>
          <p:cNvPr id="12" name="object 12"/>
          <p:cNvSpPr txBox="1">
            <a:spLocks noGrp="1"/>
          </p:cNvSpPr>
          <p:nvPr>
            <p:ph type="sldNum" sz="quarter" idx="7"/>
          </p:nvPr>
        </p:nvSpPr>
        <p:spPr>
          <a:prstGeom prst="rect">
            <a:avLst/>
          </a:prstGeom>
        </p:spPr>
        <p:txBody>
          <a:bodyPr vert="horz" wrap="square" lIns="0" tIns="7620" rIns="0" bIns="0" rtlCol="0">
            <a:spAutoFit/>
          </a:bodyPr>
          <a:lstStyle/>
          <a:p>
            <a:pPr marL="38100">
              <a:lnSpc>
                <a:spcPct val="100000"/>
              </a:lnSpc>
              <a:spcBef>
                <a:spcPts val="60"/>
              </a:spcBef>
            </a:pPr>
            <a:fld id="{81D60167-4931-47E6-BA6A-407CBD079E47}" type="slidenum">
              <a:rPr spc="-45" dirty="0"/>
              <a:t>47</a:t>
            </a:fld>
            <a:r>
              <a:rPr spc="-90" dirty="0"/>
              <a:t> </a:t>
            </a:r>
            <a:r>
              <a:rPr spc="70" dirty="0"/>
              <a:t>/</a:t>
            </a:r>
            <a:r>
              <a:rPr spc="-85" dirty="0"/>
              <a:t> </a:t>
            </a:r>
            <a:r>
              <a:rPr spc="-25" dirty="0"/>
              <a:t>59</a:t>
            </a:r>
          </a:p>
        </p:txBody>
      </p:sp>
    </p:spTree>
  </p:cSld>
  <p:clrMapOvr>
    <a:masterClrMapping/>
  </p:clrMapOvr>
  <p:transition>
    <p:cut/>
  </p:transition>
</p:sld>
</file>

<file path=ppt/slides/slide48.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object 2"/>
          <p:cNvSpPr txBox="1"/>
          <p:nvPr/>
        </p:nvSpPr>
        <p:spPr>
          <a:xfrm>
            <a:off x="4117530" y="15020"/>
            <a:ext cx="434340" cy="101600"/>
          </a:xfrm>
          <a:prstGeom prst="rect">
            <a:avLst/>
          </a:prstGeom>
        </p:spPr>
        <p:txBody>
          <a:bodyPr vert="horz" wrap="square" lIns="0" tIns="12065" rIns="0" bIns="0" rtlCol="0">
            <a:spAutoFit/>
          </a:bodyPr>
          <a:lstStyle/>
          <a:p>
            <a:pPr marL="12700">
              <a:lnSpc>
                <a:spcPct val="100000"/>
              </a:lnSpc>
              <a:spcBef>
                <a:spcPts val="95"/>
              </a:spcBef>
            </a:pPr>
            <a:r>
              <a:rPr sz="500" b="1" spc="-10" dirty="0">
                <a:solidFill>
                  <a:srgbClr val="E2E2E2"/>
                </a:solidFill>
                <a:latin typeface="Arial"/>
                <a:cs typeface="Arial"/>
                <a:hlinkClick r:id="rId2" action="ppaction://hlinksldjump"/>
              </a:rPr>
              <a:t>Administrivia</a:t>
            </a:r>
            <a:endParaRPr sz="500">
              <a:latin typeface="Arial"/>
              <a:cs typeface="Arial"/>
            </a:endParaRPr>
          </a:p>
        </p:txBody>
      </p:sp>
      <p:pic>
        <p:nvPicPr>
          <p:cNvPr id="3" name="object 3"/>
          <p:cNvPicPr/>
          <p:nvPr/>
        </p:nvPicPr>
        <p:blipFill>
          <a:blip r:embed="rId3" cstate="print"/>
          <a:stretch>
            <a:fillRect/>
          </a:stretch>
        </p:blipFill>
        <p:spPr>
          <a:xfrm>
            <a:off x="68833" y="112855"/>
            <a:ext cx="4470399" cy="7591"/>
          </a:xfrm>
          <a:prstGeom prst="rect">
            <a:avLst/>
          </a:prstGeom>
        </p:spPr>
      </p:pic>
      <p:sp>
        <p:nvSpPr>
          <p:cNvPr id="4" name="object 4"/>
          <p:cNvSpPr txBox="1"/>
          <p:nvPr/>
        </p:nvSpPr>
        <p:spPr>
          <a:xfrm>
            <a:off x="23304" y="-9546"/>
            <a:ext cx="3601085" cy="922655"/>
          </a:xfrm>
          <a:prstGeom prst="rect">
            <a:avLst/>
          </a:prstGeom>
        </p:spPr>
        <p:txBody>
          <a:bodyPr vert="horz" wrap="square" lIns="0" tIns="36830" rIns="0" bIns="0" rtlCol="0">
            <a:spAutoFit/>
          </a:bodyPr>
          <a:lstStyle/>
          <a:p>
            <a:pPr marL="45085">
              <a:lnSpc>
                <a:spcPct val="100000"/>
              </a:lnSpc>
              <a:spcBef>
                <a:spcPts val="290"/>
              </a:spcBef>
              <a:tabLst>
                <a:tab pos="1461135" algn="l"/>
                <a:tab pos="2847340" algn="l"/>
              </a:tabLst>
            </a:pPr>
            <a:r>
              <a:rPr sz="500" b="1" spc="-10" dirty="0">
                <a:solidFill>
                  <a:srgbClr val="E2E2E2"/>
                </a:solidFill>
                <a:latin typeface="Arial"/>
                <a:cs typeface="Arial"/>
                <a:hlinkClick r:id="rId4" action="ppaction://hlinksldjump"/>
              </a:rPr>
              <a:t>Introduction</a:t>
            </a:r>
            <a:r>
              <a:rPr sz="500" b="1" dirty="0">
                <a:solidFill>
                  <a:srgbClr val="E2E2E2"/>
                </a:solidFill>
                <a:latin typeface="Arial"/>
                <a:cs typeface="Arial"/>
              </a:rPr>
              <a:t>		</a:t>
            </a:r>
            <a:r>
              <a:rPr sz="500" b="1" spc="-10" dirty="0">
                <a:solidFill>
                  <a:srgbClr val="3F3F3F"/>
                </a:solidFill>
                <a:latin typeface="Arial"/>
                <a:cs typeface="Arial"/>
                <a:hlinkClick r:id="rId5" action="ppaction://hlinksldjump"/>
              </a:rPr>
              <a:t>Outline</a:t>
            </a:r>
            <a:endParaRPr sz="500" dirty="0">
              <a:latin typeface="Arial"/>
              <a:cs typeface="Arial"/>
            </a:endParaRPr>
          </a:p>
          <a:p>
            <a:pPr marL="12700">
              <a:lnSpc>
                <a:spcPct val="100000"/>
              </a:lnSpc>
              <a:spcBef>
                <a:spcPts val="459"/>
              </a:spcBef>
            </a:pPr>
            <a:r>
              <a:rPr sz="1200" b="1" dirty="0">
                <a:solidFill>
                  <a:srgbClr val="4B81AE"/>
                </a:solidFill>
                <a:latin typeface="Arial"/>
                <a:cs typeface="Arial"/>
              </a:rPr>
              <a:t>What</a:t>
            </a:r>
            <a:r>
              <a:rPr sz="1200" b="1" spc="80" dirty="0">
                <a:solidFill>
                  <a:srgbClr val="4B81AE"/>
                </a:solidFill>
                <a:latin typeface="Arial"/>
                <a:cs typeface="Arial"/>
              </a:rPr>
              <a:t> </a:t>
            </a:r>
            <a:r>
              <a:rPr sz="1200" b="1" dirty="0">
                <a:solidFill>
                  <a:srgbClr val="4B81AE"/>
                </a:solidFill>
                <a:latin typeface="Arial"/>
                <a:cs typeface="Arial"/>
              </a:rPr>
              <a:t>will</a:t>
            </a:r>
            <a:r>
              <a:rPr sz="1200" b="1" spc="80" dirty="0">
                <a:solidFill>
                  <a:srgbClr val="4B81AE"/>
                </a:solidFill>
                <a:latin typeface="Arial"/>
                <a:cs typeface="Arial"/>
              </a:rPr>
              <a:t> </a:t>
            </a:r>
            <a:r>
              <a:rPr sz="1200" b="1" dirty="0">
                <a:solidFill>
                  <a:srgbClr val="4B81AE"/>
                </a:solidFill>
                <a:latin typeface="Arial"/>
                <a:cs typeface="Arial"/>
              </a:rPr>
              <a:t>we</a:t>
            </a:r>
            <a:r>
              <a:rPr sz="1200" b="1" spc="75" dirty="0">
                <a:solidFill>
                  <a:srgbClr val="4B81AE"/>
                </a:solidFill>
                <a:latin typeface="Arial"/>
                <a:cs typeface="Arial"/>
              </a:rPr>
              <a:t> </a:t>
            </a:r>
            <a:r>
              <a:rPr sz="1200" b="1" spc="-10" dirty="0">
                <a:solidFill>
                  <a:srgbClr val="4B81AE"/>
                </a:solidFill>
                <a:latin typeface="Arial"/>
                <a:cs typeface="Arial"/>
              </a:rPr>
              <a:t>cover?</a:t>
            </a:r>
            <a:endParaRPr sz="1200" dirty="0">
              <a:latin typeface="Arial"/>
              <a:cs typeface="Arial"/>
            </a:endParaRPr>
          </a:p>
          <a:p>
            <a:pPr marL="841375" lvl="2" indent="-313690">
              <a:lnSpc>
                <a:spcPct val="100000"/>
              </a:lnSpc>
              <a:spcBef>
                <a:spcPts val="1100"/>
              </a:spcBef>
              <a:buClr>
                <a:srgbClr val="4B81AE"/>
              </a:buClr>
              <a:buFont typeface="Roboto Cn"/>
              <a:buAutoNum type="arabicPeriod" startAt="3"/>
              <a:tabLst>
                <a:tab pos="841375" algn="l"/>
              </a:tabLst>
            </a:pPr>
            <a:r>
              <a:rPr sz="900" spc="-20" dirty="0">
                <a:solidFill>
                  <a:srgbClr val="333333"/>
                </a:solidFill>
                <a:latin typeface="Arial MT"/>
                <a:cs typeface="Arial MT"/>
              </a:rPr>
              <a:t>Mean</a:t>
            </a:r>
            <a:r>
              <a:rPr sz="900" spc="-25" dirty="0">
                <a:solidFill>
                  <a:srgbClr val="333333"/>
                </a:solidFill>
                <a:latin typeface="Arial MT"/>
                <a:cs typeface="Arial MT"/>
              </a:rPr>
              <a:t> </a:t>
            </a:r>
            <a:r>
              <a:rPr sz="900" spc="-10" dirty="0">
                <a:solidFill>
                  <a:srgbClr val="333333"/>
                </a:solidFill>
                <a:latin typeface="Arial MT"/>
                <a:cs typeface="Arial MT"/>
              </a:rPr>
              <a:t>Filtering</a:t>
            </a:r>
            <a:endParaRPr sz="900" dirty="0">
              <a:latin typeface="Arial MT"/>
              <a:cs typeface="Arial MT"/>
            </a:endParaRPr>
          </a:p>
          <a:p>
            <a:pPr marL="840740" lvl="2" indent="-313690">
              <a:lnSpc>
                <a:spcPct val="100000"/>
              </a:lnSpc>
              <a:spcBef>
                <a:spcPts val="15"/>
              </a:spcBef>
              <a:buClr>
                <a:srgbClr val="4B81AE"/>
              </a:buClr>
              <a:buFont typeface="Roboto Cn"/>
              <a:buAutoNum type="arabicPeriod" startAt="3"/>
              <a:tabLst>
                <a:tab pos="840740" algn="l"/>
              </a:tabLst>
            </a:pPr>
            <a:r>
              <a:rPr sz="900" spc="-55" dirty="0">
                <a:solidFill>
                  <a:srgbClr val="333333"/>
                </a:solidFill>
                <a:latin typeface="Arial MT"/>
                <a:cs typeface="Arial MT"/>
              </a:rPr>
              <a:t>Gaussian</a:t>
            </a:r>
            <a:r>
              <a:rPr sz="900" dirty="0">
                <a:solidFill>
                  <a:srgbClr val="333333"/>
                </a:solidFill>
                <a:latin typeface="Arial MT"/>
                <a:cs typeface="Arial MT"/>
              </a:rPr>
              <a:t> </a:t>
            </a:r>
            <a:r>
              <a:rPr sz="900" spc="-10" dirty="0">
                <a:solidFill>
                  <a:srgbClr val="333333"/>
                </a:solidFill>
                <a:latin typeface="Arial MT"/>
                <a:cs typeface="Arial MT"/>
              </a:rPr>
              <a:t>Filtering</a:t>
            </a:r>
            <a:endParaRPr sz="900" dirty="0">
              <a:latin typeface="Arial MT"/>
              <a:cs typeface="Arial MT"/>
            </a:endParaRPr>
          </a:p>
          <a:p>
            <a:pPr marL="840740" lvl="2" indent="-313690">
              <a:lnSpc>
                <a:spcPct val="100000"/>
              </a:lnSpc>
              <a:spcBef>
                <a:spcPts val="15"/>
              </a:spcBef>
              <a:buClr>
                <a:srgbClr val="4B81AE"/>
              </a:buClr>
              <a:buFont typeface="Roboto Cn"/>
              <a:buAutoNum type="arabicPeriod" startAt="3"/>
              <a:tabLst>
                <a:tab pos="840740" algn="l"/>
              </a:tabLst>
            </a:pPr>
            <a:r>
              <a:rPr sz="900" spc="-35" dirty="0">
                <a:solidFill>
                  <a:srgbClr val="333333"/>
                </a:solidFill>
                <a:latin typeface="Arial MT"/>
                <a:cs typeface="Arial MT"/>
              </a:rPr>
              <a:t>Non-</a:t>
            </a:r>
            <a:r>
              <a:rPr sz="900" spc="-10" dirty="0">
                <a:solidFill>
                  <a:srgbClr val="333333"/>
                </a:solidFill>
                <a:latin typeface="Arial MT"/>
                <a:cs typeface="Arial MT"/>
              </a:rPr>
              <a:t>linear </a:t>
            </a:r>
            <a:r>
              <a:rPr sz="900" dirty="0">
                <a:solidFill>
                  <a:srgbClr val="333333"/>
                </a:solidFill>
                <a:latin typeface="Arial MT"/>
                <a:cs typeface="Arial MT"/>
              </a:rPr>
              <a:t>filtering</a:t>
            </a:r>
            <a:r>
              <a:rPr sz="900" spc="-5" dirty="0">
                <a:solidFill>
                  <a:srgbClr val="333333"/>
                </a:solidFill>
                <a:latin typeface="Arial MT"/>
                <a:cs typeface="Arial MT"/>
              </a:rPr>
              <a:t> </a:t>
            </a:r>
            <a:r>
              <a:rPr sz="900" spc="-10" dirty="0">
                <a:solidFill>
                  <a:srgbClr val="333333"/>
                </a:solidFill>
                <a:latin typeface="Arial MT"/>
                <a:cs typeface="Arial MT"/>
              </a:rPr>
              <a:t>cannot </a:t>
            </a:r>
            <a:r>
              <a:rPr sz="900" dirty="0">
                <a:solidFill>
                  <a:srgbClr val="333333"/>
                </a:solidFill>
                <a:latin typeface="Arial MT"/>
                <a:cs typeface="Arial MT"/>
              </a:rPr>
              <a:t>be</a:t>
            </a:r>
            <a:r>
              <a:rPr sz="900" spc="-5" dirty="0">
                <a:solidFill>
                  <a:srgbClr val="333333"/>
                </a:solidFill>
                <a:latin typeface="Arial MT"/>
                <a:cs typeface="Arial MT"/>
              </a:rPr>
              <a:t> </a:t>
            </a:r>
            <a:r>
              <a:rPr sz="900" spc="-25" dirty="0">
                <a:solidFill>
                  <a:srgbClr val="333333"/>
                </a:solidFill>
                <a:latin typeface="Arial MT"/>
                <a:cs typeface="Arial MT"/>
              </a:rPr>
              <a:t>performed</a:t>
            </a:r>
            <a:r>
              <a:rPr sz="900" spc="-10" dirty="0">
                <a:solidFill>
                  <a:srgbClr val="333333"/>
                </a:solidFill>
                <a:latin typeface="Arial MT"/>
                <a:cs typeface="Arial MT"/>
              </a:rPr>
              <a:t> </a:t>
            </a:r>
            <a:r>
              <a:rPr sz="900" dirty="0">
                <a:solidFill>
                  <a:srgbClr val="333333"/>
                </a:solidFill>
                <a:latin typeface="Arial MT"/>
                <a:cs typeface="Arial MT"/>
              </a:rPr>
              <a:t>via</a:t>
            </a:r>
            <a:r>
              <a:rPr sz="900" spc="-5" dirty="0">
                <a:solidFill>
                  <a:srgbClr val="333333"/>
                </a:solidFill>
                <a:latin typeface="Arial MT"/>
                <a:cs typeface="Arial MT"/>
              </a:rPr>
              <a:t> </a:t>
            </a:r>
            <a:r>
              <a:rPr sz="900" spc="-10" dirty="0">
                <a:solidFill>
                  <a:srgbClr val="333333"/>
                </a:solidFill>
                <a:latin typeface="Arial MT"/>
                <a:cs typeface="Arial MT"/>
              </a:rPr>
              <a:t>convolution</a:t>
            </a:r>
            <a:endParaRPr sz="900" dirty="0">
              <a:latin typeface="Arial MT"/>
              <a:cs typeface="Arial MT"/>
            </a:endParaRPr>
          </a:p>
        </p:txBody>
      </p:sp>
      <p:grpSp>
        <p:nvGrpSpPr>
          <p:cNvPr id="5" name="object 5"/>
          <p:cNvGrpSpPr/>
          <p:nvPr/>
        </p:nvGrpSpPr>
        <p:grpSpPr>
          <a:xfrm>
            <a:off x="1578681" y="1209763"/>
            <a:ext cx="1450975" cy="526415"/>
            <a:chOff x="1578681" y="1209763"/>
            <a:chExt cx="1450975" cy="526415"/>
          </a:xfrm>
        </p:grpSpPr>
        <p:pic>
          <p:nvPicPr>
            <p:cNvPr id="6" name="object 6"/>
            <p:cNvPicPr/>
            <p:nvPr/>
          </p:nvPicPr>
          <p:blipFill>
            <a:blip r:embed="rId6" cstate="print"/>
            <a:stretch>
              <a:fillRect/>
            </a:stretch>
          </p:blipFill>
          <p:spPr>
            <a:xfrm>
              <a:off x="1581341" y="1212423"/>
              <a:ext cx="1445303" cy="520511"/>
            </a:xfrm>
            <a:prstGeom prst="rect">
              <a:avLst/>
            </a:prstGeom>
          </p:spPr>
        </p:pic>
        <p:sp>
          <p:nvSpPr>
            <p:cNvPr id="7" name="object 7"/>
            <p:cNvSpPr/>
            <p:nvPr/>
          </p:nvSpPr>
          <p:spPr>
            <a:xfrm>
              <a:off x="1581341" y="1212423"/>
              <a:ext cx="1445895" cy="520700"/>
            </a:xfrm>
            <a:custGeom>
              <a:avLst/>
              <a:gdLst/>
              <a:ahLst/>
              <a:cxnLst/>
              <a:rect l="l" t="t" r="r" b="b"/>
              <a:pathLst>
                <a:path w="1445895" h="520700">
                  <a:moveTo>
                    <a:pt x="0" y="520511"/>
                  </a:moveTo>
                  <a:lnTo>
                    <a:pt x="0" y="0"/>
                  </a:lnTo>
                </a:path>
                <a:path w="1445895" h="520700">
                  <a:moveTo>
                    <a:pt x="1445303" y="520511"/>
                  </a:moveTo>
                  <a:lnTo>
                    <a:pt x="1445303" y="0"/>
                  </a:lnTo>
                </a:path>
                <a:path w="1445895" h="520700">
                  <a:moveTo>
                    <a:pt x="0" y="520511"/>
                  </a:moveTo>
                  <a:lnTo>
                    <a:pt x="1445303" y="520511"/>
                  </a:lnTo>
                </a:path>
                <a:path w="1445895" h="520700">
                  <a:moveTo>
                    <a:pt x="0" y="0"/>
                  </a:moveTo>
                  <a:lnTo>
                    <a:pt x="1445303" y="0"/>
                  </a:lnTo>
                </a:path>
              </a:pathLst>
            </a:custGeom>
            <a:ln w="5320">
              <a:solidFill>
                <a:srgbClr val="000000"/>
              </a:solidFill>
            </a:ln>
          </p:spPr>
          <p:txBody>
            <a:bodyPr wrap="square" lIns="0" tIns="0" rIns="0" bIns="0" rtlCol="0"/>
            <a:lstStyle/>
            <a:p>
              <a:endParaRPr/>
            </a:p>
          </p:txBody>
        </p:sp>
      </p:grpSp>
      <p:sp>
        <p:nvSpPr>
          <p:cNvPr id="8" name="object 8"/>
          <p:cNvSpPr txBox="1"/>
          <p:nvPr/>
        </p:nvSpPr>
        <p:spPr>
          <a:xfrm>
            <a:off x="2135113" y="1070121"/>
            <a:ext cx="337820" cy="133350"/>
          </a:xfrm>
          <a:prstGeom prst="rect">
            <a:avLst/>
          </a:prstGeom>
        </p:spPr>
        <p:txBody>
          <a:bodyPr vert="horz" wrap="square" lIns="0" tIns="13335" rIns="0" bIns="0" rtlCol="0">
            <a:spAutoFit/>
          </a:bodyPr>
          <a:lstStyle/>
          <a:p>
            <a:pPr marL="12700">
              <a:lnSpc>
                <a:spcPct val="100000"/>
              </a:lnSpc>
              <a:spcBef>
                <a:spcPts val="105"/>
              </a:spcBef>
            </a:pPr>
            <a:r>
              <a:rPr sz="700" spc="-35" dirty="0">
                <a:latin typeface="Verdana"/>
                <a:cs typeface="Verdana"/>
              </a:rPr>
              <a:t>Original</a:t>
            </a:r>
            <a:endParaRPr sz="700">
              <a:latin typeface="Verdana"/>
              <a:cs typeface="Verdana"/>
            </a:endParaRPr>
          </a:p>
        </p:txBody>
      </p:sp>
      <p:grpSp>
        <p:nvGrpSpPr>
          <p:cNvPr id="9" name="object 9"/>
          <p:cNvGrpSpPr/>
          <p:nvPr/>
        </p:nvGrpSpPr>
        <p:grpSpPr>
          <a:xfrm>
            <a:off x="1578681" y="1834376"/>
            <a:ext cx="1450975" cy="526415"/>
            <a:chOff x="1578681" y="1834376"/>
            <a:chExt cx="1450975" cy="526415"/>
          </a:xfrm>
        </p:grpSpPr>
        <p:pic>
          <p:nvPicPr>
            <p:cNvPr id="10" name="object 10"/>
            <p:cNvPicPr/>
            <p:nvPr/>
          </p:nvPicPr>
          <p:blipFill>
            <a:blip r:embed="rId7" cstate="print"/>
            <a:stretch>
              <a:fillRect/>
            </a:stretch>
          </p:blipFill>
          <p:spPr>
            <a:xfrm>
              <a:off x="1581341" y="1837037"/>
              <a:ext cx="1445303" cy="520511"/>
            </a:xfrm>
            <a:prstGeom prst="rect">
              <a:avLst/>
            </a:prstGeom>
          </p:spPr>
        </p:pic>
        <p:sp>
          <p:nvSpPr>
            <p:cNvPr id="11" name="object 11"/>
            <p:cNvSpPr/>
            <p:nvPr/>
          </p:nvSpPr>
          <p:spPr>
            <a:xfrm>
              <a:off x="1581341" y="1837037"/>
              <a:ext cx="1445895" cy="520700"/>
            </a:xfrm>
            <a:custGeom>
              <a:avLst/>
              <a:gdLst/>
              <a:ahLst/>
              <a:cxnLst/>
              <a:rect l="l" t="t" r="r" b="b"/>
              <a:pathLst>
                <a:path w="1445895" h="520700">
                  <a:moveTo>
                    <a:pt x="0" y="520511"/>
                  </a:moveTo>
                  <a:lnTo>
                    <a:pt x="0" y="0"/>
                  </a:lnTo>
                </a:path>
                <a:path w="1445895" h="520700">
                  <a:moveTo>
                    <a:pt x="1445303" y="520511"/>
                  </a:moveTo>
                  <a:lnTo>
                    <a:pt x="1445303" y="0"/>
                  </a:lnTo>
                </a:path>
                <a:path w="1445895" h="520700">
                  <a:moveTo>
                    <a:pt x="0" y="520511"/>
                  </a:moveTo>
                  <a:lnTo>
                    <a:pt x="1445303" y="520511"/>
                  </a:lnTo>
                </a:path>
                <a:path w="1445895" h="520700">
                  <a:moveTo>
                    <a:pt x="0" y="0"/>
                  </a:moveTo>
                  <a:lnTo>
                    <a:pt x="1445303" y="0"/>
                  </a:lnTo>
                </a:path>
              </a:pathLst>
            </a:custGeom>
            <a:ln w="5320">
              <a:solidFill>
                <a:srgbClr val="000000"/>
              </a:solidFill>
            </a:ln>
          </p:spPr>
          <p:txBody>
            <a:bodyPr wrap="square" lIns="0" tIns="0" rIns="0" bIns="0" rtlCol="0"/>
            <a:lstStyle/>
            <a:p>
              <a:endParaRPr/>
            </a:p>
          </p:txBody>
        </p:sp>
      </p:grpSp>
      <p:sp>
        <p:nvSpPr>
          <p:cNvPr id="12" name="object 12"/>
          <p:cNvSpPr txBox="1"/>
          <p:nvPr/>
        </p:nvSpPr>
        <p:spPr>
          <a:xfrm>
            <a:off x="2108200" y="1694735"/>
            <a:ext cx="391795" cy="133350"/>
          </a:xfrm>
          <a:prstGeom prst="rect">
            <a:avLst/>
          </a:prstGeom>
        </p:spPr>
        <p:txBody>
          <a:bodyPr vert="horz" wrap="square" lIns="0" tIns="13335" rIns="0" bIns="0" rtlCol="0">
            <a:spAutoFit/>
          </a:bodyPr>
          <a:lstStyle/>
          <a:p>
            <a:pPr marL="12700">
              <a:lnSpc>
                <a:spcPct val="100000"/>
              </a:lnSpc>
              <a:spcBef>
                <a:spcPts val="105"/>
              </a:spcBef>
            </a:pPr>
            <a:r>
              <a:rPr sz="700" spc="-30" dirty="0">
                <a:latin typeface="Verdana"/>
                <a:cs typeface="Verdana"/>
              </a:rPr>
              <a:t>Gaussian</a:t>
            </a:r>
            <a:endParaRPr sz="700">
              <a:latin typeface="Verdana"/>
              <a:cs typeface="Verdana"/>
            </a:endParaRPr>
          </a:p>
        </p:txBody>
      </p:sp>
      <p:grpSp>
        <p:nvGrpSpPr>
          <p:cNvPr id="13" name="object 13"/>
          <p:cNvGrpSpPr/>
          <p:nvPr/>
        </p:nvGrpSpPr>
        <p:grpSpPr>
          <a:xfrm>
            <a:off x="1578681" y="2458990"/>
            <a:ext cx="1450975" cy="526415"/>
            <a:chOff x="1578681" y="2458990"/>
            <a:chExt cx="1450975" cy="526415"/>
          </a:xfrm>
        </p:grpSpPr>
        <p:pic>
          <p:nvPicPr>
            <p:cNvPr id="14" name="object 14"/>
            <p:cNvPicPr/>
            <p:nvPr/>
          </p:nvPicPr>
          <p:blipFill>
            <a:blip r:embed="rId8" cstate="print"/>
            <a:stretch>
              <a:fillRect/>
            </a:stretch>
          </p:blipFill>
          <p:spPr>
            <a:xfrm>
              <a:off x="1581341" y="2461651"/>
              <a:ext cx="1445303" cy="520511"/>
            </a:xfrm>
            <a:prstGeom prst="rect">
              <a:avLst/>
            </a:prstGeom>
          </p:spPr>
        </p:pic>
        <p:sp>
          <p:nvSpPr>
            <p:cNvPr id="15" name="object 15"/>
            <p:cNvSpPr/>
            <p:nvPr/>
          </p:nvSpPr>
          <p:spPr>
            <a:xfrm>
              <a:off x="1581341" y="2461651"/>
              <a:ext cx="1445895" cy="520700"/>
            </a:xfrm>
            <a:custGeom>
              <a:avLst/>
              <a:gdLst/>
              <a:ahLst/>
              <a:cxnLst/>
              <a:rect l="l" t="t" r="r" b="b"/>
              <a:pathLst>
                <a:path w="1445895" h="520700">
                  <a:moveTo>
                    <a:pt x="0" y="520511"/>
                  </a:moveTo>
                  <a:lnTo>
                    <a:pt x="0" y="0"/>
                  </a:lnTo>
                </a:path>
                <a:path w="1445895" h="520700">
                  <a:moveTo>
                    <a:pt x="1445303" y="520511"/>
                  </a:moveTo>
                  <a:lnTo>
                    <a:pt x="1445303" y="0"/>
                  </a:lnTo>
                </a:path>
                <a:path w="1445895" h="520700">
                  <a:moveTo>
                    <a:pt x="0" y="520511"/>
                  </a:moveTo>
                  <a:lnTo>
                    <a:pt x="1445303" y="520511"/>
                  </a:lnTo>
                </a:path>
                <a:path w="1445895" h="520700">
                  <a:moveTo>
                    <a:pt x="0" y="0"/>
                  </a:moveTo>
                  <a:lnTo>
                    <a:pt x="1445303" y="0"/>
                  </a:lnTo>
                </a:path>
              </a:pathLst>
            </a:custGeom>
            <a:ln w="5320">
              <a:solidFill>
                <a:srgbClr val="000000"/>
              </a:solidFill>
            </a:ln>
          </p:spPr>
          <p:txBody>
            <a:bodyPr wrap="square" lIns="0" tIns="0" rIns="0" bIns="0" rtlCol="0"/>
            <a:lstStyle/>
            <a:p>
              <a:endParaRPr/>
            </a:p>
          </p:txBody>
        </p:sp>
      </p:grpSp>
      <p:sp>
        <p:nvSpPr>
          <p:cNvPr id="16" name="object 16"/>
          <p:cNvSpPr txBox="1"/>
          <p:nvPr/>
        </p:nvSpPr>
        <p:spPr>
          <a:xfrm>
            <a:off x="2125138" y="2319348"/>
            <a:ext cx="358140" cy="133350"/>
          </a:xfrm>
          <a:prstGeom prst="rect">
            <a:avLst/>
          </a:prstGeom>
        </p:spPr>
        <p:txBody>
          <a:bodyPr vert="horz" wrap="square" lIns="0" tIns="13335" rIns="0" bIns="0" rtlCol="0">
            <a:spAutoFit/>
          </a:bodyPr>
          <a:lstStyle/>
          <a:p>
            <a:pPr marL="12700">
              <a:lnSpc>
                <a:spcPct val="100000"/>
              </a:lnSpc>
              <a:spcBef>
                <a:spcPts val="105"/>
              </a:spcBef>
            </a:pPr>
            <a:r>
              <a:rPr sz="700" spc="-30" dirty="0">
                <a:latin typeface="Verdana"/>
                <a:cs typeface="Verdana"/>
              </a:rPr>
              <a:t>Bilateral</a:t>
            </a:r>
            <a:endParaRPr sz="700">
              <a:latin typeface="Verdana"/>
              <a:cs typeface="Verdana"/>
            </a:endParaRPr>
          </a:p>
        </p:txBody>
      </p:sp>
      <p:sp>
        <p:nvSpPr>
          <p:cNvPr id="17" name="object 17"/>
          <p:cNvSpPr/>
          <p:nvPr/>
        </p:nvSpPr>
        <p:spPr>
          <a:xfrm>
            <a:off x="68834" y="3308210"/>
            <a:ext cx="4470400" cy="0"/>
          </a:xfrm>
          <a:custGeom>
            <a:avLst/>
            <a:gdLst/>
            <a:ahLst/>
            <a:cxnLst/>
            <a:rect l="l" t="t" r="r" b="b"/>
            <a:pathLst>
              <a:path w="4470400">
                <a:moveTo>
                  <a:pt x="0" y="0"/>
                </a:moveTo>
                <a:lnTo>
                  <a:pt x="4470336" y="0"/>
                </a:lnTo>
              </a:path>
            </a:pathLst>
          </a:custGeom>
          <a:ln w="7594">
            <a:solidFill>
              <a:srgbClr val="4B81AE"/>
            </a:solidFill>
          </a:ln>
        </p:spPr>
        <p:txBody>
          <a:bodyPr wrap="square" lIns="0" tIns="0" rIns="0" bIns="0" rtlCol="0"/>
          <a:lstStyle/>
          <a:p>
            <a:endParaRPr/>
          </a:p>
        </p:txBody>
      </p:sp>
      <p:sp>
        <p:nvSpPr>
          <p:cNvPr id="18" name="object 18"/>
          <p:cNvSpPr txBox="1"/>
          <p:nvPr/>
        </p:nvSpPr>
        <p:spPr>
          <a:xfrm>
            <a:off x="1779498" y="3332022"/>
            <a:ext cx="648335" cy="122555"/>
          </a:xfrm>
          <a:prstGeom prst="rect">
            <a:avLst/>
          </a:prstGeom>
        </p:spPr>
        <p:txBody>
          <a:bodyPr vert="horz" wrap="square" lIns="0" tIns="7620" rIns="0" bIns="0" rtlCol="0">
            <a:spAutoFit/>
          </a:bodyPr>
          <a:lstStyle/>
          <a:p>
            <a:pPr marL="12700">
              <a:lnSpc>
                <a:spcPct val="100000"/>
              </a:lnSpc>
              <a:spcBef>
                <a:spcPts val="60"/>
              </a:spcBef>
            </a:pPr>
            <a:r>
              <a:rPr sz="600" i="1" spc="-20" dirty="0">
                <a:solidFill>
                  <a:srgbClr val="333333"/>
                </a:solidFill>
                <a:latin typeface="Verdana"/>
                <a:cs typeface="Verdana"/>
                <a:hlinkClick r:id="rId9" action="ppaction://hlinksldjump"/>
              </a:rPr>
              <a:t>Computer</a:t>
            </a:r>
            <a:r>
              <a:rPr sz="600" i="1" spc="25" dirty="0">
                <a:solidFill>
                  <a:srgbClr val="333333"/>
                </a:solidFill>
                <a:latin typeface="Verdana"/>
                <a:cs typeface="Verdana"/>
                <a:hlinkClick r:id="rId9" action="ppaction://hlinksldjump"/>
              </a:rPr>
              <a:t> </a:t>
            </a:r>
            <a:r>
              <a:rPr sz="600" i="1" spc="-10" dirty="0">
                <a:solidFill>
                  <a:srgbClr val="333333"/>
                </a:solidFill>
                <a:latin typeface="Verdana"/>
                <a:cs typeface="Verdana"/>
                <a:hlinkClick r:id="rId9" action="ppaction://hlinksldjump"/>
              </a:rPr>
              <a:t>Vision</a:t>
            </a:r>
            <a:endParaRPr sz="600">
              <a:latin typeface="Verdana"/>
              <a:cs typeface="Verdana"/>
            </a:endParaRPr>
          </a:p>
        </p:txBody>
      </p:sp>
      <p:sp>
        <p:nvSpPr>
          <p:cNvPr id="19" name="object 19"/>
          <p:cNvSpPr txBox="1">
            <a:spLocks noGrp="1"/>
          </p:cNvSpPr>
          <p:nvPr>
            <p:ph type="sldNum" sz="quarter" idx="7"/>
          </p:nvPr>
        </p:nvSpPr>
        <p:spPr>
          <a:prstGeom prst="rect">
            <a:avLst/>
          </a:prstGeom>
        </p:spPr>
        <p:txBody>
          <a:bodyPr vert="horz" wrap="square" lIns="0" tIns="7620" rIns="0" bIns="0" rtlCol="0">
            <a:spAutoFit/>
          </a:bodyPr>
          <a:lstStyle/>
          <a:p>
            <a:pPr marL="38100">
              <a:lnSpc>
                <a:spcPct val="100000"/>
              </a:lnSpc>
              <a:spcBef>
                <a:spcPts val="60"/>
              </a:spcBef>
            </a:pPr>
            <a:fld id="{81D60167-4931-47E6-BA6A-407CBD079E47}" type="slidenum">
              <a:rPr spc="-45" dirty="0"/>
              <a:t>48</a:t>
            </a:fld>
            <a:r>
              <a:rPr spc="-90" dirty="0"/>
              <a:t> </a:t>
            </a:r>
            <a:r>
              <a:rPr spc="70" dirty="0"/>
              <a:t>/</a:t>
            </a:r>
            <a:r>
              <a:rPr spc="-85" dirty="0"/>
              <a:t> </a:t>
            </a:r>
            <a:r>
              <a:rPr spc="-25" dirty="0"/>
              <a:t>59</a:t>
            </a:r>
          </a:p>
        </p:txBody>
      </p:sp>
    </p:spTree>
  </p:cSld>
  <p:clrMapOvr>
    <a:masterClrMapping/>
  </p:clrMapOvr>
  <p:transition>
    <p:cut/>
  </p:transition>
</p:sld>
</file>

<file path=ppt/slides/slide49.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object 2"/>
          <p:cNvSpPr txBox="1"/>
          <p:nvPr/>
        </p:nvSpPr>
        <p:spPr>
          <a:xfrm>
            <a:off x="56134" y="15020"/>
            <a:ext cx="412115" cy="101600"/>
          </a:xfrm>
          <a:prstGeom prst="rect">
            <a:avLst/>
          </a:prstGeom>
        </p:spPr>
        <p:txBody>
          <a:bodyPr vert="horz" wrap="square" lIns="0" tIns="12065" rIns="0" bIns="0" rtlCol="0">
            <a:spAutoFit/>
          </a:bodyPr>
          <a:lstStyle/>
          <a:p>
            <a:pPr marL="12700">
              <a:lnSpc>
                <a:spcPct val="100000"/>
              </a:lnSpc>
              <a:spcBef>
                <a:spcPts val="95"/>
              </a:spcBef>
            </a:pPr>
            <a:r>
              <a:rPr sz="500" b="1" spc="-10" dirty="0">
                <a:solidFill>
                  <a:srgbClr val="E2E2E2"/>
                </a:solidFill>
                <a:latin typeface="Arial"/>
                <a:cs typeface="Arial"/>
                <a:hlinkClick r:id="rId2" action="ppaction://hlinksldjump"/>
              </a:rPr>
              <a:t>Introduction</a:t>
            </a:r>
            <a:endParaRPr sz="500">
              <a:latin typeface="Arial"/>
              <a:cs typeface="Arial"/>
            </a:endParaRPr>
          </a:p>
        </p:txBody>
      </p:sp>
      <p:sp>
        <p:nvSpPr>
          <p:cNvPr id="4" name="object 4"/>
          <p:cNvSpPr txBox="1"/>
          <p:nvPr/>
        </p:nvSpPr>
        <p:spPr>
          <a:xfrm>
            <a:off x="2858214" y="15020"/>
            <a:ext cx="255270" cy="101600"/>
          </a:xfrm>
          <a:prstGeom prst="rect">
            <a:avLst/>
          </a:prstGeom>
        </p:spPr>
        <p:txBody>
          <a:bodyPr vert="horz" wrap="square" lIns="0" tIns="12065" rIns="0" bIns="0" rtlCol="0">
            <a:spAutoFit/>
          </a:bodyPr>
          <a:lstStyle/>
          <a:p>
            <a:pPr marL="12700">
              <a:lnSpc>
                <a:spcPct val="100000"/>
              </a:lnSpc>
              <a:spcBef>
                <a:spcPts val="95"/>
              </a:spcBef>
            </a:pPr>
            <a:r>
              <a:rPr sz="500" b="1" spc="-10" dirty="0">
                <a:solidFill>
                  <a:srgbClr val="3F3F3F"/>
                </a:solidFill>
                <a:latin typeface="Arial"/>
                <a:cs typeface="Arial"/>
                <a:hlinkClick r:id="rId3" action="ppaction://hlinksldjump"/>
              </a:rPr>
              <a:t>Outline</a:t>
            </a:r>
            <a:endParaRPr sz="500">
              <a:latin typeface="Arial"/>
              <a:cs typeface="Arial"/>
            </a:endParaRPr>
          </a:p>
        </p:txBody>
      </p:sp>
      <p:sp>
        <p:nvSpPr>
          <p:cNvPr id="5" name="object 5"/>
          <p:cNvSpPr txBox="1"/>
          <p:nvPr/>
        </p:nvSpPr>
        <p:spPr>
          <a:xfrm>
            <a:off x="4117530" y="15020"/>
            <a:ext cx="434340" cy="101600"/>
          </a:xfrm>
          <a:prstGeom prst="rect">
            <a:avLst/>
          </a:prstGeom>
        </p:spPr>
        <p:txBody>
          <a:bodyPr vert="horz" wrap="square" lIns="0" tIns="12065" rIns="0" bIns="0" rtlCol="0">
            <a:spAutoFit/>
          </a:bodyPr>
          <a:lstStyle/>
          <a:p>
            <a:pPr marL="12700">
              <a:lnSpc>
                <a:spcPct val="100000"/>
              </a:lnSpc>
              <a:spcBef>
                <a:spcPts val="95"/>
              </a:spcBef>
            </a:pPr>
            <a:r>
              <a:rPr sz="500" b="1" spc="-10" dirty="0">
                <a:solidFill>
                  <a:srgbClr val="E2E2E2"/>
                </a:solidFill>
                <a:latin typeface="Arial"/>
                <a:cs typeface="Arial"/>
                <a:hlinkClick r:id="rId4" action="ppaction://hlinksldjump"/>
              </a:rPr>
              <a:t>Administrivia</a:t>
            </a:r>
            <a:endParaRPr sz="500">
              <a:latin typeface="Arial"/>
              <a:cs typeface="Arial"/>
            </a:endParaRPr>
          </a:p>
        </p:txBody>
      </p:sp>
      <p:pic>
        <p:nvPicPr>
          <p:cNvPr id="6" name="object 6"/>
          <p:cNvPicPr/>
          <p:nvPr/>
        </p:nvPicPr>
        <p:blipFill>
          <a:blip r:embed="rId5" cstate="print"/>
          <a:stretch>
            <a:fillRect/>
          </a:stretch>
        </p:blipFill>
        <p:spPr>
          <a:xfrm>
            <a:off x="68834" y="112855"/>
            <a:ext cx="4470398" cy="7591"/>
          </a:xfrm>
          <a:prstGeom prst="rect">
            <a:avLst/>
          </a:prstGeom>
        </p:spPr>
      </p:pic>
      <p:sp>
        <p:nvSpPr>
          <p:cNvPr id="7" name="object 7"/>
          <p:cNvSpPr txBox="1"/>
          <p:nvPr/>
        </p:nvSpPr>
        <p:spPr>
          <a:xfrm>
            <a:off x="23304" y="149895"/>
            <a:ext cx="1470660" cy="207645"/>
          </a:xfrm>
          <a:prstGeom prst="rect">
            <a:avLst/>
          </a:prstGeom>
        </p:spPr>
        <p:txBody>
          <a:bodyPr vert="horz" wrap="square" lIns="0" tIns="12065" rIns="0" bIns="0" rtlCol="0">
            <a:spAutoFit/>
          </a:bodyPr>
          <a:lstStyle/>
          <a:p>
            <a:pPr marL="12700">
              <a:lnSpc>
                <a:spcPct val="100000"/>
              </a:lnSpc>
              <a:spcBef>
                <a:spcPts val="95"/>
              </a:spcBef>
            </a:pPr>
            <a:r>
              <a:rPr sz="1200" b="1" dirty="0">
                <a:solidFill>
                  <a:srgbClr val="4B81AE"/>
                </a:solidFill>
                <a:latin typeface="Arial"/>
                <a:cs typeface="Arial"/>
              </a:rPr>
              <a:t>What</a:t>
            </a:r>
            <a:r>
              <a:rPr sz="1200" b="1" spc="80" dirty="0">
                <a:solidFill>
                  <a:srgbClr val="4B81AE"/>
                </a:solidFill>
                <a:latin typeface="Arial"/>
                <a:cs typeface="Arial"/>
              </a:rPr>
              <a:t> </a:t>
            </a:r>
            <a:r>
              <a:rPr sz="1200" b="1" dirty="0">
                <a:solidFill>
                  <a:srgbClr val="4B81AE"/>
                </a:solidFill>
                <a:latin typeface="Arial"/>
                <a:cs typeface="Arial"/>
              </a:rPr>
              <a:t>will</a:t>
            </a:r>
            <a:r>
              <a:rPr sz="1200" b="1" spc="80" dirty="0">
                <a:solidFill>
                  <a:srgbClr val="4B81AE"/>
                </a:solidFill>
                <a:latin typeface="Arial"/>
                <a:cs typeface="Arial"/>
              </a:rPr>
              <a:t> </a:t>
            </a:r>
            <a:r>
              <a:rPr sz="1200" b="1" dirty="0">
                <a:solidFill>
                  <a:srgbClr val="4B81AE"/>
                </a:solidFill>
                <a:latin typeface="Arial"/>
                <a:cs typeface="Arial"/>
              </a:rPr>
              <a:t>we</a:t>
            </a:r>
            <a:r>
              <a:rPr sz="1200" b="1" spc="75" dirty="0">
                <a:solidFill>
                  <a:srgbClr val="4B81AE"/>
                </a:solidFill>
                <a:latin typeface="Arial"/>
                <a:cs typeface="Arial"/>
              </a:rPr>
              <a:t> </a:t>
            </a:r>
            <a:r>
              <a:rPr sz="1200" b="1" spc="-45" dirty="0">
                <a:solidFill>
                  <a:srgbClr val="4B81AE"/>
                </a:solidFill>
                <a:latin typeface="Arial"/>
                <a:cs typeface="Arial"/>
              </a:rPr>
              <a:t>cover?</a:t>
            </a:r>
            <a:endParaRPr sz="1200">
              <a:latin typeface="Arial"/>
              <a:cs typeface="Arial"/>
            </a:endParaRPr>
          </a:p>
        </p:txBody>
      </p:sp>
      <p:sp>
        <p:nvSpPr>
          <p:cNvPr id="8" name="object 8"/>
          <p:cNvSpPr txBox="1"/>
          <p:nvPr/>
        </p:nvSpPr>
        <p:spPr>
          <a:xfrm>
            <a:off x="36004" y="472452"/>
            <a:ext cx="2091055" cy="203835"/>
          </a:xfrm>
          <a:prstGeom prst="rect">
            <a:avLst/>
          </a:prstGeom>
          <a:solidFill>
            <a:srgbClr val="00FF00"/>
          </a:solidFill>
        </p:spPr>
        <p:txBody>
          <a:bodyPr vert="horz" wrap="square" lIns="0" tIns="0" rIns="0" bIns="0" rtlCol="0">
            <a:spAutoFit/>
          </a:bodyPr>
          <a:lstStyle/>
          <a:p>
            <a:pPr marL="37465">
              <a:lnSpc>
                <a:spcPts val="1315"/>
              </a:lnSpc>
            </a:pPr>
            <a:r>
              <a:rPr sz="1100" b="1" spc="-10" dirty="0">
                <a:solidFill>
                  <a:srgbClr val="333333"/>
                </a:solidFill>
                <a:latin typeface="Arial"/>
                <a:cs typeface="Arial"/>
              </a:rPr>
              <a:t>Module</a:t>
            </a:r>
            <a:r>
              <a:rPr sz="1100" b="1" spc="50" dirty="0">
                <a:solidFill>
                  <a:srgbClr val="333333"/>
                </a:solidFill>
                <a:latin typeface="Arial"/>
                <a:cs typeface="Arial"/>
              </a:rPr>
              <a:t> </a:t>
            </a:r>
            <a:r>
              <a:rPr sz="1100" b="1" dirty="0">
                <a:solidFill>
                  <a:srgbClr val="333333"/>
                </a:solidFill>
                <a:latin typeface="Arial"/>
                <a:cs typeface="Arial"/>
              </a:rPr>
              <a:t>2:</a:t>
            </a:r>
            <a:r>
              <a:rPr sz="1100" b="1" spc="175" dirty="0">
                <a:solidFill>
                  <a:srgbClr val="333333"/>
                </a:solidFill>
                <a:latin typeface="Arial"/>
                <a:cs typeface="Arial"/>
              </a:rPr>
              <a:t> </a:t>
            </a:r>
            <a:r>
              <a:rPr sz="1100" b="1" dirty="0">
                <a:solidFill>
                  <a:srgbClr val="333333"/>
                </a:solidFill>
                <a:latin typeface="Arial"/>
                <a:cs typeface="Arial"/>
              </a:rPr>
              <a:t>2D</a:t>
            </a:r>
            <a:r>
              <a:rPr sz="1100" b="1" spc="55" dirty="0">
                <a:solidFill>
                  <a:srgbClr val="333333"/>
                </a:solidFill>
                <a:latin typeface="Arial"/>
                <a:cs typeface="Arial"/>
              </a:rPr>
              <a:t> </a:t>
            </a:r>
            <a:r>
              <a:rPr sz="1100" b="1" spc="-25" dirty="0">
                <a:solidFill>
                  <a:srgbClr val="333333"/>
                </a:solidFill>
                <a:latin typeface="Arial"/>
                <a:cs typeface="Arial"/>
              </a:rPr>
              <a:t>Computer</a:t>
            </a:r>
            <a:r>
              <a:rPr sz="1100" b="1" spc="60" dirty="0">
                <a:solidFill>
                  <a:srgbClr val="333333"/>
                </a:solidFill>
                <a:latin typeface="Arial"/>
                <a:cs typeface="Arial"/>
              </a:rPr>
              <a:t> </a:t>
            </a:r>
            <a:r>
              <a:rPr sz="1100" b="1" spc="-10" dirty="0">
                <a:solidFill>
                  <a:srgbClr val="333333"/>
                </a:solidFill>
                <a:latin typeface="Arial"/>
                <a:cs typeface="Arial"/>
              </a:rPr>
              <a:t>Vision</a:t>
            </a:r>
            <a:endParaRPr sz="1100">
              <a:latin typeface="Arial"/>
              <a:cs typeface="Arial"/>
            </a:endParaRPr>
          </a:p>
        </p:txBody>
      </p:sp>
      <p:sp>
        <p:nvSpPr>
          <p:cNvPr id="9" name="object 9"/>
          <p:cNvSpPr txBox="1"/>
          <p:nvPr/>
        </p:nvSpPr>
        <p:spPr>
          <a:xfrm>
            <a:off x="112420" y="665349"/>
            <a:ext cx="3251200" cy="2414905"/>
          </a:xfrm>
          <a:prstGeom prst="rect">
            <a:avLst/>
          </a:prstGeom>
        </p:spPr>
        <p:txBody>
          <a:bodyPr vert="horz" wrap="square" lIns="0" tIns="22860" rIns="0" bIns="0" rtlCol="0">
            <a:spAutoFit/>
          </a:bodyPr>
          <a:lstStyle/>
          <a:p>
            <a:pPr marL="198120" indent="-185420">
              <a:lnSpc>
                <a:spcPct val="100000"/>
              </a:lnSpc>
              <a:spcBef>
                <a:spcPts val="180"/>
              </a:spcBef>
              <a:buClr>
                <a:srgbClr val="4B81AE"/>
              </a:buClr>
              <a:buFont typeface="Arial"/>
              <a:buAutoNum type="arabicPeriod" startAt="4"/>
              <a:tabLst>
                <a:tab pos="198120" algn="l"/>
              </a:tabLst>
            </a:pPr>
            <a:r>
              <a:rPr sz="1100" spc="-85" dirty="0">
                <a:solidFill>
                  <a:srgbClr val="333333"/>
                </a:solidFill>
                <a:latin typeface="Arial MT"/>
                <a:cs typeface="Arial MT"/>
              </a:rPr>
              <a:t>Edge</a:t>
            </a:r>
            <a:r>
              <a:rPr sz="1100" spc="15" dirty="0">
                <a:solidFill>
                  <a:srgbClr val="333333"/>
                </a:solidFill>
                <a:latin typeface="Arial MT"/>
                <a:cs typeface="Arial MT"/>
              </a:rPr>
              <a:t> </a:t>
            </a:r>
            <a:r>
              <a:rPr sz="1100" spc="-10" dirty="0">
                <a:solidFill>
                  <a:srgbClr val="333333"/>
                </a:solidFill>
                <a:latin typeface="Arial MT"/>
                <a:cs typeface="Arial MT"/>
              </a:rPr>
              <a:t>Detection</a:t>
            </a:r>
            <a:endParaRPr sz="1100">
              <a:latin typeface="Arial MT"/>
              <a:cs typeface="Arial MT"/>
            </a:endParaRPr>
          </a:p>
          <a:p>
            <a:pPr marL="474980" lvl="1" indent="-244475">
              <a:lnSpc>
                <a:spcPct val="100000"/>
              </a:lnSpc>
              <a:spcBef>
                <a:spcPts val="75"/>
              </a:spcBef>
              <a:buClr>
                <a:srgbClr val="4B81AE"/>
              </a:buClr>
              <a:buFont typeface="Arial"/>
              <a:buAutoNum type="arabicPeriod"/>
              <a:tabLst>
                <a:tab pos="474980" algn="l"/>
              </a:tabLst>
            </a:pPr>
            <a:r>
              <a:rPr sz="1000" spc="-25" dirty="0">
                <a:solidFill>
                  <a:srgbClr val="333333"/>
                </a:solidFill>
                <a:latin typeface="Arial MT"/>
                <a:cs typeface="Arial MT"/>
              </a:rPr>
              <a:t>Gradient</a:t>
            </a:r>
            <a:r>
              <a:rPr sz="1000" spc="-30" dirty="0">
                <a:solidFill>
                  <a:srgbClr val="333333"/>
                </a:solidFill>
                <a:latin typeface="Arial MT"/>
                <a:cs typeface="Arial MT"/>
              </a:rPr>
              <a:t> magnitude</a:t>
            </a:r>
            <a:r>
              <a:rPr sz="1000" spc="-25" dirty="0">
                <a:solidFill>
                  <a:srgbClr val="333333"/>
                </a:solidFill>
                <a:latin typeface="Arial MT"/>
                <a:cs typeface="Arial MT"/>
              </a:rPr>
              <a:t> </a:t>
            </a:r>
            <a:r>
              <a:rPr sz="1000" spc="-20" dirty="0">
                <a:solidFill>
                  <a:srgbClr val="333333"/>
                </a:solidFill>
                <a:latin typeface="Arial MT"/>
                <a:cs typeface="Arial MT"/>
              </a:rPr>
              <a:t>and</a:t>
            </a:r>
            <a:r>
              <a:rPr sz="1000" spc="-25" dirty="0">
                <a:solidFill>
                  <a:srgbClr val="333333"/>
                </a:solidFill>
                <a:latin typeface="Arial MT"/>
                <a:cs typeface="Arial MT"/>
              </a:rPr>
              <a:t> </a:t>
            </a:r>
            <a:r>
              <a:rPr sz="1000" spc="-40" dirty="0">
                <a:solidFill>
                  <a:srgbClr val="333333"/>
                </a:solidFill>
                <a:latin typeface="Arial MT"/>
                <a:cs typeface="Arial MT"/>
              </a:rPr>
              <a:t>angle</a:t>
            </a:r>
            <a:r>
              <a:rPr sz="1000" spc="-20" dirty="0">
                <a:solidFill>
                  <a:srgbClr val="333333"/>
                </a:solidFill>
                <a:latin typeface="Arial MT"/>
                <a:cs typeface="Arial MT"/>
              </a:rPr>
              <a:t> </a:t>
            </a:r>
            <a:r>
              <a:rPr sz="1000" dirty="0">
                <a:solidFill>
                  <a:srgbClr val="333333"/>
                </a:solidFill>
                <a:latin typeface="Arial MT"/>
                <a:cs typeface="Arial MT"/>
              </a:rPr>
              <a:t>via</a:t>
            </a:r>
            <a:r>
              <a:rPr sz="1000" spc="-25" dirty="0">
                <a:solidFill>
                  <a:srgbClr val="333333"/>
                </a:solidFill>
                <a:latin typeface="Arial MT"/>
                <a:cs typeface="Arial MT"/>
              </a:rPr>
              <a:t> </a:t>
            </a:r>
            <a:r>
              <a:rPr sz="1000" spc="-10" dirty="0">
                <a:solidFill>
                  <a:srgbClr val="333333"/>
                </a:solidFill>
                <a:latin typeface="Arial MT"/>
                <a:cs typeface="Arial MT"/>
              </a:rPr>
              <a:t>partial</a:t>
            </a:r>
            <a:r>
              <a:rPr sz="1000" spc="-30" dirty="0">
                <a:solidFill>
                  <a:srgbClr val="333333"/>
                </a:solidFill>
                <a:latin typeface="Arial MT"/>
                <a:cs typeface="Arial MT"/>
              </a:rPr>
              <a:t> </a:t>
            </a:r>
            <a:r>
              <a:rPr sz="1000" spc="-15" dirty="0">
                <a:solidFill>
                  <a:srgbClr val="333333"/>
                </a:solidFill>
                <a:latin typeface="Arial MT"/>
                <a:cs typeface="Arial MT"/>
              </a:rPr>
              <a:t>derivatives</a:t>
            </a:r>
            <a:endParaRPr sz="1000">
              <a:latin typeface="Arial MT"/>
              <a:cs typeface="Arial MT"/>
            </a:endParaRPr>
          </a:p>
          <a:p>
            <a:pPr marL="751840" lvl="2" indent="-313690">
              <a:lnSpc>
                <a:spcPct val="100000"/>
              </a:lnSpc>
              <a:spcBef>
                <a:spcPts val="195"/>
              </a:spcBef>
              <a:buClr>
                <a:srgbClr val="4B81AE"/>
              </a:buClr>
              <a:buFont typeface="Roboto Cn"/>
              <a:buAutoNum type="arabicPeriod"/>
              <a:tabLst>
                <a:tab pos="751840" algn="l"/>
              </a:tabLst>
            </a:pPr>
            <a:r>
              <a:rPr sz="900" dirty="0">
                <a:solidFill>
                  <a:srgbClr val="333333"/>
                </a:solidFill>
                <a:latin typeface="Arial MT"/>
                <a:cs typeface="Arial MT"/>
              </a:rPr>
              <a:t>atan</a:t>
            </a:r>
            <a:r>
              <a:rPr sz="900" spc="-40" dirty="0">
                <a:solidFill>
                  <a:srgbClr val="333333"/>
                </a:solidFill>
                <a:latin typeface="Arial MT"/>
                <a:cs typeface="Arial MT"/>
              </a:rPr>
              <a:t> </a:t>
            </a:r>
            <a:r>
              <a:rPr sz="900" dirty="0">
                <a:solidFill>
                  <a:srgbClr val="333333"/>
                </a:solidFill>
                <a:latin typeface="Arial MT"/>
                <a:cs typeface="Arial MT"/>
              </a:rPr>
              <a:t>vs.</a:t>
            </a:r>
            <a:r>
              <a:rPr sz="900" spc="40" dirty="0">
                <a:solidFill>
                  <a:srgbClr val="333333"/>
                </a:solidFill>
                <a:latin typeface="Arial MT"/>
                <a:cs typeface="Arial MT"/>
              </a:rPr>
              <a:t> </a:t>
            </a:r>
            <a:r>
              <a:rPr sz="900" spc="-10" dirty="0">
                <a:solidFill>
                  <a:srgbClr val="333333"/>
                </a:solidFill>
                <a:latin typeface="Arial MT"/>
                <a:cs typeface="Arial MT"/>
              </a:rPr>
              <a:t>atan2</a:t>
            </a:r>
            <a:endParaRPr sz="900">
              <a:latin typeface="Arial MT"/>
              <a:cs typeface="Arial MT"/>
            </a:endParaRPr>
          </a:p>
          <a:p>
            <a:pPr marL="474980" lvl="1" indent="-244475">
              <a:lnSpc>
                <a:spcPts val="1150"/>
              </a:lnSpc>
              <a:spcBef>
                <a:spcPts val="215"/>
              </a:spcBef>
              <a:buClr>
                <a:srgbClr val="4B81AE"/>
              </a:buClr>
              <a:buFont typeface="Arial"/>
              <a:buAutoNum type="arabicPeriod"/>
              <a:tabLst>
                <a:tab pos="474980" algn="l"/>
              </a:tabLst>
            </a:pPr>
            <a:r>
              <a:rPr sz="1000" spc="-25" dirty="0">
                <a:solidFill>
                  <a:srgbClr val="333333"/>
                </a:solidFill>
                <a:latin typeface="Arial MT"/>
                <a:cs typeface="Arial MT"/>
              </a:rPr>
              <a:t>Derivative</a:t>
            </a:r>
            <a:r>
              <a:rPr sz="1000" spc="10" dirty="0">
                <a:solidFill>
                  <a:srgbClr val="333333"/>
                </a:solidFill>
                <a:latin typeface="Arial MT"/>
                <a:cs typeface="Arial MT"/>
              </a:rPr>
              <a:t> </a:t>
            </a:r>
            <a:r>
              <a:rPr sz="1000" spc="-40" dirty="0">
                <a:solidFill>
                  <a:srgbClr val="333333"/>
                </a:solidFill>
                <a:latin typeface="Arial MT"/>
                <a:cs typeface="Arial MT"/>
              </a:rPr>
              <a:t>approximations</a:t>
            </a:r>
            <a:r>
              <a:rPr sz="1000" spc="5" dirty="0">
                <a:solidFill>
                  <a:srgbClr val="333333"/>
                </a:solidFill>
                <a:latin typeface="Arial MT"/>
                <a:cs typeface="Arial MT"/>
              </a:rPr>
              <a:t> </a:t>
            </a:r>
            <a:r>
              <a:rPr sz="1000" dirty="0">
                <a:solidFill>
                  <a:srgbClr val="333333"/>
                </a:solidFill>
                <a:latin typeface="Arial MT"/>
                <a:cs typeface="Arial MT"/>
              </a:rPr>
              <a:t>via</a:t>
            </a:r>
            <a:r>
              <a:rPr sz="1000" spc="10" dirty="0">
                <a:solidFill>
                  <a:srgbClr val="333333"/>
                </a:solidFill>
                <a:latin typeface="Arial MT"/>
                <a:cs typeface="Arial MT"/>
              </a:rPr>
              <a:t> </a:t>
            </a:r>
            <a:r>
              <a:rPr sz="1000" spc="-35" dirty="0">
                <a:solidFill>
                  <a:srgbClr val="333333"/>
                </a:solidFill>
                <a:latin typeface="Arial MT"/>
                <a:cs typeface="Arial MT"/>
              </a:rPr>
              <a:t>Taylor’s</a:t>
            </a:r>
            <a:r>
              <a:rPr sz="1000" spc="10" dirty="0">
                <a:solidFill>
                  <a:srgbClr val="333333"/>
                </a:solidFill>
                <a:latin typeface="Arial MT"/>
                <a:cs typeface="Arial MT"/>
              </a:rPr>
              <a:t> </a:t>
            </a:r>
            <a:r>
              <a:rPr sz="1000" spc="-10" dirty="0">
                <a:solidFill>
                  <a:srgbClr val="333333"/>
                </a:solidFill>
                <a:latin typeface="Arial MT"/>
                <a:cs typeface="Arial MT"/>
              </a:rPr>
              <a:t>formula</a:t>
            </a:r>
            <a:endParaRPr sz="1000">
              <a:latin typeface="Arial MT"/>
              <a:cs typeface="Arial MT"/>
            </a:endParaRPr>
          </a:p>
          <a:p>
            <a:pPr marL="474980" lvl="1" indent="-244475">
              <a:lnSpc>
                <a:spcPts val="1150"/>
              </a:lnSpc>
              <a:buClr>
                <a:srgbClr val="4B81AE"/>
              </a:buClr>
              <a:buFont typeface="Arial"/>
              <a:buAutoNum type="arabicPeriod"/>
              <a:tabLst>
                <a:tab pos="474980" algn="l"/>
              </a:tabLst>
            </a:pPr>
            <a:r>
              <a:rPr sz="1000" spc="-30" dirty="0">
                <a:solidFill>
                  <a:srgbClr val="333333"/>
                </a:solidFill>
                <a:latin typeface="Arial MT"/>
                <a:cs typeface="Arial MT"/>
              </a:rPr>
              <a:t>Convolution</a:t>
            </a:r>
            <a:r>
              <a:rPr sz="1000" spc="5" dirty="0">
                <a:solidFill>
                  <a:srgbClr val="333333"/>
                </a:solidFill>
                <a:latin typeface="Arial MT"/>
                <a:cs typeface="Arial MT"/>
              </a:rPr>
              <a:t> </a:t>
            </a:r>
            <a:r>
              <a:rPr sz="1000" spc="-70" dirty="0">
                <a:solidFill>
                  <a:srgbClr val="333333"/>
                </a:solidFill>
                <a:latin typeface="Arial MT"/>
                <a:cs typeface="Arial MT"/>
              </a:rPr>
              <a:t>masks</a:t>
            </a:r>
            <a:r>
              <a:rPr sz="1000" spc="15" dirty="0">
                <a:solidFill>
                  <a:srgbClr val="333333"/>
                </a:solidFill>
                <a:latin typeface="Arial MT"/>
                <a:cs typeface="Arial MT"/>
              </a:rPr>
              <a:t> </a:t>
            </a:r>
            <a:r>
              <a:rPr sz="1000" dirty="0">
                <a:solidFill>
                  <a:srgbClr val="333333"/>
                </a:solidFill>
                <a:latin typeface="Arial MT"/>
                <a:cs typeface="Arial MT"/>
              </a:rPr>
              <a:t>for</a:t>
            </a:r>
            <a:r>
              <a:rPr sz="1000" spc="5" dirty="0">
                <a:solidFill>
                  <a:srgbClr val="333333"/>
                </a:solidFill>
                <a:latin typeface="Arial MT"/>
                <a:cs typeface="Arial MT"/>
              </a:rPr>
              <a:t> </a:t>
            </a:r>
            <a:r>
              <a:rPr sz="1000" spc="-25" dirty="0">
                <a:solidFill>
                  <a:srgbClr val="333333"/>
                </a:solidFill>
                <a:latin typeface="Arial MT"/>
                <a:cs typeface="Arial MT"/>
              </a:rPr>
              <a:t>derivative</a:t>
            </a:r>
            <a:r>
              <a:rPr sz="1000" spc="15" dirty="0">
                <a:solidFill>
                  <a:srgbClr val="333333"/>
                </a:solidFill>
                <a:latin typeface="Arial MT"/>
                <a:cs typeface="Arial MT"/>
              </a:rPr>
              <a:t> </a:t>
            </a:r>
            <a:r>
              <a:rPr sz="1000" spc="-10" dirty="0">
                <a:solidFill>
                  <a:srgbClr val="333333"/>
                </a:solidFill>
                <a:latin typeface="Arial MT"/>
                <a:cs typeface="Arial MT"/>
              </a:rPr>
              <a:t>filtering</a:t>
            </a:r>
            <a:endParaRPr sz="1000">
              <a:latin typeface="Arial MT"/>
              <a:cs typeface="Arial MT"/>
            </a:endParaRPr>
          </a:p>
          <a:p>
            <a:pPr marL="751840" lvl="2" indent="-313690">
              <a:lnSpc>
                <a:spcPct val="100000"/>
              </a:lnSpc>
              <a:spcBef>
                <a:spcPts val="195"/>
              </a:spcBef>
              <a:buClr>
                <a:srgbClr val="4B81AE"/>
              </a:buClr>
              <a:buFont typeface="Roboto Cn"/>
              <a:buAutoNum type="arabicPeriod"/>
              <a:tabLst>
                <a:tab pos="751840" algn="l"/>
              </a:tabLst>
            </a:pPr>
            <a:r>
              <a:rPr sz="900" spc="-25" dirty="0">
                <a:solidFill>
                  <a:srgbClr val="333333"/>
                </a:solidFill>
                <a:latin typeface="Arial MT"/>
                <a:cs typeface="Arial MT"/>
              </a:rPr>
              <a:t>Forward,</a:t>
            </a:r>
            <a:r>
              <a:rPr sz="900" spc="-5" dirty="0">
                <a:solidFill>
                  <a:srgbClr val="333333"/>
                </a:solidFill>
                <a:latin typeface="Arial MT"/>
                <a:cs typeface="Arial MT"/>
              </a:rPr>
              <a:t> </a:t>
            </a:r>
            <a:r>
              <a:rPr sz="900" spc="-25" dirty="0">
                <a:solidFill>
                  <a:srgbClr val="333333"/>
                </a:solidFill>
                <a:latin typeface="Arial MT"/>
                <a:cs typeface="Arial MT"/>
              </a:rPr>
              <a:t>Backward</a:t>
            </a:r>
            <a:r>
              <a:rPr sz="900" spc="-5" dirty="0">
                <a:solidFill>
                  <a:srgbClr val="333333"/>
                </a:solidFill>
                <a:latin typeface="Arial MT"/>
                <a:cs typeface="Arial MT"/>
              </a:rPr>
              <a:t> </a:t>
            </a:r>
            <a:r>
              <a:rPr sz="900" spc="-10" dirty="0">
                <a:solidFill>
                  <a:srgbClr val="333333"/>
                </a:solidFill>
                <a:latin typeface="Arial MT"/>
                <a:cs typeface="Arial MT"/>
              </a:rPr>
              <a:t>and</a:t>
            </a:r>
            <a:r>
              <a:rPr sz="900" spc="-5" dirty="0">
                <a:solidFill>
                  <a:srgbClr val="333333"/>
                </a:solidFill>
                <a:latin typeface="Arial MT"/>
                <a:cs typeface="Arial MT"/>
              </a:rPr>
              <a:t> </a:t>
            </a:r>
            <a:r>
              <a:rPr sz="900" spc="-10" dirty="0">
                <a:solidFill>
                  <a:srgbClr val="333333"/>
                </a:solidFill>
                <a:latin typeface="Arial MT"/>
                <a:cs typeface="Arial MT"/>
              </a:rPr>
              <a:t>Central</a:t>
            </a:r>
            <a:r>
              <a:rPr sz="900" spc="-5" dirty="0">
                <a:solidFill>
                  <a:srgbClr val="333333"/>
                </a:solidFill>
                <a:latin typeface="Arial MT"/>
                <a:cs typeface="Arial MT"/>
              </a:rPr>
              <a:t> </a:t>
            </a:r>
            <a:r>
              <a:rPr sz="900" spc="-10" dirty="0">
                <a:solidFill>
                  <a:srgbClr val="333333"/>
                </a:solidFill>
                <a:latin typeface="Arial MT"/>
                <a:cs typeface="Arial MT"/>
              </a:rPr>
              <a:t>Difference</a:t>
            </a:r>
            <a:endParaRPr sz="900">
              <a:latin typeface="Arial MT"/>
              <a:cs typeface="Arial MT"/>
            </a:endParaRPr>
          </a:p>
          <a:p>
            <a:pPr marL="751840" lvl="2" indent="-313690">
              <a:lnSpc>
                <a:spcPct val="100000"/>
              </a:lnSpc>
              <a:spcBef>
                <a:spcPts val="15"/>
              </a:spcBef>
              <a:buClr>
                <a:srgbClr val="4B81AE"/>
              </a:buClr>
              <a:buFont typeface="Roboto Cn"/>
              <a:buAutoNum type="arabicPeriod"/>
              <a:tabLst>
                <a:tab pos="751840" algn="l"/>
              </a:tabLst>
            </a:pPr>
            <a:r>
              <a:rPr sz="900" spc="-30" dirty="0">
                <a:solidFill>
                  <a:srgbClr val="333333"/>
                </a:solidFill>
                <a:latin typeface="Arial MT"/>
                <a:cs typeface="Arial MT"/>
              </a:rPr>
              <a:t>Sobel</a:t>
            </a:r>
            <a:r>
              <a:rPr sz="900" spc="-20" dirty="0">
                <a:solidFill>
                  <a:srgbClr val="333333"/>
                </a:solidFill>
                <a:latin typeface="Arial MT"/>
                <a:cs typeface="Arial MT"/>
              </a:rPr>
              <a:t> </a:t>
            </a:r>
            <a:r>
              <a:rPr sz="900" spc="-10" dirty="0">
                <a:solidFill>
                  <a:srgbClr val="333333"/>
                </a:solidFill>
                <a:latin typeface="Arial MT"/>
                <a:cs typeface="Arial MT"/>
              </a:rPr>
              <a:t>operator</a:t>
            </a:r>
            <a:endParaRPr sz="900">
              <a:latin typeface="Arial MT"/>
              <a:cs typeface="Arial MT"/>
            </a:endParaRPr>
          </a:p>
          <a:p>
            <a:pPr marL="751840" lvl="2" indent="-313690">
              <a:lnSpc>
                <a:spcPct val="100000"/>
              </a:lnSpc>
              <a:spcBef>
                <a:spcPts val="15"/>
              </a:spcBef>
              <a:buClr>
                <a:srgbClr val="4B81AE"/>
              </a:buClr>
              <a:buFont typeface="Roboto Cn"/>
              <a:buAutoNum type="arabicPeriod"/>
              <a:tabLst>
                <a:tab pos="751840" algn="l"/>
              </a:tabLst>
            </a:pPr>
            <a:r>
              <a:rPr sz="900" spc="-10" dirty="0">
                <a:solidFill>
                  <a:srgbClr val="333333"/>
                </a:solidFill>
                <a:latin typeface="Arial MT"/>
                <a:cs typeface="Arial MT"/>
              </a:rPr>
              <a:t>Derivative</a:t>
            </a:r>
            <a:r>
              <a:rPr sz="900" spc="-5" dirty="0">
                <a:solidFill>
                  <a:srgbClr val="333333"/>
                </a:solidFill>
                <a:latin typeface="Arial MT"/>
                <a:cs typeface="Arial MT"/>
              </a:rPr>
              <a:t> </a:t>
            </a:r>
            <a:r>
              <a:rPr sz="900" dirty="0">
                <a:solidFill>
                  <a:srgbClr val="333333"/>
                </a:solidFill>
                <a:latin typeface="Arial MT"/>
                <a:cs typeface="Arial MT"/>
              </a:rPr>
              <a:t>of </a:t>
            </a:r>
            <a:r>
              <a:rPr sz="900" spc="-55" dirty="0">
                <a:solidFill>
                  <a:srgbClr val="333333"/>
                </a:solidFill>
                <a:latin typeface="Arial MT"/>
                <a:cs typeface="Arial MT"/>
              </a:rPr>
              <a:t>Gaussian</a:t>
            </a:r>
            <a:r>
              <a:rPr sz="900" spc="-5" dirty="0">
                <a:solidFill>
                  <a:srgbClr val="333333"/>
                </a:solidFill>
                <a:latin typeface="Arial MT"/>
                <a:cs typeface="Arial MT"/>
              </a:rPr>
              <a:t> </a:t>
            </a:r>
            <a:r>
              <a:rPr sz="900" spc="-10" dirty="0">
                <a:solidFill>
                  <a:srgbClr val="333333"/>
                </a:solidFill>
                <a:latin typeface="Arial MT"/>
                <a:cs typeface="Arial MT"/>
              </a:rPr>
              <a:t>Filter</a:t>
            </a:r>
            <a:endParaRPr sz="900">
              <a:latin typeface="Arial MT"/>
              <a:cs typeface="Arial MT"/>
            </a:endParaRPr>
          </a:p>
          <a:p>
            <a:pPr marL="474980" lvl="1" indent="-244475">
              <a:lnSpc>
                <a:spcPts val="1150"/>
              </a:lnSpc>
              <a:spcBef>
                <a:spcPts val="215"/>
              </a:spcBef>
              <a:buClr>
                <a:srgbClr val="4B81AE"/>
              </a:buClr>
              <a:buFont typeface="Arial"/>
              <a:buAutoNum type="arabicPeriod"/>
              <a:tabLst>
                <a:tab pos="474980" algn="l"/>
              </a:tabLst>
            </a:pPr>
            <a:r>
              <a:rPr sz="1000" spc="-30" dirty="0">
                <a:solidFill>
                  <a:srgbClr val="333333"/>
                </a:solidFill>
                <a:latin typeface="Arial MT"/>
                <a:cs typeface="Arial MT"/>
              </a:rPr>
              <a:t>Naive</a:t>
            </a:r>
            <a:r>
              <a:rPr sz="1000" spc="-10" dirty="0">
                <a:solidFill>
                  <a:srgbClr val="333333"/>
                </a:solidFill>
                <a:latin typeface="Arial MT"/>
                <a:cs typeface="Arial MT"/>
              </a:rPr>
              <a:t> </a:t>
            </a:r>
            <a:r>
              <a:rPr sz="1000" spc="-60" dirty="0">
                <a:solidFill>
                  <a:srgbClr val="333333"/>
                </a:solidFill>
                <a:latin typeface="Arial MT"/>
                <a:cs typeface="Arial MT"/>
              </a:rPr>
              <a:t>Edge</a:t>
            </a:r>
            <a:r>
              <a:rPr sz="1000" spc="-5" dirty="0">
                <a:solidFill>
                  <a:srgbClr val="333333"/>
                </a:solidFill>
                <a:latin typeface="Arial MT"/>
                <a:cs typeface="Arial MT"/>
              </a:rPr>
              <a:t> </a:t>
            </a:r>
            <a:r>
              <a:rPr sz="1000" spc="-10" dirty="0">
                <a:solidFill>
                  <a:srgbClr val="333333"/>
                </a:solidFill>
                <a:latin typeface="Arial MT"/>
                <a:cs typeface="Arial MT"/>
              </a:rPr>
              <a:t>Detection</a:t>
            </a:r>
            <a:endParaRPr sz="1000">
              <a:latin typeface="Arial MT"/>
              <a:cs typeface="Arial MT"/>
            </a:endParaRPr>
          </a:p>
          <a:p>
            <a:pPr marL="474980" lvl="1" indent="-244475">
              <a:lnSpc>
                <a:spcPts val="1150"/>
              </a:lnSpc>
              <a:buClr>
                <a:srgbClr val="4B81AE"/>
              </a:buClr>
              <a:buFont typeface="Arial"/>
              <a:buAutoNum type="arabicPeriod"/>
              <a:tabLst>
                <a:tab pos="474980" algn="l"/>
              </a:tabLst>
            </a:pPr>
            <a:r>
              <a:rPr sz="1000" dirty="0">
                <a:solidFill>
                  <a:srgbClr val="333333"/>
                </a:solidFill>
                <a:latin typeface="Arial MT"/>
                <a:cs typeface="Arial MT"/>
              </a:rPr>
              <a:t>The</a:t>
            </a:r>
            <a:r>
              <a:rPr sz="1000" spc="-25" dirty="0">
                <a:solidFill>
                  <a:srgbClr val="333333"/>
                </a:solidFill>
                <a:latin typeface="Arial MT"/>
                <a:cs typeface="Arial MT"/>
              </a:rPr>
              <a:t> </a:t>
            </a:r>
            <a:r>
              <a:rPr sz="1000" spc="-45" dirty="0">
                <a:solidFill>
                  <a:srgbClr val="333333"/>
                </a:solidFill>
                <a:latin typeface="Arial MT"/>
                <a:cs typeface="Arial MT"/>
              </a:rPr>
              <a:t>Canny</a:t>
            </a:r>
            <a:r>
              <a:rPr sz="1000" spc="-15" dirty="0">
                <a:solidFill>
                  <a:srgbClr val="333333"/>
                </a:solidFill>
                <a:latin typeface="Arial MT"/>
                <a:cs typeface="Arial MT"/>
              </a:rPr>
              <a:t> </a:t>
            </a:r>
            <a:r>
              <a:rPr sz="1000" spc="-60" dirty="0">
                <a:solidFill>
                  <a:srgbClr val="333333"/>
                </a:solidFill>
                <a:latin typeface="Arial MT"/>
                <a:cs typeface="Arial MT"/>
              </a:rPr>
              <a:t>Edge</a:t>
            </a:r>
            <a:r>
              <a:rPr sz="1000" spc="-10" dirty="0">
                <a:solidFill>
                  <a:srgbClr val="333333"/>
                </a:solidFill>
                <a:latin typeface="Arial MT"/>
                <a:cs typeface="Arial MT"/>
              </a:rPr>
              <a:t> Detector</a:t>
            </a:r>
            <a:endParaRPr sz="1000">
              <a:latin typeface="Arial MT"/>
              <a:cs typeface="Arial MT"/>
            </a:endParaRPr>
          </a:p>
          <a:p>
            <a:pPr marL="751840" lvl="2" indent="-313690">
              <a:lnSpc>
                <a:spcPct val="100000"/>
              </a:lnSpc>
              <a:spcBef>
                <a:spcPts val="195"/>
              </a:spcBef>
              <a:buClr>
                <a:srgbClr val="4B81AE"/>
              </a:buClr>
              <a:buFont typeface="Roboto Cn"/>
              <a:buAutoNum type="arabicPeriod"/>
              <a:tabLst>
                <a:tab pos="751840" algn="l"/>
              </a:tabLst>
            </a:pPr>
            <a:r>
              <a:rPr sz="900" spc="-10" dirty="0">
                <a:solidFill>
                  <a:srgbClr val="333333"/>
                </a:solidFill>
                <a:latin typeface="Arial MT"/>
                <a:cs typeface="Arial MT"/>
              </a:rPr>
              <a:t>Gradient</a:t>
            </a:r>
            <a:r>
              <a:rPr sz="900" spc="-40" dirty="0">
                <a:solidFill>
                  <a:srgbClr val="333333"/>
                </a:solidFill>
                <a:latin typeface="Arial MT"/>
                <a:cs typeface="Arial MT"/>
              </a:rPr>
              <a:t> </a:t>
            </a:r>
            <a:r>
              <a:rPr sz="900" spc="-10" dirty="0">
                <a:solidFill>
                  <a:srgbClr val="333333"/>
                </a:solidFill>
                <a:latin typeface="Arial MT"/>
                <a:cs typeface="Arial MT"/>
              </a:rPr>
              <a:t>computation</a:t>
            </a:r>
            <a:endParaRPr sz="900">
              <a:latin typeface="Arial MT"/>
              <a:cs typeface="Arial MT"/>
            </a:endParaRPr>
          </a:p>
          <a:p>
            <a:pPr marL="751840" lvl="2" indent="-313690">
              <a:lnSpc>
                <a:spcPct val="100000"/>
              </a:lnSpc>
              <a:spcBef>
                <a:spcPts val="15"/>
              </a:spcBef>
              <a:buClr>
                <a:srgbClr val="4B81AE"/>
              </a:buClr>
              <a:buFont typeface="Roboto Cn"/>
              <a:buAutoNum type="arabicPeriod"/>
              <a:tabLst>
                <a:tab pos="751840" algn="l"/>
              </a:tabLst>
            </a:pPr>
            <a:r>
              <a:rPr sz="900" spc="-35" dirty="0">
                <a:solidFill>
                  <a:srgbClr val="333333"/>
                </a:solidFill>
                <a:latin typeface="Arial MT"/>
                <a:cs typeface="Arial MT"/>
              </a:rPr>
              <a:t>Non-</a:t>
            </a:r>
            <a:r>
              <a:rPr sz="900" spc="-20" dirty="0">
                <a:solidFill>
                  <a:srgbClr val="333333"/>
                </a:solidFill>
                <a:latin typeface="Arial MT"/>
                <a:cs typeface="Arial MT"/>
              </a:rPr>
              <a:t>maxima</a:t>
            </a:r>
            <a:r>
              <a:rPr sz="900" spc="5" dirty="0">
                <a:solidFill>
                  <a:srgbClr val="333333"/>
                </a:solidFill>
                <a:latin typeface="Arial MT"/>
                <a:cs typeface="Arial MT"/>
              </a:rPr>
              <a:t> </a:t>
            </a:r>
            <a:r>
              <a:rPr sz="900" spc="-10" dirty="0">
                <a:solidFill>
                  <a:srgbClr val="333333"/>
                </a:solidFill>
                <a:latin typeface="Arial MT"/>
                <a:cs typeface="Arial MT"/>
              </a:rPr>
              <a:t>supression</a:t>
            </a:r>
            <a:endParaRPr sz="900">
              <a:latin typeface="Arial MT"/>
              <a:cs typeface="Arial MT"/>
            </a:endParaRPr>
          </a:p>
          <a:p>
            <a:pPr marL="751840" lvl="2" indent="-313690">
              <a:lnSpc>
                <a:spcPct val="100000"/>
              </a:lnSpc>
              <a:spcBef>
                <a:spcPts val="15"/>
              </a:spcBef>
              <a:buClr>
                <a:srgbClr val="4B81AE"/>
              </a:buClr>
              <a:buFont typeface="Roboto Cn"/>
              <a:buAutoNum type="arabicPeriod"/>
              <a:tabLst>
                <a:tab pos="751840" algn="l"/>
              </a:tabLst>
            </a:pPr>
            <a:r>
              <a:rPr sz="900" spc="-40" dirty="0">
                <a:solidFill>
                  <a:srgbClr val="333333"/>
                </a:solidFill>
                <a:latin typeface="Arial MT"/>
                <a:cs typeface="Arial MT"/>
              </a:rPr>
              <a:t>Hysteresis</a:t>
            </a:r>
            <a:r>
              <a:rPr sz="900" spc="30" dirty="0">
                <a:solidFill>
                  <a:srgbClr val="333333"/>
                </a:solidFill>
                <a:latin typeface="Arial MT"/>
                <a:cs typeface="Arial MT"/>
              </a:rPr>
              <a:t> </a:t>
            </a:r>
            <a:r>
              <a:rPr sz="900" spc="-10" dirty="0">
                <a:solidFill>
                  <a:srgbClr val="333333"/>
                </a:solidFill>
                <a:latin typeface="Arial MT"/>
                <a:cs typeface="Arial MT"/>
              </a:rPr>
              <a:t>thresholding</a:t>
            </a:r>
            <a:endParaRPr sz="900">
              <a:latin typeface="Arial MT"/>
              <a:cs typeface="Arial MT"/>
            </a:endParaRPr>
          </a:p>
          <a:p>
            <a:pPr marL="198120" indent="-185420">
              <a:lnSpc>
                <a:spcPct val="100000"/>
              </a:lnSpc>
              <a:spcBef>
                <a:spcPts val="215"/>
              </a:spcBef>
              <a:buClr>
                <a:srgbClr val="4B81AE"/>
              </a:buClr>
              <a:buFont typeface="Arial"/>
              <a:buAutoNum type="arabicPeriod" startAt="4"/>
              <a:tabLst>
                <a:tab pos="198120" algn="l"/>
              </a:tabLst>
            </a:pPr>
            <a:r>
              <a:rPr sz="1100" spc="-55" dirty="0">
                <a:solidFill>
                  <a:srgbClr val="333333"/>
                </a:solidFill>
                <a:latin typeface="Arial MT"/>
                <a:cs typeface="Arial MT"/>
              </a:rPr>
              <a:t>Corner</a:t>
            </a:r>
            <a:r>
              <a:rPr sz="1100" spc="-15" dirty="0">
                <a:solidFill>
                  <a:srgbClr val="333333"/>
                </a:solidFill>
                <a:latin typeface="Arial MT"/>
                <a:cs typeface="Arial MT"/>
              </a:rPr>
              <a:t> </a:t>
            </a:r>
            <a:r>
              <a:rPr sz="1100" spc="-10" dirty="0">
                <a:solidFill>
                  <a:srgbClr val="333333"/>
                </a:solidFill>
                <a:latin typeface="Arial MT"/>
                <a:cs typeface="Arial MT"/>
              </a:rPr>
              <a:t>Detection</a:t>
            </a:r>
            <a:endParaRPr sz="1100">
              <a:latin typeface="Arial MT"/>
              <a:cs typeface="Arial MT"/>
            </a:endParaRPr>
          </a:p>
          <a:p>
            <a:pPr marL="474980" lvl="1" indent="-244475">
              <a:lnSpc>
                <a:spcPct val="100000"/>
              </a:lnSpc>
              <a:spcBef>
                <a:spcPts val="175"/>
              </a:spcBef>
              <a:buClr>
                <a:srgbClr val="4B81AE"/>
              </a:buClr>
              <a:buFont typeface="Arial"/>
              <a:buAutoNum type="arabicPeriod"/>
              <a:tabLst>
                <a:tab pos="474980" algn="l"/>
              </a:tabLst>
            </a:pPr>
            <a:r>
              <a:rPr sz="1000" spc="-20" dirty="0">
                <a:solidFill>
                  <a:srgbClr val="333333"/>
                </a:solidFill>
                <a:latin typeface="Arial MT"/>
                <a:cs typeface="Arial MT"/>
              </a:rPr>
              <a:t>Structure</a:t>
            </a:r>
            <a:r>
              <a:rPr sz="1000" spc="-5" dirty="0">
                <a:solidFill>
                  <a:srgbClr val="333333"/>
                </a:solidFill>
                <a:latin typeface="Arial MT"/>
                <a:cs typeface="Arial MT"/>
              </a:rPr>
              <a:t> </a:t>
            </a:r>
            <a:r>
              <a:rPr sz="1000" spc="-55" dirty="0">
                <a:solidFill>
                  <a:srgbClr val="333333"/>
                </a:solidFill>
                <a:latin typeface="Arial MT"/>
                <a:cs typeface="Arial MT"/>
              </a:rPr>
              <a:t>Tensor</a:t>
            </a:r>
            <a:r>
              <a:rPr sz="1000" spc="-5" dirty="0">
                <a:solidFill>
                  <a:srgbClr val="333333"/>
                </a:solidFill>
                <a:latin typeface="Arial MT"/>
                <a:cs typeface="Arial MT"/>
              </a:rPr>
              <a:t> </a:t>
            </a:r>
            <a:r>
              <a:rPr sz="1000" dirty="0">
                <a:solidFill>
                  <a:srgbClr val="333333"/>
                </a:solidFill>
                <a:latin typeface="Arial MT"/>
                <a:cs typeface="Arial MT"/>
              </a:rPr>
              <a:t>–</a:t>
            </a:r>
            <a:r>
              <a:rPr sz="1000" spc="-5" dirty="0">
                <a:solidFill>
                  <a:srgbClr val="333333"/>
                </a:solidFill>
                <a:latin typeface="Arial MT"/>
                <a:cs typeface="Arial MT"/>
              </a:rPr>
              <a:t> </a:t>
            </a:r>
            <a:r>
              <a:rPr sz="1000" spc="-45" dirty="0">
                <a:solidFill>
                  <a:srgbClr val="333333"/>
                </a:solidFill>
                <a:latin typeface="Arial MT"/>
                <a:cs typeface="Arial MT"/>
              </a:rPr>
              <a:t>Geometry</a:t>
            </a:r>
            <a:r>
              <a:rPr sz="1000" spc="-5" dirty="0">
                <a:solidFill>
                  <a:srgbClr val="333333"/>
                </a:solidFill>
                <a:latin typeface="Arial MT"/>
                <a:cs typeface="Arial MT"/>
              </a:rPr>
              <a:t> </a:t>
            </a:r>
            <a:r>
              <a:rPr sz="1000" spc="-20" dirty="0">
                <a:solidFill>
                  <a:srgbClr val="333333"/>
                </a:solidFill>
                <a:latin typeface="Arial MT"/>
                <a:cs typeface="Arial MT"/>
              </a:rPr>
              <a:t>and</a:t>
            </a:r>
            <a:r>
              <a:rPr sz="1000" spc="-5" dirty="0">
                <a:solidFill>
                  <a:srgbClr val="333333"/>
                </a:solidFill>
                <a:latin typeface="Arial MT"/>
                <a:cs typeface="Arial MT"/>
              </a:rPr>
              <a:t> </a:t>
            </a:r>
            <a:r>
              <a:rPr sz="1000" spc="-10" dirty="0">
                <a:solidFill>
                  <a:srgbClr val="333333"/>
                </a:solidFill>
                <a:latin typeface="Arial MT"/>
                <a:cs typeface="Arial MT"/>
              </a:rPr>
              <a:t>Algebra</a:t>
            </a:r>
            <a:endParaRPr sz="1000">
              <a:latin typeface="Arial MT"/>
              <a:cs typeface="Arial MT"/>
            </a:endParaRPr>
          </a:p>
        </p:txBody>
      </p:sp>
      <p:sp>
        <p:nvSpPr>
          <p:cNvPr id="10" name="object 10"/>
          <p:cNvSpPr/>
          <p:nvPr/>
        </p:nvSpPr>
        <p:spPr>
          <a:xfrm>
            <a:off x="68834" y="3308210"/>
            <a:ext cx="4470400" cy="0"/>
          </a:xfrm>
          <a:custGeom>
            <a:avLst/>
            <a:gdLst/>
            <a:ahLst/>
            <a:cxnLst/>
            <a:rect l="l" t="t" r="r" b="b"/>
            <a:pathLst>
              <a:path w="4470400">
                <a:moveTo>
                  <a:pt x="0" y="0"/>
                </a:moveTo>
                <a:lnTo>
                  <a:pt x="4470336" y="0"/>
                </a:lnTo>
              </a:path>
            </a:pathLst>
          </a:custGeom>
          <a:ln w="7594">
            <a:solidFill>
              <a:srgbClr val="4B81AE"/>
            </a:solidFill>
          </a:ln>
        </p:spPr>
        <p:txBody>
          <a:bodyPr wrap="square" lIns="0" tIns="0" rIns="0" bIns="0" rtlCol="0"/>
          <a:lstStyle/>
          <a:p>
            <a:endParaRPr/>
          </a:p>
        </p:txBody>
      </p:sp>
      <p:sp>
        <p:nvSpPr>
          <p:cNvPr id="11" name="object 11"/>
          <p:cNvSpPr txBox="1"/>
          <p:nvPr/>
        </p:nvSpPr>
        <p:spPr>
          <a:xfrm>
            <a:off x="1779498" y="3332022"/>
            <a:ext cx="648335" cy="122555"/>
          </a:xfrm>
          <a:prstGeom prst="rect">
            <a:avLst/>
          </a:prstGeom>
        </p:spPr>
        <p:txBody>
          <a:bodyPr vert="horz" wrap="square" lIns="0" tIns="7620" rIns="0" bIns="0" rtlCol="0">
            <a:spAutoFit/>
          </a:bodyPr>
          <a:lstStyle/>
          <a:p>
            <a:pPr marL="12700">
              <a:lnSpc>
                <a:spcPct val="100000"/>
              </a:lnSpc>
              <a:spcBef>
                <a:spcPts val="60"/>
              </a:spcBef>
            </a:pPr>
            <a:r>
              <a:rPr sz="600" i="1" spc="-20" dirty="0">
                <a:solidFill>
                  <a:srgbClr val="333333"/>
                </a:solidFill>
                <a:latin typeface="Verdana"/>
                <a:cs typeface="Verdana"/>
                <a:hlinkClick r:id="rId6" action="ppaction://hlinksldjump"/>
              </a:rPr>
              <a:t>Computer</a:t>
            </a:r>
            <a:r>
              <a:rPr sz="600" i="1" spc="25" dirty="0">
                <a:solidFill>
                  <a:srgbClr val="333333"/>
                </a:solidFill>
                <a:latin typeface="Verdana"/>
                <a:cs typeface="Verdana"/>
                <a:hlinkClick r:id="rId6" action="ppaction://hlinksldjump"/>
              </a:rPr>
              <a:t> </a:t>
            </a:r>
            <a:r>
              <a:rPr sz="600" i="1" spc="-10" dirty="0">
                <a:solidFill>
                  <a:srgbClr val="333333"/>
                </a:solidFill>
                <a:latin typeface="Verdana"/>
                <a:cs typeface="Verdana"/>
                <a:hlinkClick r:id="rId6" action="ppaction://hlinksldjump"/>
              </a:rPr>
              <a:t>Vision</a:t>
            </a:r>
            <a:endParaRPr sz="600">
              <a:latin typeface="Verdana"/>
              <a:cs typeface="Verdana"/>
            </a:endParaRPr>
          </a:p>
        </p:txBody>
      </p:sp>
      <p:sp>
        <p:nvSpPr>
          <p:cNvPr id="12" name="object 12"/>
          <p:cNvSpPr txBox="1">
            <a:spLocks noGrp="1"/>
          </p:cNvSpPr>
          <p:nvPr>
            <p:ph type="sldNum" sz="quarter" idx="7"/>
          </p:nvPr>
        </p:nvSpPr>
        <p:spPr>
          <a:prstGeom prst="rect">
            <a:avLst/>
          </a:prstGeom>
        </p:spPr>
        <p:txBody>
          <a:bodyPr vert="horz" wrap="square" lIns="0" tIns="7620" rIns="0" bIns="0" rtlCol="0">
            <a:spAutoFit/>
          </a:bodyPr>
          <a:lstStyle/>
          <a:p>
            <a:pPr marL="38100">
              <a:lnSpc>
                <a:spcPct val="100000"/>
              </a:lnSpc>
              <a:spcBef>
                <a:spcPts val="60"/>
              </a:spcBef>
            </a:pPr>
            <a:fld id="{81D60167-4931-47E6-BA6A-407CBD079E47}" type="slidenum">
              <a:rPr spc="-45" dirty="0"/>
              <a:t>49</a:t>
            </a:fld>
            <a:r>
              <a:rPr spc="-90" dirty="0"/>
              <a:t> </a:t>
            </a:r>
            <a:r>
              <a:rPr spc="70" dirty="0"/>
              <a:t>/</a:t>
            </a:r>
            <a:r>
              <a:rPr spc="-85" dirty="0"/>
              <a:t> </a:t>
            </a:r>
            <a:r>
              <a:rPr spc="-25" dirty="0"/>
              <a:t>59</a:t>
            </a:r>
          </a:p>
        </p:txBody>
      </p:sp>
    </p:spTree>
  </p:cSld>
  <p:clrMapOvr>
    <a:masterClrMapping/>
  </p:clrMapOvr>
  <p:transition>
    <p:cut/>
  </p:transition>
</p:sld>
</file>

<file path=ppt/slides/slide50.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object 2"/>
          <p:cNvSpPr txBox="1"/>
          <p:nvPr/>
        </p:nvSpPr>
        <p:spPr>
          <a:xfrm>
            <a:off x="2858214" y="15020"/>
            <a:ext cx="255270" cy="101600"/>
          </a:xfrm>
          <a:prstGeom prst="rect">
            <a:avLst/>
          </a:prstGeom>
        </p:spPr>
        <p:txBody>
          <a:bodyPr vert="horz" wrap="square" lIns="0" tIns="12065" rIns="0" bIns="0" rtlCol="0">
            <a:spAutoFit/>
          </a:bodyPr>
          <a:lstStyle/>
          <a:p>
            <a:pPr marL="12700">
              <a:lnSpc>
                <a:spcPct val="100000"/>
              </a:lnSpc>
              <a:spcBef>
                <a:spcPts val="95"/>
              </a:spcBef>
            </a:pPr>
            <a:r>
              <a:rPr sz="500" b="1" spc="-10" dirty="0">
                <a:solidFill>
                  <a:srgbClr val="3F3F3F"/>
                </a:solidFill>
                <a:latin typeface="Arial"/>
                <a:cs typeface="Arial"/>
                <a:hlinkClick r:id="rId2" action="ppaction://hlinksldjump"/>
              </a:rPr>
              <a:t>Outline</a:t>
            </a:r>
            <a:endParaRPr sz="500">
              <a:latin typeface="Arial"/>
              <a:cs typeface="Arial"/>
            </a:endParaRPr>
          </a:p>
        </p:txBody>
      </p:sp>
      <p:sp>
        <p:nvSpPr>
          <p:cNvPr id="3" name="object 3"/>
          <p:cNvSpPr txBox="1"/>
          <p:nvPr/>
        </p:nvSpPr>
        <p:spPr>
          <a:xfrm>
            <a:off x="4117530" y="15020"/>
            <a:ext cx="434340" cy="101600"/>
          </a:xfrm>
          <a:prstGeom prst="rect">
            <a:avLst/>
          </a:prstGeom>
        </p:spPr>
        <p:txBody>
          <a:bodyPr vert="horz" wrap="square" lIns="0" tIns="12065" rIns="0" bIns="0" rtlCol="0">
            <a:spAutoFit/>
          </a:bodyPr>
          <a:lstStyle/>
          <a:p>
            <a:pPr marL="12700">
              <a:lnSpc>
                <a:spcPct val="100000"/>
              </a:lnSpc>
              <a:spcBef>
                <a:spcPts val="95"/>
              </a:spcBef>
            </a:pPr>
            <a:r>
              <a:rPr sz="500" b="1" spc="-10" dirty="0">
                <a:solidFill>
                  <a:srgbClr val="E2E2E2"/>
                </a:solidFill>
                <a:latin typeface="Arial"/>
                <a:cs typeface="Arial"/>
                <a:hlinkClick r:id="rId3" action="ppaction://hlinksldjump"/>
              </a:rPr>
              <a:t>Administrivia</a:t>
            </a:r>
            <a:endParaRPr sz="500">
              <a:latin typeface="Arial"/>
              <a:cs typeface="Arial"/>
            </a:endParaRPr>
          </a:p>
        </p:txBody>
      </p:sp>
      <p:pic>
        <p:nvPicPr>
          <p:cNvPr id="4" name="object 4"/>
          <p:cNvPicPr/>
          <p:nvPr/>
        </p:nvPicPr>
        <p:blipFill>
          <a:blip r:embed="rId4" cstate="print"/>
          <a:stretch>
            <a:fillRect/>
          </a:stretch>
        </p:blipFill>
        <p:spPr>
          <a:xfrm>
            <a:off x="68833" y="112855"/>
            <a:ext cx="4470399" cy="7591"/>
          </a:xfrm>
          <a:prstGeom prst="rect">
            <a:avLst/>
          </a:prstGeom>
        </p:spPr>
      </p:pic>
      <p:sp>
        <p:nvSpPr>
          <p:cNvPr id="5" name="object 5"/>
          <p:cNvSpPr txBox="1"/>
          <p:nvPr/>
        </p:nvSpPr>
        <p:spPr>
          <a:xfrm>
            <a:off x="23304" y="-9546"/>
            <a:ext cx="2574925" cy="3094437"/>
          </a:xfrm>
          <a:prstGeom prst="rect">
            <a:avLst/>
          </a:prstGeom>
        </p:spPr>
        <p:txBody>
          <a:bodyPr vert="horz" wrap="square" lIns="0" tIns="36830" rIns="0" bIns="0" rtlCol="0">
            <a:spAutoFit/>
          </a:bodyPr>
          <a:lstStyle/>
          <a:p>
            <a:pPr marL="45085">
              <a:lnSpc>
                <a:spcPct val="100000"/>
              </a:lnSpc>
              <a:spcBef>
                <a:spcPts val="290"/>
              </a:spcBef>
              <a:tabLst>
                <a:tab pos="1461135" algn="l"/>
              </a:tabLst>
            </a:pPr>
            <a:r>
              <a:rPr sz="500" b="1" spc="-10" dirty="0">
                <a:solidFill>
                  <a:srgbClr val="E2E2E2"/>
                </a:solidFill>
                <a:latin typeface="Arial"/>
                <a:cs typeface="Arial"/>
                <a:hlinkClick r:id="rId5" action="ppaction://hlinksldjump"/>
              </a:rPr>
              <a:t>Introduction</a:t>
            </a:r>
            <a:r>
              <a:rPr sz="500" b="1" dirty="0">
                <a:solidFill>
                  <a:srgbClr val="E2E2E2"/>
                </a:solidFill>
                <a:latin typeface="Arial"/>
                <a:cs typeface="Arial"/>
              </a:rPr>
              <a:t>	</a:t>
            </a:r>
            <a:endParaRPr sz="500" dirty="0">
              <a:latin typeface="Arial"/>
              <a:cs typeface="Arial"/>
            </a:endParaRPr>
          </a:p>
          <a:p>
            <a:pPr marL="12700">
              <a:lnSpc>
                <a:spcPct val="100000"/>
              </a:lnSpc>
              <a:spcBef>
                <a:spcPts val="459"/>
              </a:spcBef>
            </a:pPr>
            <a:r>
              <a:rPr sz="1200" b="1" dirty="0">
                <a:solidFill>
                  <a:srgbClr val="4B81AE"/>
                </a:solidFill>
                <a:latin typeface="Arial"/>
                <a:cs typeface="Arial"/>
              </a:rPr>
              <a:t>What</a:t>
            </a:r>
            <a:r>
              <a:rPr sz="1200" b="1" spc="80" dirty="0">
                <a:solidFill>
                  <a:srgbClr val="4B81AE"/>
                </a:solidFill>
                <a:latin typeface="Arial"/>
                <a:cs typeface="Arial"/>
              </a:rPr>
              <a:t> </a:t>
            </a:r>
            <a:r>
              <a:rPr sz="1200" b="1" dirty="0">
                <a:solidFill>
                  <a:srgbClr val="4B81AE"/>
                </a:solidFill>
                <a:latin typeface="Arial"/>
                <a:cs typeface="Arial"/>
              </a:rPr>
              <a:t>will</a:t>
            </a:r>
            <a:r>
              <a:rPr sz="1200" b="1" spc="80" dirty="0">
                <a:solidFill>
                  <a:srgbClr val="4B81AE"/>
                </a:solidFill>
                <a:latin typeface="Arial"/>
                <a:cs typeface="Arial"/>
              </a:rPr>
              <a:t> </a:t>
            </a:r>
            <a:r>
              <a:rPr sz="1200" b="1" dirty="0">
                <a:solidFill>
                  <a:srgbClr val="4B81AE"/>
                </a:solidFill>
                <a:latin typeface="Arial"/>
                <a:cs typeface="Arial"/>
              </a:rPr>
              <a:t>we</a:t>
            </a:r>
            <a:r>
              <a:rPr sz="1200" b="1" spc="75" dirty="0">
                <a:solidFill>
                  <a:srgbClr val="4B81AE"/>
                </a:solidFill>
                <a:latin typeface="Arial"/>
                <a:cs typeface="Arial"/>
              </a:rPr>
              <a:t> </a:t>
            </a:r>
            <a:r>
              <a:rPr sz="1200" b="1" spc="-10" dirty="0">
                <a:solidFill>
                  <a:srgbClr val="4B81AE"/>
                </a:solidFill>
                <a:latin typeface="Arial"/>
                <a:cs typeface="Arial"/>
              </a:rPr>
              <a:t>cover?</a:t>
            </a:r>
            <a:endParaRPr sz="1200" dirty="0">
              <a:latin typeface="Arial"/>
              <a:cs typeface="Arial"/>
            </a:endParaRPr>
          </a:p>
          <a:p>
            <a:pPr marL="563880" lvl="1" indent="-244475">
              <a:lnSpc>
                <a:spcPts val="1200"/>
              </a:lnSpc>
              <a:spcBef>
                <a:spcPts val="1000"/>
              </a:spcBef>
              <a:buClr>
                <a:srgbClr val="4B81AE"/>
              </a:buClr>
              <a:buFont typeface="Arial"/>
              <a:buAutoNum type="arabicPeriod" startAt="2"/>
              <a:tabLst>
                <a:tab pos="563880" algn="l"/>
              </a:tabLst>
            </a:pPr>
            <a:r>
              <a:rPr sz="1000" spc="-30" dirty="0">
                <a:solidFill>
                  <a:srgbClr val="333333"/>
                </a:solidFill>
                <a:latin typeface="Arial MT"/>
                <a:cs typeface="Arial MT"/>
              </a:rPr>
              <a:t>Harris</a:t>
            </a:r>
            <a:r>
              <a:rPr sz="1000" spc="15" dirty="0">
                <a:solidFill>
                  <a:srgbClr val="333333"/>
                </a:solidFill>
                <a:latin typeface="Arial MT"/>
                <a:cs typeface="Arial MT"/>
              </a:rPr>
              <a:t> </a:t>
            </a:r>
            <a:r>
              <a:rPr sz="1000" spc="-55" dirty="0">
                <a:solidFill>
                  <a:srgbClr val="333333"/>
                </a:solidFill>
                <a:latin typeface="Arial MT"/>
                <a:cs typeface="Arial MT"/>
              </a:rPr>
              <a:t>Corner</a:t>
            </a:r>
            <a:r>
              <a:rPr sz="1000" spc="10" dirty="0">
                <a:solidFill>
                  <a:srgbClr val="333333"/>
                </a:solidFill>
                <a:latin typeface="Arial MT"/>
                <a:cs typeface="Arial MT"/>
              </a:rPr>
              <a:t> </a:t>
            </a:r>
            <a:r>
              <a:rPr sz="1000" spc="-10" dirty="0">
                <a:solidFill>
                  <a:srgbClr val="333333"/>
                </a:solidFill>
                <a:latin typeface="Arial MT"/>
                <a:cs typeface="Arial MT"/>
              </a:rPr>
              <a:t>Detector</a:t>
            </a:r>
            <a:endParaRPr sz="1000" dirty="0">
              <a:latin typeface="Arial MT"/>
              <a:cs typeface="Arial MT"/>
            </a:endParaRPr>
          </a:p>
          <a:p>
            <a:pPr marL="563880" lvl="1" indent="-244475">
              <a:lnSpc>
                <a:spcPts val="1195"/>
              </a:lnSpc>
              <a:buClr>
                <a:srgbClr val="4B81AE"/>
              </a:buClr>
              <a:buFont typeface="Arial"/>
              <a:buAutoNum type="arabicPeriod" startAt="2"/>
              <a:tabLst>
                <a:tab pos="563880" algn="l"/>
              </a:tabLst>
            </a:pPr>
            <a:r>
              <a:rPr sz="1000" spc="-25" dirty="0">
                <a:solidFill>
                  <a:srgbClr val="333333"/>
                </a:solidFill>
                <a:latin typeface="Arial MT"/>
                <a:cs typeface="Arial MT"/>
              </a:rPr>
              <a:t>Rohr</a:t>
            </a:r>
            <a:r>
              <a:rPr sz="1000" spc="-40" dirty="0">
                <a:solidFill>
                  <a:srgbClr val="333333"/>
                </a:solidFill>
                <a:latin typeface="Arial MT"/>
                <a:cs typeface="Arial MT"/>
              </a:rPr>
              <a:t> </a:t>
            </a:r>
            <a:r>
              <a:rPr sz="1000" spc="-45" dirty="0">
                <a:solidFill>
                  <a:srgbClr val="333333"/>
                </a:solidFill>
                <a:latin typeface="Arial MT"/>
                <a:cs typeface="Arial MT"/>
              </a:rPr>
              <a:t>Corner</a:t>
            </a:r>
            <a:r>
              <a:rPr sz="1000" spc="-25" dirty="0">
                <a:solidFill>
                  <a:srgbClr val="333333"/>
                </a:solidFill>
                <a:latin typeface="Arial MT"/>
                <a:cs typeface="Arial MT"/>
              </a:rPr>
              <a:t> </a:t>
            </a:r>
            <a:r>
              <a:rPr sz="1000" spc="-10" dirty="0">
                <a:solidFill>
                  <a:srgbClr val="333333"/>
                </a:solidFill>
                <a:latin typeface="Arial MT"/>
                <a:cs typeface="Arial MT"/>
              </a:rPr>
              <a:t>Detector</a:t>
            </a:r>
            <a:endParaRPr sz="1000" dirty="0">
              <a:latin typeface="Arial MT"/>
              <a:cs typeface="Arial MT"/>
            </a:endParaRPr>
          </a:p>
          <a:p>
            <a:pPr marL="563880" lvl="1" indent="-244475">
              <a:lnSpc>
                <a:spcPts val="1200"/>
              </a:lnSpc>
              <a:buClr>
                <a:srgbClr val="4B81AE"/>
              </a:buClr>
              <a:buFont typeface="Arial"/>
              <a:buAutoNum type="arabicPeriod" startAt="2"/>
              <a:tabLst>
                <a:tab pos="563880" algn="l"/>
              </a:tabLst>
            </a:pPr>
            <a:r>
              <a:rPr sz="1000" spc="-65" dirty="0">
                <a:solidFill>
                  <a:srgbClr val="333333"/>
                </a:solidFill>
                <a:latin typeface="Arial MT"/>
                <a:cs typeface="Arial MT"/>
              </a:rPr>
              <a:t>Scale</a:t>
            </a:r>
            <a:r>
              <a:rPr sz="1000" spc="15" dirty="0">
                <a:solidFill>
                  <a:srgbClr val="333333"/>
                </a:solidFill>
                <a:latin typeface="Arial MT"/>
                <a:cs typeface="Arial MT"/>
              </a:rPr>
              <a:t> </a:t>
            </a:r>
            <a:r>
              <a:rPr sz="1000" spc="-75" dirty="0">
                <a:solidFill>
                  <a:srgbClr val="333333"/>
                </a:solidFill>
                <a:latin typeface="Arial MT"/>
                <a:cs typeface="Arial MT"/>
              </a:rPr>
              <a:t>Space</a:t>
            </a:r>
            <a:r>
              <a:rPr sz="1000" spc="20" dirty="0">
                <a:solidFill>
                  <a:srgbClr val="333333"/>
                </a:solidFill>
                <a:latin typeface="Arial MT"/>
                <a:cs typeface="Arial MT"/>
              </a:rPr>
              <a:t> </a:t>
            </a:r>
            <a:r>
              <a:rPr sz="1000" spc="-20" dirty="0">
                <a:solidFill>
                  <a:srgbClr val="333333"/>
                </a:solidFill>
                <a:latin typeface="Arial MT"/>
                <a:cs typeface="Arial MT"/>
              </a:rPr>
              <a:t>and</a:t>
            </a:r>
            <a:r>
              <a:rPr sz="1000" spc="20" dirty="0">
                <a:solidFill>
                  <a:srgbClr val="333333"/>
                </a:solidFill>
                <a:latin typeface="Arial MT"/>
                <a:cs typeface="Arial MT"/>
              </a:rPr>
              <a:t> </a:t>
            </a:r>
            <a:r>
              <a:rPr sz="1000" spc="-80" dirty="0">
                <a:solidFill>
                  <a:srgbClr val="333333"/>
                </a:solidFill>
                <a:latin typeface="Arial MT"/>
                <a:cs typeface="Arial MT"/>
              </a:rPr>
              <a:t>Gaussian</a:t>
            </a:r>
            <a:r>
              <a:rPr sz="1000" spc="20" dirty="0">
                <a:solidFill>
                  <a:srgbClr val="333333"/>
                </a:solidFill>
                <a:latin typeface="Arial MT"/>
                <a:cs typeface="Arial MT"/>
              </a:rPr>
              <a:t> </a:t>
            </a:r>
            <a:r>
              <a:rPr sz="1000" spc="-10" dirty="0">
                <a:solidFill>
                  <a:srgbClr val="333333"/>
                </a:solidFill>
                <a:latin typeface="Arial MT"/>
                <a:cs typeface="Arial MT"/>
              </a:rPr>
              <a:t>Pyramids</a:t>
            </a:r>
            <a:endParaRPr sz="1000" dirty="0">
              <a:latin typeface="Arial MT"/>
              <a:cs typeface="Arial MT"/>
            </a:endParaRPr>
          </a:p>
          <a:p>
            <a:pPr marL="287020" indent="-185420">
              <a:lnSpc>
                <a:spcPct val="100000"/>
              </a:lnSpc>
              <a:spcBef>
                <a:spcPts val="195"/>
              </a:spcBef>
              <a:buClr>
                <a:srgbClr val="4B81AE"/>
              </a:buClr>
              <a:buFont typeface="Arial"/>
              <a:buAutoNum type="arabicPeriod" startAt="6"/>
              <a:tabLst>
                <a:tab pos="287020" algn="l"/>
              </a:tabLst>
            </a:pPr>
            <a:r>
              <a:rPr sz="1100" spc="-30" dirty="0">
                <a:solidFill>
                  <a:srgbClr val="333333"/>
                </a:solidFill>
                <a:latin typeface="Arial MT"/>
                <a:cs typeface="Arial MT"/>
              </a:rPr>
              <a:t>Local</a:t>
            </a:r>
            <a:r>
              <a:rPr sz="1100" spc="-10" dirty="0">
                <a:solidFill>
                  <a:srgbClr val="333333"/>
                </a:solidFill>
                <a:latin typeface="Arial MT"/>
                <a:cs typeface="Arial MT"/>
              </a:rPr>
              <a:t> </a:t>
            </a:r>
            <a:r>
              <a:rPr sz="1100" spc="-70" dirty="0">
                <a:solidFill>
                  <a:srgbClr val="333333"/>
                </a:solidFill>
                <a:latin typeface="Arial MT"/>
                <a:cs typeface="Arial MT"/>
              </a:rPr>
              <a:t>Image</a:t>
            </a:r>
            <a:r>
              <a:rPr sz="1100" spc="-5" dirty="0">
                <a:solidFill>
                  <a:srgbClr val="333333"/>
                </a:solidFill>
                <a:latin typeface="Arial MT"/>
                <a:cs typeface="Arial MT"/>
              </a:rPr>
              <a:t> </a:t>
            </a:r>
            <a:r>
              <a:rPr sz="1100" spc="-10" dirty="0">
                <a:solidFill>
                  <a:srgbClr val="333333"/>
                </a:solidFill>
                <a:latin typeface="Arial MT"/>
                <a:cs typeface="Arial MT"/>
              </a:rPr>
              <a:t>Descriptors</a:t>
            </a:r>
            <a:endParaRPr sz="1100" dirty="0">
              <a:latin typeface="Arial MT"/>
              <a:cs typeface="Arial MT"/>
            </a:endParaRPr>
          </a:p>
          <a:p>
            <a:pPr marL="563880" lvl="1" indent="-244475">
              <a:lnSpc>
                <a:spcPts val="1200"/>
              </a:lnSpc>
              <a:spcBef>
                <a:spcPts val="175"/>
              </a:spcBef>
              <a:buClr>
                <a:srgbClr val="4B81AE"/>
              </a:buClr>
              <a:buFont typeface="Arial"/>
              <a:buAutoNum type="arabicPeriod"/>
              <a:tabLst>
                <a:tab pos="563880" algn="l"/>
              </a:tabLst>
            </a:pPr>
            <a:r>
              <a:rPr sz="1000" spc="-60" dirty="0">
                <a:solidFill>
                  <a:srgbClr val="333333"/>
                </a:solidFill>
                <a:latin typeface="Arial MT"/>
                <a:cs typeface="Arial MT"/>
              </a:rPr>
              <a:t>Sum-</a:t>
            </a:r>
            <a:r>
              <a:rPr sz="1000" spc="-40" dirty="0">
                <a:solidFill>
                  <a:srgbClr val="333333"/>
                </a:solidFill>
                <a:latin typeface="Arial MT"/>
                <a:cs typeface="Arial MT"/>
              </a:rPr>
              <a:t>of-</a:t>
            </a:r>
            <a:r>
              <a:rPr sz="1000" spc="-55" dirty="0">
                <a:solidFill>
                  <a:srgbClr val="333333"/>
                </a:solidFill>
                <a:latin typeface="Arial MT"/>
                <a:cs typeface="Arial MT"/>
              </a:rPr>
              <a:t>Squared-</a:t>
            </a:r>
            <a:r>
              <a:rPr sz="1000" spc="-45" dirty="0">
                <a:solidFill>
                  <a:srgbClr val="333333"/>
                </a:solidFill>
                <a:latin typeface="Arial MT"/>
                <a:cs typeface="Arial MT"/>
              </a:rPr>
              <a:t>Differences</a:t>
            </a:r>
            <a:r>
              <a:rPr sz="1000" spc="95" dirty="0">
                <a:solidFill>
                  <a:srgbClr val="333333"/>
                </a:solidFill>
                <a:latin typeface="Arial MT"/>
                <a:cs typeface="Arial MT"/>
              </a:rPr>
              <a:t> </a:t>
            </a:r>
            <a:r>
              <a:rPr sz="1000" spc="-10" dirty="0">
                <a:solidFill>
                  <a:srgbClr val="333333"/>
                </a:solidFill>
                <a:latin typeface="Arial MT"/>
                <a:cs typeface="Arial MT"/>
              </a:rPr>
              <a:t>(SSD)</a:t>
            </a:r>
            <a:endParaRPr sz="1000" dirty="0">
              <a:latin typeface="Arial MT"/>
              <a:cs typeface="Arial MT"/>
            </a:endParaRPr>
          </a:p>
          <a:p>
            <a:pPr marL="563880" lvl="1" indent="-244475">
              <a:lnSpc>
                <a:spcPts val="1145"/>
              </a:lnSpc>
              <a:buClr>
                <a:srgbClr val="4B81AE"/>
              </a:buClr>
              <a:buFont typeface="Arial"/>
              <a:buAutoNum type="arabicPeriod"/>
              <a:tabLst>
                <a:tab pos="563880" algn="l"/>
              </a:tabLst>
            </a:pPr>
            <a:r>
              <a:rPr sz="1000" spc="-40" dirty="0">
                <a:solidFill>
                  <a:srgbClr val="333333"/>
                </a:solidFill>
                <a:latin typeface="Arial MT"/>
                <a:cs typeface="Arial MT"/>
              </a:rPr>
              <a:t>Normalized</a:t>
            </a:r>
            <a:r>
              <a:rPr sz="1000" spc="20" dirty="0">
                <a:solidFill>
                  <a:srgbClr val="333333"/>
                </a:solidFill>
                <a:latin typeface="Arial MT"/>
                <a:cs typeface="Arial MT"/>
              </a:rPr>
              <a:t> </a:t>
            </a:r>
            <a:r>
              <a:rPr sz="1000" spc="-75" dirty="0">
                <a:solidFill>
                  <a:srgbClr val="333333"/>
                </a:solidFill>
                <a:latin typeface="Arial MT"/>
                <a:cs typeface="Arial MT"/>
              </a:rPr>
              <a:t>Cross</a:t>
            </a:r>
            <a:r>
              <a:rPr sz="1000" spc="20" dirty="0">
                <a:solidFill>
                  <a:srgbClr val="333333"/>
                </a:solidFill>
                <a:latin typeface="Arial MT"/>
                <a:cs typeface="Arial MT"/>
              </a:rPr>
              <a:t> </a:t>
            </a:r>
            <a:r>
              <a:rPr sz="1000" spc="-35" dirty="0">
                <a:solidFill>
                  <a:srgbClr val="333333"/>
                </a:solidFill>
                <a:latin typeface="Arial MT"/>
                <a:cs typeface="Arial MT"/>
              </a:rPr>
              <a:t>Correlation</a:t>
            </a:r>
            <a:r>
              <a:rPr sz="1000" spc="20" dirty="0">
                <a:solidFill>
                  <a:srgbClr val="333333"/>
                </a:solidFill>
                <a:latin typeface="Arial MT"/>
                <a:cs typeface="Arial MT"/>
              </a:rPr>
              <a:t> </a:t>
            </a:r>
            <a:r>
              <a:rPr sz="1000" spc="-10" dirty="0">
                <a:solidFill>
                  <a:srgbClr val="333333"/>
                </a:solidFill>
                <a:latin typeface="Arial MT"/>
                <a:cs typeface="Arial MT"/>
              </a:rPr>
              <a:t>(NCC)</a:t>
            </a:r>
            <a:endParaRPr sz="1000" dirty="0">
              <a:latin typeface="Arial MT"/>
              <a:cs typeface="Arial MT"/>
            </a:endParaRPr>
          </a:p>
          <a:p>
            <a:pPr marL="563880" lvl="1" indent="-244475">
              <a:lnSpc>
                <a:spcPts val="1150"/>
              </a:lnSpc>
              <a:buClr>
                <a:srgbClr val="4B81AE"/>
              </a:buClr>
              <a:buFont typeface="Arial"/>
              <a:buAutoNum type="arabicPeriod"/>
              <a:tabLst>
                <a:tab pos="563880" algn="l"/>
              </a:tabLst>
            </a:pPr>
            <a:r>
              <a:rPr sz="1000" spc="-20" dirty="0">
                <a:solidFill>
                  <a:srgbClr val="333333"/>
                </a:solidFill>
                <a:latin typeface="Arial MT"/>
                <a:cs typeface="Arial MT"/>
              </a:rPr>
              <a:t>SIFT</a:t>
            </a:r>
            <a:endParaRPr sz="1000" dirty="0">
              <a:latin typeface="Arial MT"/>
              <a:cs typeface="Arial MT"/>
            </a:endParaRPr>
          </a:p>
          <a:p>
            <a:pPr marL="841375" lvl="2" indent="-313690">
              <a:lnSpc>
                <a:spcPct val="100000"/>
              </a:lnSpc>
              <a:spcBef>
                <a:spcPts val="195"/>
              </a:spcBef>
              <a:buClr>
                <a:srgbClr val="4B81AE"/>
              </a:buClr>
              <a:buFont typeface="Roboto Cn"/>
              <a:buAutoNum type="arabicPeriod"/>
              <a:tabLst>
                <a:tab pos="841375" algn="l"/>
              </a:tabLst>
            </a:pPr>
            <a:r>
              <a:rPr sz="900" dirty="0">
                <a:solidFill>
                  <a:srgbClr val="333333"/>
                </a:solidFill>
                <a:latin typeface="Arial MT"/>
                <a:cs typeface="Arial MT"/>
              </a:rPr>
              <a:t>Keypoint</a:t>
            </a:r>
            <a:r>
              <a:rPr sz="900" spc="-10" dirty="0">
                <a:solidFill>
                  <a:srgbClr val="333333"/>
                </a:solidFill>
                <a:latin typeface="Arial MT"/>
                <a:cs typeface="Arial MT"/>
              </a:rPr>
              <a:t> Detection</a:t>
            </a:r>
            <a:endParaRPr sz="900" dirty="0">
              <a:latin typeface="Arial MT"/>
              <a:cs typeface="Arial MT"/>
            </a:endParaRPr>
          </a:p>
          <a:p>
            <a:pPr marL="841375" lvl="2" indent="-313690">
              <a:lnSpc>
                <a:spcPct val="100000"/>
              </a:lnSpc>
              <a:spcBef>
                <a:spcPts val="15"/>
              </a:spcBef>
              <a:buClr>
                <a:srgbClr val="4B81AE"/>
              </a:buClr>
              <a:buFont typeface="Roboto Cn"/>
              <a:buAutoNum type="arabicPeriod"/>
              <a:tabLst>
                <a:tab pos="841375" algn="l"/>
              </a:tabLst>
            </a:pPr>
            <a:r>
              <a:rPr sz="900" spc="-10" dirty="0">
                <a:solidFill>
                  <a:srgbClr val="333333"/>
                </a:solidFill>
                <a:latin typeface="Arial MT"/>
                <a:cs typeface="Arial MT"/>
              </a:rPr>
              <a:t>Descriptor</a:t>
            </a:r>
            <a:endParaRPr sz="900" dirty="0">
              <a:latin typeface="Arial MT"/>
              <a:cs typeface="Arial MT"/>
            </a:endParaRPr>
          </a:p>
          <a:p>
            <a:pPr marL="563880" lvl="1" indent="-244475">
              <a:lnSpc>
                <a:spcPts val="1200"/>
              </a:lnSpc>
              <a:spcBef>
                <a:spcPts val="215"/>
              </a:spcBef>
              <a:buClr>
                <a:srgbClr val="4B81AE"/>
              </a:buClr>
              <a:buFont typeface="Arial"/>
              <a:buAutoNum type="arabicPeriod"/>
              <a:tabLst>
                <a:tab pos="563880" algn="l"/>
              </a:tabLst>
            </a:pPr>
            <a:r>
              <a:rPr sz="1000" spc="-10" dirty="0">
                <a:solidFill>
                  <a:srgbClr val="333333"/>
                </a:solidFill>
                <a:latin typeface="Arial MT"/>
                <a:cs typeface="Arial MT"/>
              </a:rPr>
              <a:t>Matching</a:t>
            </a:r>
            <a:r>
              <a:rPr sz="1000" spc="-45" dirty="0">
                <a:solidFill>
                  <a:srgbClr val="333333"/>
                </a:solidFill>
                <a:latin typeface="Arial MT"/>
                <a:cs typeface="Arial MT"/>
              </a:rPr>
              <a:t> </a:t>
            </a:r>
            <a:r>
              <a:rPr sz="1000" dirty="0">
                <a:solidFill>
                  <a:srgbClr val="333333"/>
                </a:solidFill>
                <a:latin typeface="Arial MT"/>
                <a:cs typeface="Arial MT"/>
              </a:rPr>
              <a:t>SIFT</a:t>
            </a:r>
            <a:r>
              <a:rPr sz="1000" spc="-35" dirty="0">
                <a:solidFill>
                  <a:srgbClr val="333333"/>
                </a:solidFill>
                <a:latin typeface="Arial MT"/>
                <a:cs typeface="Arial MT"/>
              </a:rPr>
              <a:t> </a:t>
            </a:r>
            <a:r>
              <a:rPr sz="1000" spc="-10" dirty="0">
                <a:solidFill>
                  <a:srgbClr val="333333"/>
                </a:solidFill>
                <a:latin typeface="Arial MT"/>
                <a:cs typeface="Arial MT"/>
              </a:rPr>
              <a:t>Descriptors</a:t>
            </a:r>
            <a:endParaRPr sz="1000" dirty="0">
              <a:latin typeface="Arial MT"/>
              <a:cs typeface="Arial MT"/>
            </a:endParaRPr>
          </a:p>
          <a:p>
            <a:pPr marL="563880" lvl="1" indent="-244475">
              <a:lnSpc>
                <a:spcPts val="1200"/>
              </a:lnSpc>
              <a:buClr>
                <a:srgbClr val="4B81AE"/>
              </a:buClr>
              <a:buFont typeface="Arial"/>
              <a:buAutoNum type="arabicPeriod"/>
              <a:tabLst>
                <a:tab pos="563880" algn="l"/>
              </a:tabLst>
            </a:pPr>
            <a:r>
              <a:rPr sz="1000" spc="-50" dirty="0">
                <a:solidFill>
                  <a:srgbClr val="333333"/>
                </a:solidFill>
                <a:latin typeface="Arial MT"/>
                <a:cs typeface="Arial MT"/>
              </a:rPr>
              <a:t>OpenCV</a:t>
            </a:r>
            <a:r>
              <a:rPr sz="1000" spc="25" dirty="0">
                <a:solidFill>
                  <a:srgbClr val="333333"/>
                </a:solidFill>
                <a:latin typeface="Arial MT"/>
                <a:cs typeface="Arial MT"/>
              </a:rPr>
              <a:t> </a:t>
            </a:r>
            <a:r>
              <a:rPr sz="1000" spc="-10" dirty="0">
                <a:solidFill>
                  <a:srgbClr val="333333"/>
                </a:solidFill>
                <a:latin typeface="Arial MT"/>
                <a:cs typeface="Arial MT"/>
              </a:rPr>
              <a:t>Examples</a:t>
            </a:r>
            <a:endParaRPr sz="1000" dirty="0">
              <a:latin typeface="Arial MT"/>
              <a:cs typeface="Arial MT"/>
            </a:endParaRPr>
          </a:p>
          <a:p>
            <a:pPr marL="287020" indent="-185420">
              <a:lnSpc>
                <a:spcPct val="100000"/>
              </a:lnSpc>
              <a:spcBef>
                <a:spcPts val="195"/>
              </a:spcBef>
              <a:buClr>
                <a:srgbClr val="4B81AE"/>
              </a:buClr>
              <a:buFont typeface="Arial"/>
              <a:buAutoNum type="arabicPeriod" startAt="6"/>
              <a:tabLst>
                <a:tab pos="287020" algn="l"/>
              </a:tabLst>
            </a:pPr>
            <a:r>
              <a:rPr sz="1100" spc="-55" dirty="0">
                <a:solidFill>
                  <a:srgbClr val="333333"/>
                </a:solidFill>
                <a:latin typeface="Arial MT"/>
                <a:cs typeface="Arial MT"/>
              </a:rPr>
              <a:t>Hough</a:t>
            </a:r>
            <a:r>
              <a:rPr sz="1100" spc="15" dirty="0">
                <a:solidFill>
                  <a:srgbClr val="333333"/>
                </a:solidFill>
                <a:latin typeface="Arial MT"/>
                <a:cs typeface="Arial MT"/>
              </a:rPr>
              <a:t> </a:t>
            </a:r>
            <a:r>
              <a:rPr sz="1100" spc="-10" dirty="0">
                <a:solidFill>
                  <a:srgbClr val="333333"/>
                </a:solidFill>
                <a:latin typeface="Arial MT"/>
                <a:cs typeface="Arial MT"/>
              </a:rPr>
              <a:t>Transform</a:t>
            </a:r>
            <a:endParaRPr sz="1100" dirty="0">
              <a:latin typeface="Arial MT"/>
              <a:cs typeface="Arial MT"/>
            </a:endParaRPr>
          </a:p>
          <a:p>
            <a:pPr marL="563880" lvl="1" indent="-244475">
              <a:lnSpc>
                <a:spcPts val="1200"/>
              </a:lnSpc>
              <a:spcBef>
                <a:spcPts val="175"/>
              </a:spcBef>
              <a:buClr>
                <a:srgbClr val="4B81AE"/>
              </a:buClr>
              <a:buFont typeface="Arial"/>
              <a:buAutoNum type="arabicPeriod"/>
              <a:tabLst>
                <a:tab pos="563880" algn="l"/>
              </a:tabLst>
            </a:pPr>
            <a:r>
              <a:rPr sz="1000" spc="-50" dirty="0">
                <a:solidFill>
                  <a:srgbClr val="333333"/>
                </a:solidFill>
                <a:latin typeface="Arial MT"/>
                <a:cs typeface="Arial MT"/>
              </a:rPr>
              <a:t>Slope-</a:t>
            </a:r>
            <a:r>
              <a:rPr sz="1000" spc="-20" dirty="0">
                <a:solidFill>
                  <a:srgbClr val="333333"/>
                </a:solidFill>
                <a:latin typeface="Arial MT"/>
                <a:cs typeface="Arial MT"/>
              </a:rPr>
              <a:t>intercept</a:t>
            </a:r>
            <a:r>
              <a:rPr sz="1000" spc="35" dirty="0">
                <a:solidFill>
                  <a:srgbClr val="333333"/>
                </a:solidFill>
                <a:latin typeface="Arial MT"/>
                <a:cs typeface="Arial MT"/>
              </a:rPr>
              <a:t> </a:t>
            </a:r>
            <a:r>
              <a:rPr sz="1000" spc="-40" dirty="0">
                <a:solidFill>
                  <a:srgbClr val="333333"/>
                </a:solidFill>
                <a:latin typeface="Arial MT"/>
                <a:cs typeface="Arial MT"/>
              </a:rPr>
              <a:t>representation</a:t>
            </a:r>
            <a:r>
              <a:rPr sz="1000" spc="40" dirty="0">
                <a:solidFill>
                  <a:srgbClr val="333333"/>
                </a:solidFill>
                <a:latin typeface="Arial MT"/>
                <a:cs typeface="Arial MT"/>
              </a:rPr>
              <a:t> </a:t>
            </a:r>
            <a:r>
              <a:rPr sz="1000" dirty="0">
                <a:solidFill>
                  <a:srgbClr val="333333"/>
                </a:solidFill>
                <a:latin typeface="Arial MT"/>
                <a:cs typeface="Arial MT"/>
              </a:rPr>
              <a:t>of</a:t>
            </a:r>
            <a:r>
              <a:rPr sz="1000" spc="40" dirty="0">
                <a:solidFill>
                  <a:srgbClr val="333333"/>
                </a:solidFill>
                <a:latin typeface="Arial MT"/>
                <a:cs typeface="Arial MT"/>
              </a:rPr>
              <a:t> </a:t>
            </a:r>
            <a:r>
              <a:rPr sz="1000" spc="-10" dirty="0">
                <a:solidFill>
                  <a:srgbClr val="333333"/>
                </a:solidFill>
                <a:latin typeface="Arial MT"/>
                <a:cs typeface="Arial MT"/>
              </a:rPr>
              <a:t>lines</a:t>
            </a:r>
            <a:endParaRPr sz="1000" dirty="0">
              <a:latin typeface="Arial MT"/>
              <a:cs typeface="Arial MT"/>
            </a:endParaRPr>
          </a:p>
          <a:p>
            <a:pPr marL="563880" lvl="1" indent="-244475">
              <a:lnSpc>
                <a:spcPts val="1195"/>
              </a:lnSpc>
              <a:buClr>
                <a:srgbClr val="4B81AE"/>
              </a:buClr>
              <a:buFont typeface="Arial"/>
              <a:buAutoNum type="arabicPeriod"/>
              <a:tabLst>
                <a:tab pos="563880" algn="l"/>
              </a:tabLst>
            </a:pPr>
            <a:r>
              <a:rPr sz="1000" spc="-25" dirty="0">
                <a:solidFill>
                  <a:srgbClr val="333333"/>
                </a:solidFill>
                <a:latin typeface="Arial MT"/>
                <a:cs typeface="Arial MT"/>
              </a:rPr>
              <a:t>Polar</a:t>
            </a:r>
            <a:r>
              <a:rPr sz="1000" spc="5" dirty="0">
                <a:solidFill>
                  <a:srgbClr val="333333"/>
                </a:solidFill>
                <a:latin typeface="Arial MT"/>
                <a:cs typeface="Arial MT"/>
              </a:rPr>
              <a:t> </a:t>
            </a:r>
            <a:r>
              <a:rPr sz="1000" spc="-40" dirty="0">
                <a:solidFill>
                  <a:srgbClr val="333333"/>
                </a:solidFill>
                <a:latin typeface="Arial MT"/>
                <a:cs typeface="Arial MT"/>
              </a:rPr>
              <a:t>representation</a:t>
            </a:r>
            <a:r>
              <a:rPr sz="1000" spc="10" dirty="0">
                <a:solidFill>
                  <a:srgbClr val="333333"/>
                </a:solidFill>
                <a:latin typeface="Arial MT"/>
                <a:cs typeface="Arial MT"/>
              </a:rPr>
              <a:t> </a:t>
            </a:r>
            <a:r>
              <a:rPr sz="1000" dirty="0">
                <a:solidFill>
                  <a:srgbClr val="333333"/>
                </a:solidFill>
                <a:latin typeface="Arial MT"/>
                <a:cs typeface="Arial MT"/>
              </a:rPr>
              <a:t>of</a:t>
            </a:r>
            <a:r>
              <a:rPr sz="1000" spc="10" dirty="0">
                <a:solidFill>
                  <a:srgbClr val="333333"/>
                </a:solidFill>
                <a:latin typeface="Arial MT"/>
                <a:cs typeface="Arial MT"/>
              </a:rPr>
              <a:t> </a:t>
            </a:r>
            <a:r>
              <a:rPr sz="1000" spc="-10" dirty="0">
                <a:solidFill>
                  <a:srgbClr val="333333"/>
                </a:solidFill>
                <a:latin typeface="Arial MT"/>
                <a:cs typeface="Arial MT"/>
              </a:rPr>
              <a:t>lines</a:t>
            </a:r>
            <a:endParaRPr sz="1000" dirty="0">
              <a:latin typeface="Arial MT"/>
              <a:cs typeface="Arial MT"/>
            </a:endParaRPr>
          </a:p>
          <a:p>
            <a:pPr marL="563880" lvl="1" indent="-244475">
              <a:lnSpc>
                <a:spcPts val="1195"/>
              </a:lnSpc>
              <a:buClr>
                <a:srgbClr val="4B81AE"/>
              </a:buClr>
              <a:buFont typeface="Arial"/>
              <a:buAutoNum type="arabicPeriod"/>
              <a:tabLst>
                <a:tab pos="563880" algn="l"/>
              </a:tabLst>
            </a:pPr>
            <a:r>
              <a:rPr sz="1000" spc="-20" dirty="0">
                <a:solidFill>
                  <a:srgbClr val="333333"/>
                </a:solidFill>
                <a:latin typeface="Arial MT"/>
                <a:cs typeface="Arial MT"/>
              </a:rPr>
              <a:t>Line </a:t>
            </a:r>
            <a:r>
              <a:rPr sz="1000" spc="-10" dirty="0">
                <a:solidFill>
                  <a:srgbClr val="333333"/>
                </a:solidFill>
                <a:latin typeface="Arial MT"/>
                <a:cs typeface="Arial MT"/>
              </a:rPr>
              <a:t>detection</a:t>
            </a:r>
            <a:endParaRPr sz="1000" dirty="0">
              <a:latin typeface="Arial MT"/>
              <a:cs typeface="Arial MT"/>
            </a:endParaRPr>
          </a:p>
          <a:p>
            <a:pPr marL="563880" lvl="1" indent="-244475">
              <a:lnSpc>
                <a:spcPts val="1200"/>
              </a:lnSpc>
              <a:buClr>
                <a:srgbClr val="4B81AE"/>
              </a:buClr>
              <a:buFont typeface="Arial"/>
              <a:buAutoNum type="arabicPeriod"/>
              <a:tabLst>
                <a:tab pos="563880" algn="l"/>
              </a:tabLst>
            </a:pPr>
            <a:r>
              <a:rPr sz="1000" spc="-25" dirty="0">
                <a:solidFill>
                  <a:srgbClr val="333333"/>
                </a:solidFill>
                <a:latin typeface="Arial MT"/>
                <a:cs typeface="Arial MT"/>
              </a:rPr>
              <a:t>Circle</a:t>
            </a:r>
            <a:r>
              <a:rPr sz="1000" spc="-35" dirty="0">
                <a:solidFill>
                  <a:srgbClr val="333333"/>
                </a:solidFill>
                <a:latin typeface="Arial MT"/>
                <a:cs typeface="Arial MT"/>
              </a:rPr>
              <a:t> </a:t>
            </a:r>
            <a:r>
              <a:rPr sz="1000" spc="-10" dirty="0">
                <a:solidFill>
                  <a:srgbClr val="333333"/>
                </a:solidFill>
                <a:latin typeface="Arial MT"/>
                <a:cs typeface="Arial MT"/>
              </a:rPr>
              <a:t>detection</a:t>
            </a:r>
            <a:endParaRPr sz="1000" dirty="0">
              <a:latin typeface="Arial MT"/>
              <a:cs typeface="Arial MT"/>
            </a:endParaRPr>
          </a:p>
        </p:txBody>
      </p:sp>
      <p:sp>
        <p:nvSpPr>
          <p:cNvPr id="6" name="object 6"/>
          <p:cNvSpPr/>
          <p:nvPr/>
        </p:nvSpPr>
        <p:spPr>
          <a:xfrm>
            <a:off x="68834" y="3308210"/>
            <a:ext cx="4470400" cy="0"/>
          </a:xfrm>
          <a:custGeom>
            <a:avLst/>
            <a:gdLst/>
            <a:ahLst/>
            <a:cxnLst/>
            <a:rect l="l" t="t" r="r" b="b"/>
            <a:pathLst>
              <a:path w="4470400">
                <a:moveTo>
                  <a:pt x="0" y="0"/>
                </a:moveTo>
                <a:lnTo>
                  <a:pt x="4470336" y="0"/>
                </a:lnTo>
              </a:path>
            </a:pathLst>
          </a:custGeom>
          <a:ln w="7594">
            <a:solidFill>
              <a:srgbClr val="4B81AE"/>
            </a:solidFill>
          </a:ln>
        </p:spPr>
        <p:txBody>
          <a:bodyPr wrap="square" lIns="0" tIns="0" rIns="0" bIns="0" rtlCol="0"/>
          <a:lstStyle/>
          <a:p>
            <a:endParaRPr/>
          </a:p>
        </p:txBody>
      </p:sp>
      <p:sp>
        <p:nvSpPr>
          <p:cNvPr id="7" name="object 7"/>
          <p:cNvSpPr txBox="1"/>
          <p:nvPr/>
        </p:nvSpPr>
        <p:spPr>
          <a:xfrm>
            <a:off x="1779498" y="3332022"/>
            <a:ext cx="648335" cy="122555"/>
          </a:xfrm>
          <a:prstGeom prst="rect">
            <a:avLst/>
          </a:prstGeom>
        </p:spPr>
        <p:txBody>
          <a:bodyPr vert="horz" wrap="square" lIns="0" tIns="7620" rIns="0" bIns="0" rtlCol="0">
            <a:spAutoFit/>
          </a:bodyPr>
          <a:lstStyle/>
          <a:p>
            <a:pPr marL="12700">
              <a:lnSpc>
                <a:spcPct val="100000"/>
              </a:lnSpc>
              <a:spcBef>
                <a:spcPts val="60"/>
              </a:spcBef>
            </a:pPr>
            <a:r>
              <a:rPr sz="600" i="1" spc="-20" dirty="0">
                <a:solidFill>
                  <a:srgbClr val="333333"/>
                </a:solidFill>
                <a:latin typeface="Verdana"/>
                <a:cs typeface="Verdana"/>
                <a:hlinkClick r:id="rId6" action="ppaction://hlinksldjump"/>
              </a:rPr>
              <a:t>Computer</a:t>
            </a:r>
            <a:r>
              <a:rPr sz="600" i="1" spc="25" dirty="0">
                <a:solidFill>
                  <a:srgbClr val="333333"/>
                </a:solidFill>
                <a:latin typeface="Verdana"/>
                <a:cs typeface="Verdana"/>
                <a:hlinkClick r:id="rId6" action="ppaction://hlinksldjump"/>
              </a:rPr>
              <a:t> </a:t>
            </a:r>
            <a:r>
              <a:rPr sz="600" i="1" spc="-10" dirty="0">
                <a:solidFill>
                  <a:srgbClr val="333333"/>
                </a:solidFill>
                <a:latin typeface="Verdana"/>
                <a:cs typeface="Verdana"/>
                <a:hlinkClick r:id="rId6" action="ppaction://hlinksldjump"/>
              </a:rPr>
              <a:t>Vision</a:t>
            </a:r>
            <a:endParaRPr sz="600">
              <a:latin typeface="Verdana"/>
              <a:cs typeface="Verdana"/>
            </a:endParaRPr>
          </a:p>
        </p:txBody>
      </p:sp>
      <p:sp>
        <p:nvSpPr>
          <p:cNvPr id="8" name="object 8"/>
          <p:cNvSpPr txBox="1">
            <a:spLocks noGrp="1"/>
          </p:cNvSpPr>
          <p:nvPr>
            <p:ph type="sldNum" sz="quarter" idx="7"/>
          </p:nvPr>
        </p:nvSpPr>
        <p:spPr>
          <a:prstGeom prst="rect">
            <a:avLst/>
          </a:prstGeom>
        </p:spPr>
        <p:txBody>
          <a:bodyPr vert="horz" wrap="square" lIns="0" tIns="7620" rIns="0" bIns="0" rtlCol="0">
            <a:spAutoFit/>
          </a:bodyPr>
          <a:lstStyle/>
          <a:p>
            <a:pPr marL="38100">
              <a:lnSpc>
                <a:spcPct val="100000"/>
              </a:lnSpc>
              <a:spcBef>
                <a:spcPts val="60"/>
              </a:spcBef>
            </a:pPr>
            <a:fld id="{81D60167-4931-47E6-BA6A-407CBD079E47}" type="slidenum">
              <a:rPr spc="-45" dirty="0"/>
              <a:t>50</a:t>
            </a:fld>
            <a:r>
              <a:rPr spc="-90" dirty="0"/>
              <a:t> </a:t>
            </a:r>
            <a:r>
              <a:rPr spc="70" dirty="0"/>
              <a:t>/</a:t>
            </a:r>
            <a:r>
              <a:rPr spc="-85" dirty="0"/>
              <a:t> </a:t>
            </a:r>
            <a:r>
              <a:rPr spc="-25" dirty="0"/>
              <a:t>59</a:t>
            </a:r>
          </a:p>
        </p:txBody>
      </p:sp>
    </p:spTree>
  </p:cSld>
  <p:clrMapOvr>
    <a:masterClrMapping/>
  </p:clrMapOvr>
  <p:transition>
    <p:cut/>
  </p:transition>
</p:sld>
</file>

<file path=ppt/slides/slide51.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object 2"/>
          <p:cNvSpPr txBox="1"/>
          <p:nvPr/>
        </p:nvSpPr>
        <p:spPr>
          <a:xfrm>
            <a:off x="56134" y="15020"/>
            <a:ext cx="4495800" cy="89127"/>
          </a:xfrm>
          <a:prstGeom prst="rect">
            <a:avLst/>
          </a:prstGeom>
        </p:spPr>
        <p:txBody>
          <a:bodyPr vert="horz" wrap="square" lIns="0" tIns="12065" rIns="0" bIns="0" rtlCol="0">
            <a:spAutoFit/>
          </a:bodyPr>
          <a:lstStyle/>
          <a:p>
            <a:pPr marL="12700">
              <a:lnSpc>
                <a:spcPct val="100000"/>
              </a:lnSpc>
              <a:spcBef>
                <a:spcPts val="95"/>
              </a:spcBef>
              <a:tabLst>
                <a:tab pos="1428115" algn="l"/>
                <a:tab pos="2814320" algn="l"/>
                <a:tab pos="4073525" algn="l"/>
              </a:tabLst>
            </a:pPr>
            <a:r>
              <a:rPr sz="500" b="1" spc="-10" dirty="0">
                <a:solidFill>
                  <a:srgbClr val="E2E2E2"/>
                </a:solidFill>
                <a:latin typeface="Arial"/>
                <a:cs typeface="Arial"/>
                <a:hlinkClick r:id="rId2" action="ppaction://hlinksldjump"/>
              </a:rPr>
              <a:t>Introduction</a:t>
            </a:r>
            <a:r>
              <a:rPr sz="500" b="1" dirty="0">
                <a:solidFill>
                  <a:srgbClr val="E2E2E2"/>
                </a:solidFill>
                <a:latin typeface="Arial"/>
                <a:cs typeface="Arial"/>
              </a:rPr>
              <a:t>		</a:t>
            </a:r>
            <a:r>
              <a:rPr sz="500" b="1" spc="-10" dirty="0">
                <a:solidFill>
                  <a:srgbClr val="3F3F3F"/>
                </a:solidFill>
                <a:latin typeface="Arial"/>
                <a:cs typeface="Arial"/>
                <a:hlinkClick r:id="rId3" action="ppaction://hlinksldjump"/>
              </a:rPr>
              <a:t>Outline</a:t>
            </a:r>
            <a:r>
              <a:rPr sz="500" b="1" dirty="0">
                <a:solidFill>
                  <a:srgbClr val="3F3F3F"/>
                </a:solidFill>
                <a:latin typeface="Arial"/>
                <a:cs typeface="Arial"/>
              </a:rPr>
              <a:t>	</a:t>
            </a:r>
            <a:r>
              <a:rPr sz="500" b="1" spc="-10" dirty="0">
                <a:solidFill>
                  <a:srgbClr val="E2E2E2"/>
                </a:solidFill>
                <a:latin typeface="Arial"/>
                <a:cs typeface="Arial"/>
                <a:hlinkClick r:id="rId4" action="ppaction://hlinksldjump"/>
              </a:rPr>
              <a:t>Administrivia</a:t>
            </a:r>
            <a:endParaRPr sz="500" dirty="0">
              <a:latin typeface="Arial"/>
              <a:cs typeface="Arial"/>
            </a:endParaRPr>
          </a:p>
        </p:txBody>
      </p:sp>
      <p:pic>
        <p:nvPicPr>
          <p:cNvPr id="3" name="object 3"/>
          <p:cNvPicPr/>
          <p:nvPr/>
        </p:nvPicPr>
        <p:blipFill>
          <a:blip r:embed="rId5" cstate="print"/>
          <a:stretch>
            <a:fillRect/>
          </a:stretch>
        </p:blipFill>
        <p:spPr>
          <a:xfrm>
            <a:off x="68834" y="112855"/>
            <a:ext cx="4470398" cy="7591"/>
          </a:xfrm>
          <a:prstGeom prst="rect">
            <a:avLst/>
          </a:prstGeom>
        </p:spPr>
      </p:pic>
      <p:sp>
        <p:nvSpPr>
          <p:cNvPr id="4" name="object 4"/>
          <p:cNvSpPr txBox="1">
            <a:spLocks noGrp="1"/>
          </p:cNvSpPr>
          <p:nvPr>
            <p:ph type="title"/>
          </p:nvPr>
        </p:nvSpPr>
        <p:spPr>
          <a:xfrm>
            <a:off x="23304" y="149895"/>
            <a:ext cx="1470660" cy="207645"/>
          </a:xfrm>
          <a:prstGeom prst="rect">
            <a:avLst/>
          </a:prstGeom>
        </p:spPr>
        <p:txBody>
          <a:bodyPr vert="horz" wrap="square" lIns="0" tIns="12065" rIns="0" bIns="0" rtlCol="0">
            <a:spAutoFit/>
          </a:bodyPr>
          <a:lstStyle/>
          <a:p>
            <a:pPr marL="12700">
              <a:lnSpc>
                <a:spcPct val="100000"/>
              </a:lnSpc>
              <a:spcBef>
                <a:spcPts val="95"/>
              </a:spcBef>
            </a:pPr>
            <a:r>
              <a:rPr sz="1200" dirty="0"/>
              <a:t>What</a:t>
            </a:r>
            <a:r>
              <a:rPr sz="1200" spc="80" dirty="0"/>
              <a:t> </a:t>
            </a:r>
            <a:r>
              <a:rPr sz="1200" dirty="0"/>
              <a:t>will</a:t>
            </a:r>
            <a:r>
              <a:rPr sz="1200" spc="80" dirty="0"/>
              <a:t> </a:t>
            </a:r>
            <a:r>
              <a:rPr sz="1200" dirty="0"/>
              <a:t>we</a:t>
            </a:r>
            <a:r>
              <a:rPr sz="1200" spc="75" dirty="0"/>
              <a:t> </a:t>
            </a:r>
            <a:r>
              <a:rPr sz="1200" spc="-45" dirty="0"/>
              <a:t>cover?</a:t>
            </a:r>
            <a:endParaRPr sz="1200"/>
          </a:p>
        </p:txBody>
      </p:sp>
      <p:sp>
        <p:nvSpPr>
          <p:cNvPr id="5" name="object 5"/>
          <p:cNvSpPr txBox="1"/>
          <p:nvPr/>
        </p:nvSpPr>
        <p:spPr>
          <a:xfrm>
            <a:off x="99720" y="436070"/>
            <a:ext cx="4352925" cy="2719070"/>
          </a:xfrm>
          <a:prstGeom prst="rect">
            <a:avLst/>
          </a:prstGeom>
        </p:spPr>
        <p:txBody>
          <a:bodyPr vert="horz" wrap="square" lIns="0" tIns="35560" rIns="0" bIns="0" rtlCol="0">
            <a:spAutoFit/>
          </a:bodyPr>
          <a:lstStyle/>
          <a:p>
            <a:pPr marL="243204">
              <a:lnSpc>
                <a:spcPct val="100000"/>
              </a:lnSpc>
              <a:spcBef>
                <a:spcPts val="280"/>
              </a:spcBef>
            </a:pPr>
            <a:r>
              <a:rPr sz="1000" b="1" dirty="0">
                <a:solidFill>
                  <a:srgbClr val="4B81AE"/>
                </a:solidFill>
                <a:latin typeface="Arial"/>
                <a:cs typeface="Arial"/>
              </a:rPr>
              <a:t>7.5</a:t>
            </a:r>
            <a:r>
              <a:rPr sz="1000" b="1" spc="190" dirty="0">
                <a:solidFill>
                  <a:srgbClr val="4B81AE"/>
                </a:solidFill>
                <a:latin typeface="Arial"/>
                <a:cs typeface="Arial"/>
              </a:rPr>
              <a:t> </a:t>
            </a:r>
            <a:r>
              <a:rPr sz="1000" spc="-70" dirty="0">
                <a:solidFill>
                  <a:srgbClr val="333333"/>
                </a:solidFill>
                <a:latin typeface="Arial MT"/>
                <a:cs typeface="Arial MT"/>
              </a:rPr>
              <a:t>Speed-</a:t>
            </a:r>
            <a:r>
              <a:rPr sz="1000" spc="-10" dirty="0">
                <a:solidFill>
                  <a:srgbClr val="333333"/>
                </a:solidFill>
                <a:latin typeface="Arial MT"/>
                <a:cs typeface="Arial MT"/>
              </a:rPr>
              <a:t>up</a:t>
            </a:r>
            <a:r>
              <a:rPr sz="1000" spc="5" dirty="0">
                <a:solidFill>
                  <a:srgbClr val="333333"/>
                </a:solidFill>
                <a:latin typeface="Arial MT"/>
                <a:cs typeface="Arial MT"/>
              </a:rPr>
              <a:t> </a:t>
            </a:r>
            <a:r>
              <a:rPr sz="1000" dirty="0">
                <a:solidFill>
                  <a:srgbClr val="333333"/>
                </a:solidFill>
                <a:latin typeface="Arial MT"/>
                <a:cs typeface="Arial MT"/>
              </a:rPr>
              <a:t>via</a:t>
            </a:r>
            <a:r>
              <a:rPr sz="1000" spc="10" dirty="0">
                <a:solidFill>
                  <a:srgbClr val="333333"/>
                </a:solidFill>
                <a:latin typeface="Arial MT"/>
                <a:cs typeface="Arial MT"/>
              </a:rPr>
              <a:t> </a:t>
            </a:r>
            <a:r>
              <a:rPr sz="1000" spc="-20" dirty="0">
                <a:solidFill>
                  <a:srgbClr val="333333"/>
                </a:solidFill>
                <a:latin typeface="Arial MT"/>
                <a:cs typeface="Arial MT"/>
              </a:rPr>
              <a:t>gradient</a:t>
            </a:r>
            <a:r>
              <a:rPr sz="1000" spc="10" dirty="0">
                <a:solidFill>
                  <a:srgbClr val="333333"/>
                </a:solidFill>
                <a:latin typeface="Arial MT"/>
                <a:cs typeface="Arial MT"/>
              </a:rPr>
              <a:t> </a:t>
            </a:r>
            <a:r>
              <a:rPr sz="1000" spc="-10" dirty="0">
                <a:solidFill>
                  <a:srgbClr val="333333"/>
                </a:solidFill>
                <a:latin typeface="Arial MT"/>
                <a:cs typeface="Arial MT"/>
              </a:rPr>
              <a:t>information</a:t>
            </a:r>
            <a:endParaRPr sz="1000">
              <a:latin typeface="Arial MT"/>
              <a:cs typeface="Arial MT"/>
            </a:endParaRPr>
          </a:p>
          <a:p>
            <a:pPr marL="210820" indent="-185420">
              <a:lnSpc>
                <a:spcPct val="100000"/>
              </a:lnSpc>
              <a:spcBef>
                <a:spcPts val="195"/>
              </a:spcBef>
              <a:buClr>
                <a:srgbClr val="4B81AE"/>
              </a:buClr>
              <a:buFont typeface="Arial"/>
              <a:buAutoNum type="arabicPeriod" startAt="8"/>
              <a:tabLst>
                <a:tab pos="210820" algn="l"/>
              </a:tabLst>
            </a:pPr>
            <a:r>
              <a:rPr sz="1100" dirty="0">
                <a:solidFill>
                  <a:srgbClr val="333333"/>
                </a:solidFill>
                <a:latin typeface="Arial MT"/>
                <a:cs typeface="Arial MT"/>
              </a:rPr>
              <a:t>2D</a:t>
            </a:r>
            <a:r>
              <a:rPr sz="1100" spc="-45" dirty="0">
                <a:solidFill>
                  <a:srgbClr val="333333"/>
                </a:solidFill>
                <a:latin typeface="Arial MT"/>
                <a:cs typeface="Arial MT"/>
              </a:rPr>
              <a:t> </a:t>
            </a:r>
            <a:r>
              <a:rPr sz="1100" spc="-35" dirty="0">
                <a:solidFill>
                  <a:srgbClr val="333333"/>
                </a:solidFill>
                <a:latin typeface="Arial MT"/>
                <a:cs typeface="Arial MT"/>
              </a:rPr>
              <a:t>Spatial</a:t>
            </a:r>
            <a:r>
              <a:rPr sz="1100" spc="-40" dirty="0">
                <a:solidFill>
                  <a:srgbClr val="333333"/>
                </a:solidFill>
                <a:latin typeface="Arial MT"/>
                <a:cs typeface="Arial MT"/>
              </a:rPr>
              <a:t> </a:t>
            </a:r>
            <a:r>
              <a:rPr sz="1100" spc="-10" dirty="0">
                <a:solidFill>
                  <a:srgbClr val="333333"/>
                </a:solidFill>
                <a:latin typeface="Arial MT"/>
                <a:cs typeface="Arial MT"/>
              </a:rPr>
              <a:t>Transformations</a:t>
            </a:r>
            <a:endParaRPr sz="1100">
              <a:latin typeface="Arial MT"/>
              <a:cs typeface="Arial MT"/>
            </a:endParaRPr>
          </a:p>
          <a:p>
            <a:pPr marL="487680" lvl="1" indent="-244475">
              <a:lnSpc>
                <a:spcPts val="1200"/>
              </a:lnSpc>
              <a:spcBef>
                <a:spcPts val="175"/>
              </a:spcBef>
              <a:buClr>
                <a:srgbClr val="4B81AE"/>
              </a:buClr>
              <a:buFont typeface="Arial"/>
              <a:buAutoNum type="arabicPeriod"/>
              <a:tabLst>
                <a:tab pos="487680" algn="l"/>
              </a:tabLst>
            </a:pPr>
            <a:r>
              <a:rPr sz="1000" dirty="0">
                <a:solidFill>
                  <a:srgbClr val="333333"/>
                </a:solidFill>
                <a:latin typeface="Arial MT"/>
                <a:cs typeface="Arial MT"/>
              </a:rPr>
              <a:t>Matrix</a:t>
            </a:r>
            <a:r>
              <a:rPr sz="1000" spc="25" dirty="0">
                <a:solidFill>
                  <a:srgbClr val="333333"/>
                </a:solidFill>
                <a:latin typeface="Arial MT"/>
                <a:cs typeface="Arial MT"/>
              </a:rPr>
              <a:t> </a:t>
            </a:r>
            <a:r>
              <a:rPr sz="1000" i="1" spc="180" dirty="0">
                <a:solidFill>
                  <a:srgbClr val="333333"/>
                </a:solidFill>
                <a:latin typeface="Arial"/>
                <a:cs typeface="Arial"/>
              </a:rPr>
              <a:t>≡</a:t>
            </a:r>
            <a:r>
              <a:rPr sz="1000" i="1" spc="35" dirty="0">
                <a:solidFill>
                  <a:srgbClr val="333333"/>
                </a:solidFill>
                <a:latin typeface="Arial"/>
                <a:cs typeface="Arial"/>
              </a:rPr>
              <a:t> </a:t>
            </a:r>
            <a:r>
              <a:rPr sz="1000" spc="-30" dirty="0">
                <a:solidFill>
                  <a:srgbClr val="333333"/>
                </a:solidFill>
                <a:latin typeface="Arial MT"/>
                <a:cs typeface="Arial MT"/>
              </a:rPr>
              <a:t>Linear</a:t>
            </a:r>
            <a:r>
              <a:rPr sz="1000" spc="25" dirty="0">
                <a:solidFill>
                  <a:srgbClr val="333333"/>
                </a:solidFill>
                <a:latin typeface="Arial MT"/>
                <a:cs typeface="Arial MT"/>
              </a:rPr>
              <a:t> </a:t>
            </a:r>
            <a:r>
              <a:rPr sz="1000" spc="-10" dirty="0">
                <a:solidFill>
                  <a:srgbClr val="333333"/>
                </a:solidFill>
                <a:latin typeface="Arial MT"/>
                <a:cs typeface="Arial MT"/>
              </a:rPr>
              <a:t>Transformation</a:t>
            </a:r>
            <a:endParaRPr sz="1000">
              <a:latin typeface="Arial MT"/>
              <a:cs typeface="Arial MT"/>
            </a:endParaRPr>
          </a:p>
          <a:p>
            <a:pPr marL="487680" lvl="1" indent="-244475">
              <a:lnSpc>
                <a:spcPts val="1195"/>
              </a:lnSpc>
              <a:buClr>
                <a:srgbClr val="4B81AE"/>
              </a:buClr>
              <a:buFont typeface="Arial"/>
              <a:buAutoNum type="arabicPeriod"/>
              <a:tabLst>
                <a:tab pos="487680" algn="l"/>
              </a:tabLst>
            </a:pPr>
            <a:r>
              <a:rPr sz="1000" spc="-40" dirty="0">
                <a:solidFill>
                  <a:srgbClr val="333333"/>
                </a:solidFill>
                <a:latin typeface="Arial MT"/>
                <a:cs typeface="Arial MT"/>
              </a:rPr>
              <a:t>Scaling,</a:t>
            </a:r>
            <a:r>
              <a:rPr sz="1000" spc="25" dirty="0">
                <a:solidFill>
                  <a:srgbClr val="333333"/>
                </a:solidFill>
                <a:latin typeface="Arial MT"/>
                <a:cs typeface="Arial MT"/>
              </a:rPr>
              <a:t> </a:t>
            </a:r>
            <a:r>
              <a:rPr sz="1000" spc="-60" dirty="0">
                <a:solidFill>
                  <a:srgbClr val="333333"/>
                </a:solidFill>
                <a:latin typeface="Arial MT"/>
                <a:cs typeface="Arial MT"/>
              </a:rPr>
              <a:t>Shear,</a:t>
            </a:r>
            <a:r>
              <a:rPr sz="1000" spc="25" dirty="0">
                <a:solidFill>
                  <a:srgbClr val="333333"/>
                </a:solidFill>
                <a:latin typeface="Arial MT"/>
                <a:cs typeface="Arial MT"/>
              </a:rPr>
              <a:t> </a:t>
            </a:r>
            <a:r>
              <a:rPr sz="1000" spc="-10" dirty="0">
                <a:solidFill>
                  <a:srgbClr val="333333"/>
                </a:solidFill>
                <a:latin typeface="Arial MT"/>
                <a:cs typeface="Arial MT"/>
              </a:rPr>
              <a:t>Rotation</a:t>
            </a:r>
            <a:endParaRPr sz="1000">
              <a:latin typeface="Arial MT"/>
              <a:cs typeface="Arial MT"/>
            </a:endParaRPr>
          </a:p>
          <a:p>
            <a:pPr marL="487680" lvl="1" indent="-244475">
              <a:lnSpc>
                <a:spcPts val="1195"/>
              </a:lnSpc>
              <a:buClr>
                <a:srgbClr val="4B81AE"/>
              </a:buClr>
              <a:buFont typeface="Arial"/>
              <a:buAutoNum type="arabicPeriod"/>
              <a:tabLst>
                <a:tab pos="487680" algn="l"/>
              </a:tabLst>
            </a:pPr>
            <a:r>
              <a:rPr sz="1000" spc="-30" dirty="0">
                <a:solidFill>
                  <a:srgbClr val="333333"/>
                </a:solidFill>
                <a:latin typeface="Arial MT"/>
                <a:cs typeface="Arial MT"/>
              </a:rPr>
              <a:t>Translation</a:t>
            </a:r>
            <a:r>
              <a:rPr sz="1000" spc="-5" dirty="0">
                <a:solidFill>
                  <a:srgbClr val="333333"/>
                </a:solidFill>
                <a:latin typeface="Arial MT"/>
                <a:cs typeface="Arial MT"/>
              </a:rPr>
              <a:t> </a:t>
            </a:r>
            <a:r>
              <a:rPr sz="1000" dirty="0">
                <a:solidFill>
                  <a:srgbClr val="333333"/>
                </a:solidFill>
                <a:latin typeface="Arial MT"/>
                <a:cs typeface="Arial MT"/>
              </a:rPr>
              <a:t>is</a:t>
            </a:r>
            <a:r>
              <a:rPr sz="1000" spc="5" dirty="0">
                <a:solidFill>
                  <a:srgbClr val="333333"/>
                </a:solidFill>
                <a:latin typeface="Arial MT"/>
                <a:cs typeface="Arial MT"/>
              </a:rPr>
              <a:t> </a:t>
            </a:r>
            <a:r>
              <a:rPr sz="1000" dirty="0">
                <a:solidFill>
                  <a:srgbClr val="333333"/>
                </a:solidFill>
                <a:latin typeface="Arial MT"/>
                <a:cs typeface="Arial MT"/>
              </a:rPr>
              <a:t>not</a:t>
            </a:r>
            <a:r>
              <a:rPr sz="1000" spc="-5" dirty="0">
                <a:solidFill>
                  <a:srgbClr val="333333"/>
                </a:solidFill>
                <a:latin typeface="Arial MT"/>
                <a:cs typeface="Arial MT"/>
              </a:rPr>
              <a:t> </a:t>
            </a:r>
            <a:r>
              <a:rPr sz="1000" spc="-25" dirty="0">
                <a:solidFill>
                  <a:srgbClr val="333333"/>
                </a:solidFill>
                <a:latin typeface="Arial MT"/>
                <a:cs typeface="Arial MT"/>
              </a:rPr>
              <a:t>linear</a:t>
            </a:r>
            <a:r>
              <a:rPr sz="1000" dirty="0">
                <a:solidFill>
                  <a:srgbClr val="333333"/>
                </a:solidFill>
                <a:latin typeface="Arial MT"/>
                <a:cs typeface="Arial MT"/>
              </a:rPr>
              <a:t> in </a:t>
            </a:r>
            <a:r>
              <a:rPr sz="1000" spc="-25" dirty="0">
                <a:solidFill>
                  <a:srgbClr val="333333"/>
                </a:solidFill>
                <a:latin typeface="Georgia"/>
                <a:cs typeface="Georgia"/>
              </a:rPr>
              <a:t>R</a:t>
            </a:r>
            <a:r>
              <a:rPr sz="1050" spc="-37" baseline="27777" dirty="0">
                <a:solidFill>
                  <a:srgbClr val="333333"/>
                </a:solidFill>
                <a:latin typeface="Arial MT"/>
                <a:cs typeface="Arial MT"/>
              </a:rPr>
              <a:t>2</a:t>
            </a:r>
            <a:endParaRPr sz="1050" baseline="27777">
              <a:latin typeface="Arial MT"/>
              <a:cs typeface="Arial MT"/>
            </a:endParaRPr>
          </a:p>
          <a:p>
            <a:pPr marL="487680" lvl="1" indent="-244475">
              <a:lnSpc>
                <a:spcPts val="1145"/>
              </a:lnSpc>
              <a:buClr>
                <a:srgbClr val="4B81AE"/>
              </a:buClr>
              <a:buFont typeface="Arial"/>
              <a:buAutoNum type="arabicPeriod"/>
              <a:tabLst>
                <a:tab pos="487680" algn="l"/>
              </a:tabLst>
            </a:pPr>
            <a:r>
              <a:rPr sz="1000" spc="-55" dirty="0">
                <a:solidFill>
                  <a:srgbClr val="333333"/>
                </a:solidFill>
                <a:latin typeface="Arial MT"/>
                <a:cs typeface="Arial MT"/>
              </a:rPr>
              <a:t>Homogenous</a:t>
            </a:r>
            <a:r>
              <a:rPr sz="1000" spc="15" dirty="0">
                <a:solidFill>
                  <a:srgbClr val="333333"/>
                </a:solidFill>
                <a:latin typeface="Arial MT"/>
                <a:cs typeface="Arial MT"/>
              </a:rPr>
              <a:t> </a:t>
            </a:r>
            <a:r>
              <a:rPr sz="1000" spc="-45" dirty="0">
                <a:solidFill>
                  <a:srgbClr val="333333"/>
                </a:solidFill>
                <a:latin typeface="Arial MT"/>
                <a:cs typeface="Arial MT"/>
              </a:rPr>
              <a:t>Coordinates</a:t>
            </a:r>
            <a:r>
              <a:rPr sz="1000" spc="25" dirty="0">
                <a:solidFill>
                  <a:srgbClr val="333333"/>
                </a:solidFill>
                <a:latin typeface="Arial MT"/>
                <a:cs typeface="Arial MT"/>
              </a:rPr>
              <a:t> </a:t>
            </a:r>
            <a:r>
              <a:rPr sz="1000" spc="-60" dirty="0">
                <a:solidFill>
                  <a:srgbClr val="333333"/>
                </a:solidFill>
                <a:latin typeface="Arial MT"/>
                <a:cs typeface="Arial MT"/>
              </a:rPr>
              <a:t>make</a:t>
            </a:r>
            <a:r>
              <a:rPr sz="1000" spc="15" dirty="0">
                <a:solidFill>
                  <a:srgbClr val="333333"/>
                </a:solidFill>
                <a:latin typeface="Arial MT"/>
                <a:cs typeface="Arial MT"/>
              </a:rPr>
              <a:t> </a:t>
            </a:r>
            <a:r>
              <a:rPr sz="1000" spc="-25" dirty="0">
                <a:solidFill>
                  <a:srgbClr val="333333"/>
                </a:solidFill>
                <a:latin typeface="Arial MT"/>
                <a:cs typeface="Arial MT"/>
              </a:rPr>
              <a:t>translation</a:t>
            </a:r>
            <a:r>
              <a:rPr sz="1000" spc="20" dirty="0">
                <a:solidFill>
                  <a:srgbClr val="333333"/>
                </a:solidFill>
                <a:latin typeface="Arial MT"/>
                <a:cs typeface="Arial MT"/>
              </a:rPr>
              <a:t> </a:t>
            </a:r>
            <a:r>
              <a:rPr sz="1000" spc="-25" dirty="0">
                <a:solidFill>
                  <a:srgbClr val="333333"/>
                </a:solidFill>
                <a:latin typeface="Arial MT"/>
                <a:cs typeface="Arial MT"/>
              </a:rPr>
              <a:t>linear</a:t>
            </a:r>
            <a:r>
              <a:rPr sz="1000" spc="20" dirty="0">
                <a:solidFill>
                  <a:srgbClr val="333333"/>
                </a:solidFill>
                <a:latin typeface="Arial MT"/>
                <a:cs typeface="Arial MT"/>
              </a:rPr>
              <a:t> </a:t>
            </a:r>
            <a:r>
              <a:rPr sz="1000" dirty="0">
                <a:solidFill>
                  <a:srgbClr val="333333"/>
                </a:solidFill>
                <a:latin typeface="Arial MT"/>
                <a:cs typeface="Arial MT"/>
              </a:rPr>
              <a:t>in</a:t>
            </a:r>
            <a:r>
              <a:rPr sz="1000" spc="15" dirty="0">
                <a:solidFill>
                  <a:srgbClr val="333333"/>
                </a:solidFill>
                <a:latin typeface="Arial MT"/>
                <a:cs typeface="Arial MT"/>
              </a:rPr>
              <a:t> </a:t>
            </a:r>
            <a:r>
              <a:rPr sz="1000" spc="-25" dirty="0">
                <a:solidFill>
                  <a:srgbClr val="333333"/>
                </a:solidFill>
                <a:latin typeface="Georgia"/>
                <a:cs typeface="Georgia"/>
              </a:rPr>
              <a:t>P</a:t>
            </a:r>
            <a:r>
              <a:rPr sz="1050" spc="-37" baseline="27777" dirty="0">
                <a:solidFill>
                  <a:srgbClr val="333333"/>
                </a:solidFill>
                <a:latin typeface="Arial MT"/>
                <a:cs typeface="Arial MT"/>
              </a:rPr>
              <a:t>2</a:t>
            </a:r>
            <a:endParaRPr sz="1050" baseline="27777">
              <a:latin typeface="Arial MT"/>
              <a:cs typeface="Arial MT"/>
            </a:endParaRPr>
          </a:p>
          <a:p>
            <a:pPr marL="487680" lvl="1" indent="-244475">
              <a:lnSpc>
                <a:spcPts val="1150"/>
              </a:lnSpc>
              <a:buClr>
                <a:srgbClr val="4B81AE"/>
              </a:buClr>
              <a:buFont typeface="Arial"/>
              <a:buAutoNum type="arabicPeriod"/>
              <a:tabLst>
                <a:tab pos="487680" algn="l"/>
              </a:tabLst>
            </a:pPr>
            <a:r>
              <a:rPr sz="1000" dirty="0">
                <a:solidFill>
                  <a:srgbClr val="333333"/>
                </a:solidFill>
                <a:latin typeface="Arial MT"/>
                <a:cs typeface="Arial MT"/>
              </a:rPr>
              <a:t>2D</a:t>
            </a:r>
            <a:r>
              <a:rPr sz="1000" spc="5" dirty="0">
                <a:solidFill>
                  <a:srgbClr val="333333"/>
                </a:solidFill>
                <a:latin typeface="Arial MT"/>
                <a:cs typeface="Arial MT"/>
              </a:rPr>
              <a:t> </a:t>
            </a:r>
            <a:r>
              <a:rPr sz="1000" spc="-10" dirty="0">
                <a:solidFill>
                  <a:srgbClr val="333333"/>
                </a:solidFill>
                <a:latin typeface="Arial MT"/>
                <a:cs typeface="Arial MT"/>
              </a:rPr>
              <a:t>Affine</a:t>
            </a:r>
            <a:r>
              <a:rPr sz="1000" spc="10" dirty="0">
                <a:solidFill>
                  <a:srgbClr val="333333"/>
                </a:solidFill>
                <a:latin typeface="Arial MT"/>
                <a:cs typeface="Arial MT"/>
              </a:rPr>
              <a:t> </a:t>
            </a:r>
            <a:r>
              <a:rPr sz="1000" spc="-35" dirty="0">
                <a:solidFill>
                  <a:srgbClr val="333333"/>
                </a:solidFill>
                <a:latin typeface="Arial MT"/>
                <a:cs typeface="Arial MT"/>
              </a:rPr>
              <a:t>Transformation</a:t>
            </a:r>
            <a:r>
              <a:rPr sz="1000" spc="5" dirty="0">
                <a:solidFill>
                  <a:srgbClr val="333333"/>
                </a:solidFill>
                <a:latin typeface="Arial MT"/>
                <a:cs typeface="Arial MT"/>
              </a:rPr>
              <a:t> </a:t>
            </a:r>
            <a:r>
              <a:rPr sz="1000" spc="-30" dirty="0">
                <a:solidFill>
                  <a:srgbClr val="333333"/>
                </a:solidFill>
                <a:latin typeface="Arial MT"/>
                <a:cs typeface="Arial MT"/>
              </a:rPr>
              <a:t>(Scaling,</a:t>
            </a:r>
            <a:r>
              <a:rPr sz="1000" spc="5" dirty="0">
                <a:solidFill>
                  <a:srgbClr val="333333"/>
                </a:solidFill>
                <a:latin typeface="Arial MT"/>
                <a:cs typeface="Arial MT"/>
              </a:rPr>
              <a:t> </a:t>
            </a:r>
            <a:r>
              <a:rPr sz="1000" spc="-60" dirty="0">
                <a:solidFill>
                  <a:srgbClr val="333333"/>
                </a:solidFill>
                <a:latin typeface="Arial MT"/>
                <a:cs typeface="Arial MT"/>
              </a:rPr>
              <a:t>Shear,</a:t>
            </a:r>
            <a:r>
              <a:rPr sz="1000" spc="10" dirty="0">
                <a:solidFill>
                  <a:srgbClr val="333333"/>
                </a:solidFill>
                <a:latin typeface="Arial MT"/>
                <a:cs typeface="Arial MT"/>
              </a:rPr>
              <a:t> </a:t>
            </a:r>
            <a:r>
              <a:rPr sz="1000" spc="-10" dirty="0">
                <a:solidFill>
                  <a:srgbClr val="333333"/>
                </a:solidFill>
                <a:latin typeface="Arial MT"/>
                <a:cs typeface="Arial MT"/>
              </a:rPr>
              <a:t>Rotation,</a:t>
            </a:r>
            <a:r>
              <a:rPr sz="1000" spc="5" dirty="0">
                <a:solidFill>
                  <a:srgbClr val="333333"/>
                </a:solidFill>
                <a:latin typeface="Arial MT"/>
                <a:cs typeface="Arial MT"/>
              </a:rPr>
              <a:t> </a:t>
            </a:r>
            <a:r>
              <a:rPr sz="1000" spc="-10" dirty="0">
                <a:solidFill>
                  <a:srgbClr val="333333"/>
                </a:solidFill>
                <a:latin typeface="Arial MT"/>
                <a:cs typeface="Arial MT"/>
              </a:rPr>
              <a:t>Translation)</a:t>
            </a:r>
            <a:endParaRPr sz="1000">
              <a:latin typeface="Arial MT"/>
              <a:cs typeface="Arial MT"/>
            </a:endParaRPr>
          </a:p>
          <a:p>
            <a:pPr marL="764540" lvl="2" indent="-313690">
              <a:lnSpc>
                <a:spcPct val="100000"/>
              </a:lnSpc>
              <a:spcBef>
                <a:spcPts val="195"/>
              </a:spcBef>
              <a:buClr>
                <a:srgbClr val="4B81AE"/>
              </a:buClr>
              <a:buFont typeface="Roboto Cn"/>
              <a:buAutoNum type="arabicPeriod"/>
              <a:tabLst>
                <a:tab pos="764540" algn="l"/>
              </a:tabLst>
            </a:pPr>
            <a:r>
              <a:rPr sz="900" dirty="0">
                <a:solidFill>
                  <a:srgbClr val="333333"/>
                </a:solidFill>
                <a:latin typeface="Arial MT"/>
                <a:cs typeface="Arial MT"/>
              </a:rPr>
              <a:t>6</a:t>
            </a:r>
            <a:r>
              <a:rPr sz="900" spc="20" dirty="0">
                <a:solidFill>
                  <a:srgbClr val="333333"/>
                </a:solidFill>
                <a:latin typeface="Arial MT"/>
                <a:cs typeface="Arial MT"/>
              </a:rPr>
              <a:t> </a:t>
            </a:r>
            <a:r>
              <a:rPr sz="900" spc="-60" dirty="0">
                <a:solidFill>
                  <a:srgbClr val="333333"/>
                </a:solidFill>
                <a:latin typeface="Arial MT"/>
                <a:cs typeface="Arial MT"/>
              </a:rPr>
              <a:t>degrees</a:t>
            </a:r>
            <a:r>
              <a:rPr sz="900" spc="25" dirty="0">
                <a:solidFill>
                  <a:srgbClr val="333333"/>
                </a:solidFill>
                <a:latin typeface="Arial MT"/>
                <a:cs typeface="Arial MT"/>
              </a:rPr>
              <a:t> </a:t>
            </a:r>
            <a:r>
              <a:rPr sz="900" dirty="0">
                <a:solidFill>
                  <a:srgbClr val="333333"/>
                </a:solidFill>
                <a:latin typeface="Arial MT"/>
                <a:cs typeface="Arial MT"/>
              </a:rPr>
              <a:t>of</a:t>
            </a:r>
            <a:r>
              <a:rPr sz="900" spc="25" dirty="0">
                <a:solidFill>
                  <a:srgbClr val="333333"/>
                </a:solidFill>
                <a:latin typeface="Arial MT"/>
                <a:cs typeface="Arial MT"/>
              </a:rPr>
              <a:t> </a:t>
            </a:r>
            <a:r>
              <a:rPr sz="900" spc="-10" dirty="0">
                <a:solidFill>
                  <a:srgbClr val="333333"/>
                </a:solidFill>
                <a:latin typeface="Arial MT"/>
                <a:cs typeface="Arial MT"/>
              </a:rPr>
              <a:t>freedom</a:t>
            </a:r>
            <a:endParaRPr sz="900">
              <a:latin typeface="Arial MT"/>
              <a:cs typeface="Arial MT"/>
            </a:endParaRPr>
          </a:p>
          <a:p>
            <a:pPr marL="764540" lvl="2" indent="-313690">
              <a:lnSpc>
                <a:spcPct val="100000"/>
              </a:lnSpc>
              <a:spcBef>
                <a:spcPts val="15"/>
              </a:spcBef>
              <a:buClr>
                <a:srgbClr val="4B81AE"/>
              </a:buClr>
              <a:buFont typeface="Roboto Cn"/>
              <a:buAutoNum type="arabicPeriod"/>
              <a:tabLst>
                <a:tab pos="764540" algn="l"/>
              </a:tabLst>
            </a:pPr>
            <a:r>
              <a:rPr sz="900" spc="-40" dirty="0">
                <a:solidFill>
                  <a:srgbClr val="333333"/>
                </a:solidFill>
                <a:latin typeface="Arial MT"/>
                <a:cs typeface="Arial MT"/>
              </a:rPr>
              <a:t>Recovering</a:t>
            </a:r>
            <a:r>
              <a:rPr sz="900" spc="-15" dirty="0">
                <a:solidFill>
                  <a:srgbClr val="333333"/>
                </a:solidFill>
                <a:latin typeface="Arial MT"/>
                <a:cs typeface="Arial MT"/>
              </a:rPr>
              <a:t> </a:t>
            </a:r>
            <a:r>
              <a:rPr sz="900" spc="-10" dirty="0">
                <a:solidFill>
                  <a:srgbClr val="333333"/>
                </a:solidFill>
                <a:latin typeface="Arial MT"/>
                <a:cs typeface="Arial MT"/>
              </a:rPr>
              <a:t>best affine transformation</a:t>
            </a:r>
            <a:r>
              <a:rPr sz="900" spc="-15" dirty="0">
                <a:solidFill>
                  <a:srgbClr val="333333"/>
                </a:solidFill>
                <a:latin typeface="Arial MT"/>
                <a:cs typeface="Arial MT"/>
              </a:rPr>
              <a:t> </a:t>
            </a:r>
            <a:r>
              <a:rPr sz="900" dirty="0">
                <a:solidFill>
                  <a:srgbClr val="333333"/>
                </a:solidFill>
                <a:latin typeface="Arial MT"/>
                <a:cs typeface="Arial MT"/>
              </a:rPr>
              <a:t>from</a:t>
            </a:r>
            <a:r>
              <a:rPr sz="900" spc="-10" dirty="0">
                <a:solidFill>
                  <a:srgbClr val="333333"/>
                </a:solidFill>
                <a:latin typeface="Arial MT"/>
                <a:cs typeface="Arial MT"/>
              </a:rPr>
              <a:t> correspondences</a:t>
            </a:r>
            <a:endParaRPr sz="900">
              <a:latin typeface="Arial MT"/>
              <a:cs typeface="Arial MT"/>
            </a:endParaRPr>
          </a:p>
          <a:p>
            <a:pPr marL="764540" lvl="2" indent="-313690">
              <a:lnSpc>
                <a:spcPct val="100000"/>
              </a:lnSpc>
              <a:spcBef>
                <a:spcPts val="15"/>
              </a:spcBef>
              <a:buClr>
                <a:srgbClr val="4B81AE"/>
              </a:buClr>
              <a:buFont typeface="Roboto Cn"/>
              <a:buAutoNum type="arabicPeriod"/>
              <a:tabLst>
                <a:tab pos="764540" algn="l"/>
              </a:tabLst>
            </a:pPr>
            <a:r>
              <a:rPr sz="900" dirty="0">
                <a:solidFill>
                  <a:srgbClr val="333333"/>
                </a:solidFill>
                <a:latin typeface="Arial MT"/>
                <a:cs typeface="Arial MT"/>
              </a:rPr>
              <a:t>Affine</a:t>
            </a:r>
            <a:r>
              <a:rPr sz="900" spc="-35" dirty="0">
                <a:solidFill>
                  <a:srgbClr val="333333"/>
                </a:solidFill>
                <a:latin typeface="Arial MT"/>
                <a:cs typeface="Arial MT"/>
              </a:rPr>
              <a:t> </a:t>
            </a:r>
            <a:r>
              <a:rPr sz="900" spc="-30" dirty="0">
                <a:solidFill>
                  <a:srgbClr val="333333"/>
                </a:solidFill>
                <a:latin typeface="Arial MT"/>
                <a:cs typeface="Arial MT"/>
              </a:rPr>
              <a:t>Image </a:t>
            </a:r>
            <a:r>
              <a:rPr sz="900" spc="-10" dirty="0">
                <a:solidFill>
                  <a:srgbClr val="333333"/>
                </a:solidFill>
                <a:latin typeface="Arial MT"/>
                <a:cs typeface="Arial MT"/>
              </a:rPr>
              <a:t>Warping</a:t>
            </a:r>
            <a:endParaRPr sz="900">
              <a:latin typeface="Arial MT"/>
              <a:cs typeface="Arial MT"/>
            </a:endParaRPr>
          </a:p>
          <a:p>
            <a:pPr marL="487680" lvl="1" indent="-244475">
              <a:lnSpc>
                <a:spcPct val="100000"/>
              </a:lnSpc>
              <a:spcBef>
                <a:spcPts val="120"/>
              </a:spcBef>
              <a:buClr>
                <a:srgbClr val="4B81AE"/>
              </a:buClr>
              <a:buFont typeface="Arial"/>
              <a:buAutoNum type="arabicPeriod"/>
              <a:tabLst>
                <a:tab pos="487680" algn="l"/>
              </a:tabLst>
            </a:pPr>
            <a:r>
              <a:rPr sz="1000" dirty="0">
                <a:solidFill>
                  <a:srgbClr val="333333"/>
                </a:solidFill>
                <a:latin typeface="Arial MT"/>
                <a:cs typeface="Arial MT"/>
              </a:rPr>
              <a:t>2D</a:t>
            </a:r>
            <a:r>
              <a:rPr sz="1000" spc="10" dirty="0">
                <a:solidFill>
                  <a:srgbClr val="333333"/>
                </a:solidFill>
                <a:latin typeface="Arial MT"/>
                <a:cs typeface="Arial MT"/>
              </a:rPr>
              <a:t> </a:t>
            </a:r>
            <a:r>
              <a:rPr sz="1000" spc="-20" dirty="0">
                <a:solidFill>
                  <a:srgbClr val="333333"/>
                </a:solidFill>
                <a:latin typeface="Arial MT"/>
                <a:cs typeface="Arial MT"/>
              </a:rPr>
              <a:t>Projective</a:t>
            </a:r>
            <a:r>
              <a:rPr sz="1000" spc="15" dirty="0">
                <a:solidFill>
                  <a:srgbClr val="333333"/>
                </a:solidFill>
                <a:latin typeface="Arial MT"/>
                <a:cs typeface="Arial MT"/>
              </a:rPr>
              <a:t> </a:t>
            </a:r>
            <a:r>
              <a:rPr sz="1000" spc="-35" dirty="0">
                <a:solidFill>
                  <a:srgbClr val="333333"/>
                </a:solidFill>
                <a:latin typeface="Arial MT"/>
                <a:cs typeface="Arial MT"/>
              </a:rPr>
              <a:t>Transformation</a:t>
            </a:r>
            <a:r>
              <a:rPr sz="1000" spc="10" dirty="0">
                <a:solidFill>
                  <a:srgbClr val="333333"/>
                </a:solidFill>
                <a:latin typeface="Arial MT"/>
                <a:cs typeface="Arial MT"/>
              </a:rPr>
              <a:t> </a:t>
            </a:r>
            <a:r>
              <a:rPr sz="1000" spc="-10" dirty="0">
                <a:solidFill>
                  <a:srgbClr val="333333"/>
                </a:solidFill>
                <a:latin typeface="Arial MT"/>
                <a:cs typeface="Arial MT"/>
              </a:rPr>
              <a:t>(Homography)</a:t>
            </a:r>
            <a:endParaRPr sz="1000">
              <a:latin typeface="Arial MT"/>
              <a:cs typeface="Arial MT"/>
            </a:endParaRPr>
          </a:p>
          <a:p>
            <a:pPr marL="764540" lvl="2" indent="-313690">
              <a:lnSpc>
                <a:spcPct val="100000"/>
              </a:lnSpc>
              <a:spcBef>
                <a:spcPts val="195"/>
              </a:spcBef>
              <a:buClr>
                <a:srgbClr val="4B81AE"/>
              </a:buClr>
              <a:buFont typeface="Roboto Cn"/>
              <a:buAutoNum type="arabicPeriod"/>
              <a:tabLst>
                <a:tab pos="764540" algn="l"/>
              </a:tabLst>
            </a:pPr>
            <a:r>
              <a:rPr sz="900" dirty="0">
                <a:solidFill>
                  <a:srgbClr val="333333"/>
                </a:solidFill>
                <a:latin typeface="Arial MT"/>
                <a:cs typeface="Arial MT"/>
              </a:rPr>
              <a:t>8</a:t>
            </a:r>
            <a:r>
              <a:rPr sz="900" spc="20" dirty="0">
                <a:solidFill>
                  <a:srgbClr val="333333"/>
                </a:solidFill>
                <a:latin typeface="Arial MT"/>
                <a:cs typeface="Arial MT"/>
              </a:rPr>
              <a:t> </a:t>
            </a:r>
            <a:r>
              <a:rPr sz="900" spc="-60" dirty="0">
                <a:solidFill>
                  <a:srgbClr val="333333"/>
                </a:solidFill>
                <a:latin typeface="Arial MT"/>
                <a:cs typeface="Arial MT"/>
              </a:rPr>
              <a:t>degrees</a:t>
            </a:r>
            <a:r>
              <a:rPr sz="900" spc="25" dirty="0">
                <a:solidFill>
                  <a:srgbClr val="333333"/>
                </a:solidFill>
                <a:latin typeface="Arial MT"/>
                <a:cs typeface="Arial MT"/>
              </a:rPr>
              <a:t> </a:t>
            </a:r>
            <a:r>
              <a:rPr sz="900" dirty="0">
                <a:solidFill>
                  <a:srgbClr val="333333"/>
                </a:solidFill>
                <a:latin typeface="Arial MT"/>
                <a:cs typeface="Arial MT"/>
              </a:rPr>
              <a:t>of</a:t>
            </a:r>
            <a:r>
              <a:rPr sz="900" spc="25" dirty="0">
                <a:solidFill>
                  <a:srgbClr val="333333"/>
                </a:solidFill>
                <a:latin typeface="Arial MT"/>
                <a:cs typeface="Arial MT"/>
              </a:rPr>
              <a:t> </a:t>
            </a:r>
            <a:r>
              <a:rPr sz="900" spc="-10" dirty="0">
                <a:solidFill>
                  <a:srgbClr val="333333"/>
                </a:solidFill>
                <a:latin typeface="Arial MT"/>
                <a:cs typeface="Arial MT"/>
              </a:rPr>
              <a:t>freedom</a:t>
            </a:r>
            <a:endParaRPr sz="900">
              <a:latin typeface="Arial MT"/>
              <a:cs typeface="Arial MT"/>
            </a:endParaRPr>
          </a:p>
          <a:p>
            <a:pPr marL="763905" marR="17780" lvl="2" indent="-313690">
              <a:lnSpc>
                <a:spcPct val="101499"/>
              </a:lnSpc>
              <a:buClr>
                <a:srgbClr val="4B81AE"/>
              </a:buClr>
              <a:buFont typeface="Roboto Cn"/>
              <a:buAutoNum type="arabicPeriod"/>
              <a:tabLst>
                <a:tab pos="767080" algn="l"/>
              </a:tabLst>
            </a:pPr>
            <a:r>
              <a:rPr sz="900" spc="-40" dirty="0">
                <a:solidFill>
                  <a:srgbClr val="333333"/>
                </a:solidFill>
                <a:latin typeface="Arial MT"/>
                <a:cs typeface="Arial MT"/>
              </a:rPr>
              <a:t>Recovering</a:t>
            </a:r>
            <a:r>
              <a:rPr sz="900" spc="5" dirty="0">
                <a:solidFill>
                  <a:srgbClr val="333333"/>
                </a:solidFill>
                <a:latin typeface="Arial MT"/>
                <a:cs typeface="Arial MT"/>
              </a:rPr>
              <a:t> </a:t>
            </a:r>
            <a:r>
              <a:rPr sz="900" spc="-10" dirty="0">
                <a:solidFill>
                  <a:srgbClr val="333333"/>
                </a:solidFill>
                <a:latin typeface="Arial MT"/>
                <a:cs typeface="Arial MT"/>
              </a:rPr>
              <a:t>best</a:t>
            </a:r>
            <a:r>
              <a:rPr sz="900" spc="10" dirty="0">
                <a:solidFill>
                  <a:srgbClr val="333333"/>
                </a:solidFill>
                <a:latin typeface="Arial MT"/>
                <a:cs typeface="Arial MT"/>
              </a:rPr>
              <a:t> </a:t>
            </a:r>
            <a:r>
              <a:rPr sz="900" spc="-20" dirty="0">
                <a:solidFill>
                  <a:srgbClr val="333333"/>
                </a:solidFill>
                <a:latin typeface="Arial MT"/>
                <a:cs typeface="Arial MT"/>
              </a:rPr>
              <a:t>projective</a:t>
            </a:r>
            <a:r>
              <a:rPr sz="900" spc="10" dirty="0">
                <a:solidFill>
                  <a:srgbClr val="333333"/>
                </a:solidFill>
                <a:latin typeface="Arial MT"/>
                <a:cs typeface="Arial MT"/>
              </a:rPr>
              <a:t> </a:t>
            </a:r>
            <a:r>
              <a:rPr sz="900" spc="-10" dirty="0">
                <a:solidFill>
                  <a:srgbClr val="333333"/>
                </a:solidFill>
                <a:latin typeface="Arial MT"/>
                <a:cs typeface="Arial MT"/>
              </a:rPr>
              <a:t>transformation</a:t>
            </a:r>
            <a:r>
              <a:rPr sz="900" spc="10" dirty="0">
                <a:solidFill>
                  <a:srgbClr val="333333"/>
                </a:solidFill>
                <a:latin typeface="Arial MT"/>
                <a:cs typeface="Arial MT"/>
              </a:rPr>
              <a:t> </a:t>
            </a:r>
            <a:r>
              <a:rPr sz="900" dirty="0">
                <a:solidFill>
                  <a:srgbClr val="333333"/>
                </a:solidFill>
                <a:latin typeface="Arial MT"/>
                <a:cs typeface="Arial MT"/>
              </a:rPr>
              <a:t>from</a:t>
            </a:r>
            <a:r>
              <a:rPr sz="900" spc="5" dirty="0">
                <a:solidFill>
                  <a:srgbClr val="333333"/>
                </a:solidFill>
                <a:latin typeface="Arial MT"/>
                <a:cs typeface="Arial MT"/>
              </a:rPr>
              <a:t> </a:t>
            </a:r>
            <a:r>
              <a:rPr sz="900" spc="-50" dirty="0">
                <a:solidFill>
                  <a:srgbClr val="333333"/>
                </a:solidFill>
                <a:latin typeface="Arial MT"/>
                <a:cs typeface="Arial MT"/>
              </a:rPr>
              <a:t>correspondences</a:t>
            </a:r>
            <a:r>
              <a:rPr sz="900" spc="10" dirty="0">
                <a:solidFill>
                  <a:srgbClr val="333333"/>
                </a:solidFill>
                <a:latin typeface="Arial MT"/>
                <a:cs typeface="Arial MT"/>
              </a:rPr>
              <a:t> </a:t>
            </a:r>
            <a:r>
              <a:rPr sz="900" dirty="0">
                <a:solidFill>
                  <a:srgbClr val="333333"/>
                </a:solidFill>
                <a:latin typeface="Arial MT"/>
                <a:cs typeface="Arial MT"/>
              </a:rPr>
              <a:t>–</a:t>
            </a:r>
            <a:r>
              <a:rPr sz="900" spc="10" dirty="0">
                <a:solidFill>
                  <a:srgbClr val="333333"/>
                </a:solidFill>
                <a:latin typeface="Arial MT"/>
                <a:cs typeface="Arial MT"/>
              </a:rPr>
              <a:t> </a:t>
            </a:r>
            <a:r>
              <a:rPr sz="900" spc="-10" dirty="0">
                <a:solidFill>
                  <a:srgbClr val="333333"/>
                </a:solidFill>
                <a:latin typeface="Arial MT"/>
                <a:cs typeface="Arial MT"/>
              </a:rPr>
              <a:t>Direct 	</a:t>
            </a:r>
            <a:r>
              <a:rPr sz="900" spc="-20" dirty="0">
                <a:solidFill>
                  <a:srgbClr val="333333"/>
                </a:solidFill>
                <a:latin typeface="Arial MT"/>
                <a:cs typeface="Arial MT"/>
              </a:rPr>
              <a:t>Linear</a:t>
            </a:r>
            <a:r>
              <a:rPr sz="900" spc="5" dirty="0">
                <a:solidFill>
                  <a:srgbClr val="333333"/>
                </a:solidFill>
                <a:latin typeface="Arial MT"/>
                <a:cs typeface="Arial MT"/>
              </a:rPr>
              <a:t> </a:t>
            </a:r>
            <a:r>
              <a:rPr sz="900" spc="-25" dirty="0">
                <a:solidFill>
                  <a:srgbClr val="333333"/>
                </a:solidFill>
                <a:latin typeface="Arial MT"/>
                <a:cs typeface="Arial MT"/>
              </a:rPr>
              <a:t>Transform</a:t>
            </a:r>
            <a:r>
              <a:rPr sz="900" spc="10" dirty="0">
                <a:solidFill>
                  <a:srgbClr val="333333"/>
                </a:solidFill>
                <a:latin typeface="Arial MT"/>
                <a:cs typeface="Arial MT"/>
              </a:rPr>
              <a:t> </a:t>
            </a:r>
            <a:r>
              <a:rPr sz="900" spc="-10" dirty="0">
                <a:solidFill>
                  <a:srgbClr val="333333"/>
                </a:solidFill>
                <a:latin typeface="Arial MT"/>
                <a:cs typeface="Arial MT"/>
              </a:rPr>
              <a:t>(DLT)</a:t>
            </a:r>
            <a:endParaRPr sz="900">
              <a:latin typeface="Arial MT"/>
              <a:cs typeface="Arial MT"/>
            </a:endParaRPr>
          </a:p>
          <a:p>
            <a:pPr marL="764540" lvl="2" indent="-313690">
              <a:lnSpc>
                <a:spcPct val="100000"/>
              </a:lnSpc>
              <a:spcBef>
                <a:spcPts val="15"/>
              </a:spcBef>
              <a:buClr>
                <a:srgbClr val="4B81AE"/>
              </a:buClr>
              <a:buFont typeface="Roboto Cn"/>
              <a:buAutoNum type="arabicPeriod"/>
              <a:tabLst>
                <a:tab pos="764540" algn="l"/>
              </a:tabLst>
            </a:pPr>
            <a:r>
              <a:rPr sz="900" spc="-10" dirty="0">
                <a:solidFill>
                  <a:srgbClr val="333333"/>
                </a:solidFill>
                <a:latin typeface="Arial MT"/>
                <a:cs typeface="Arial MT"/>
              </a:rPr>
              <a:t>Projective</a:t>
            </a:r>
            <a:r>
              <a:rPr sz="900" spc="-35" dirty="0">
                <a:solidFill>
                  <a:srgbClr val="333333"/>
                </a:solidFill>
                <a:latin typeface="Arial MT"/>
                <a:cs typeface="Arial MT"/>
              </a:rPr>
              <a:t> </a:t>
            </a:r>
            <a:r>
              <a:rPr sz="900" spc="-30" dirty="0">
                <a:solidFill>
                  <a:srgbClr val="333333"/>
                </a:solidFill>
                <a:latin typeface="Arial MT"/>
                <a:cs typeface="Arial MT"/>
              </a:rPr>
              <a:t>Image </a:t>
            </a:r>
            <a:r>
              <a:rPr sz="900" spc="-10" dirty="0">
                <a:solidFill>
                  <a:srgbClr val="333333"/>
                </a:solidFill>
                <a:latin typeface="Arial MT"/>
                <a:cs typeface="Arial MT"/>
              </a:rPr>
              <a:t>Warping</a:t>
            </a:r>
            <a:endParaRPr sz="900">
              <a:latin typeface="Arial MT"/>
              <a:cs typeface="Arial MT"/>
            </a:endParaRPr>
          </a:p>
          <a:p>
            <a:pPr marL="210820" indent="-185420">
              <a:lnSpc>
                <a:spcPct val="100000"/>
              </a:lnSpc>
              <a:spcBef>
                <a:spcPts val="215"/>
              </a:spcBef>
              <a:buClr>
                <a:srgbClr val="4B81AE"/>
              </a:buClr>
              <a:buFont typeface="Arial"/>
              <a:buAutoNum type="arabicPeriod" startAt="8"/>
              <a:tabLst>
                <a:tab pos="210820" algn="l"/>
              </a:tabLst>
            </a:pPr>
            <a:r>
              <a:rPr sz="1100" dirty="0">
                <a:solidFill>
                  <a:srgbClr val="333333"/>
                </a:solidFill>
                <a:latin typeface="Arial MT"/>
                <a:cs typeface="Arial MT"/>
              </a:rPr>
              <a:t>Optic</a:t>
            </a:r>
            <a:r>
              <a:rPr sz="1100" spc="-45" dirty="0">
                <a:solidFill>
                  <a:srgbClr val="333333"/>
                </a:solidFill>
                <a:latin typeface="Arial MT"/>
                <a:cs typeface="Arial MT"/>
              </a:rPr>
              <a:t> </a:t>
            </a:r>
            <a:r>
              <a:rPr sz="1100" spc="-20" dirty="0">
                <a:solidFill>
                  <a:srgbClr val="333333"/>
                </a:solidFill>
                <a:latin typeface="Arial MT"/>
                <a:cs typeface="Arial MT"/>
              </a:rPr>
              <a:t>Flow</a:t>
            </a:r>
            <a:endParaRPr sz="1100">
              <a:latin typeface="Arial MT"/>
              <a:cs typeface="Arial MT"/>
            </a:endParaRPr>
          </a:p>
          <a:p>
            <a:pPr marL="487680" lvl="1" indent="-244475">
              <a:lnSpc>
                <a:spcPct val="100000"/>
              </a:lnSpc>
              <a:spcBef>
                <a:spcPts val="170"/>
              </a:spcBef>
              <a:buClr>
                <a:srgbClr val="4B81AE"/>
              </a:buClr>
              <a:buFont typeface="Arial"/>
              <a:buAutoNum type="arabicPeriod"/>
              <a:tabLst>
                <a:tab pos="487680" algn="l"/>
              </a:tabLst>
            </a:pPr>
            <a:r>
              <a:rPr sz="1000" spc="-55" dirty="0">
                <a:solidFill>
                  <a:srgbClr val="333333"/>
                </a:solidFill>
                <a:latin typeface="Arial MT"/>
                <a:cs typeface="Arial MT"/>
              </a:rPr>
              <a:t>Gray</a:t>
            </a:r>
            <a:r>
              <a:rPr sz="1000" spc="10" dirty="0">
                <a:solidFill>
                  <a:srgbClr val="333333"/>
                </a:solidFill>
                <a:latin typeface="Arial MT"/>
                <a:cs typeface="Arial MT"/>
              </a:rPr>
              <a:t> </a:t>
            </a:r>
            <a:r>
              <a:rPr sz="1000" spc="-45" dirty="0">
                <a:solidFill>
                  <a:srgbClr val="333333"/>
                </a:solidFill>
                <a:latin typeface="Arial MT"/>
                <a:cs typeface="Arial MT"/>
              </a:rPr>
              <a:t>value</a:t>
            </a:r>
            <a:r>
              <a:rPr sz="1000" spc="15" dirty="0">
                <a:solidFill>
                  <a:srgbClr val="333333"/>
                </a:solidFill>
                <a:latin typeface="Arial MT"/>
                <a:cs typeface="Arial MT"/>
              </a:rPr>
              <a:t> </a:t>
            </a:r>
            <a:r>
              <a:rPr sz="1000" spc="-10" dirty="0">
                <a:solidFill>
                  <a:srgbClr val="333333"/>
                </a:solidFill>
                <a:latin typeface="Arial MT"/>
                <a:cs typeface="Arial MT"/>
              </a:rPr>
              <a:t>constancy</a:t>
            </a:r>
            <a:endParaRPr sz="1000">
              <a:latin typeface="Arial MT"/>
              <a:cs typeface="Arial MT"/>
            </a:endParaRPr>
          </a:p>
        </p:txBody>
      </p:sp>
      <p:sp>
        <p:nvSpPr>
          <p:cNvPr id="6" name="object 6"/>
          <p:cNvSpPr/>
          <p:nvPr/>
        </p:nvSpPr>
        <p:spPr>
          <a:xfrm>
            <a:off x="68834" y="3308210"/>
            <a:ext cx="4470400" cy="0"/>
          </a:xfrm>
          <a:custGeom>
            <a:avLst/>
            <a:gdLst/>
            <a:ahLst/>
            <a:cxnLst/>
            <a:rect l="l" t="t" r="r" b="b"/>
            <a:pathLst>
              <a:path w="4470400">
                <a:moveTo>
                  <a:pt x="0" y="0"/>
                </a:moveTo>
                <a:lnTo>
                  <a:pt x="4470336" y="0"/>
                </a:lnTo>
              </a:path>
            </a:pathLst>
          </a:custGeom>
          <a:ln w="7594">
            <a:solidFill>
              <a:srgbClr val="4B81AE"/>
            </a:solidFill>
          </a:ln>
        </p:spPr>
        <p:txBody>
          <a:bodyPr wrap="square" lIns="0" tIns="0" rIns="0" bIns="0" rtlCol="0"/>
          <a:lstStyle/>
          <a:p>
            <a:endParaRPr/>
          </a:p>
        </p:txBody>
      </p:sp>
      <p:sp>
        <p:nvSpPr>
          <p:cNvPr id="7" name="object 7"/>
          <p:cNvSpPr txBox="1"/>
          <p:nvPr/>
        </p:nvSpPr>
        <p:spPr>
          <a:xfrm>
            <a:off x="1779498" y="3332022"/>
            <a:ext cx="648335" cy="122555"/>
          </a:xfrm>
          <a:prstGeom prst="rect">
            <a:avLst/>
          </a:prstGeom>
        </p:spPr>
        <p:txBody>
          <a:bodyPr vert="horz" wrap="square" lIns="0" tIns="7620" rIns="0" bIns="0" rtlCol="0">
            <a:spAutoFit/>
          </a:bodyPr>
          <a:lstStyle/>
          <a:p>
            <a:pPr marL="12700">
              <a:lnSpc>
                <a:spcPct val="100000"/>
              </a:lnSpc>
              <a:spcBef>
                <a:spcPts val="60"/>
              </a:spcBef>
            </a:pPr>
            <a:r>
              <a:rPr sz="600" i="1" spc="-20" dirty="0">
                <a:solidFill>
                  <a:srgbClr val="333333"/>
                </a:solidFill>
                <a:latin typeface="Verdana"/>
                <a:cs typeface="Verdana"/>
                <a:hlinkClick r:id="rId6" action="ppaction://hlinksldjump"/>
              </a:rPr>
              <a:t>Computer</a:t>
            </a:r>
            <a:r>
              <a:rPr sz="600" i="1" spc="25" dirty="0">
                <a:solidFill>
                  <a:srgbClr val="333333"/>
                </a:solidFill>
                <a:latin typeface="Verdana"/>
                <a:cs typeface="Verdana"/>
                <a:hlinkClick r:id="rId6" action="ppaction://hlinksldjump"/>
              </a:rPr>
              <a:t> </a:t>
            </a:r>
            <a:r>
              <a:rPr sz="600" i="1" spc="-10" dirty="0">
                <a:solidFill>
                  <a:srgbClr val="333333"/>
                </a:solidFill>
                <a:latin typeface="Verdana"/>
                <a:cs typeface="Verdana"/>
                <a:hlinkClick r:id="rId6" action="ppaction://hlinksldjump"/>
              </a:rPr>
              <a:t>Vision</a:t>
            </a:r>
            <a:endParaRPr sz="600">
              <a:latin typeface="Verdana"/>
              <a:cs typeface="Verdana"/>
            </a:endParaRPr>
          </a:p>
        </p:txBody>
      </p:sp>
      <p:sp>
        <p:nvSpPr>
          <p:cNvPr id="8" name="object 8"/>
          <p:cNvSpPr txBox="1">
            <a:spLocks noGrp="1"/>
          </p:cNvSpPr>
          <p:nvPr>
            <p:ph type="sldNum" sz="quarter" idx="7"/>
          </p:nvPr>
        </p:nvSpPr>
        <p:spPr>
          <a:prstGeom prst="rect">
            <a:avLst/>
          </a:prstGeom>
        </p:spPr>
        <p:txBody>
          <a:bodyPr vert="horz" wrap="square" lIns="0" tIns="7620" rIns="0" bIns="0" rtlCol="0">
            <a:spAutoFit/>
          </a:bodyPr>
          <a:lstStyle/>
          <a:p>
            <a:pPr marL="38100">
              <a:lnSpc>
                <a:spcPct val="100000"/>
              </a:lnSpc>
              <a:spcBef>
                <a:spcPts val="60"/>
              </a:spcBef>
            </a:pPr>
            <a:fld id="{81D60167-4931-47E6-BA6A-407CBD079E47}" type="slidenum">
              <a:rPr spc="-45" dirty="0"/>
              <a:t>51</a:t>
            </a:fld>
            <a:r>
              <a:rPr spc="-90" dirty="0"/>
              <a:t> </a:t>
            </a:r>
            <a:r>
              <a:rPr spc="70" dirty="0"/>
              <a:t>/</a:t>
            </a:r>
            <a:r>
              <a:rPr spc="-85" dirty="0"/>
              <a:t> </a:t>
            </a:r>
            <a:r>
              <a:rPr spc="-25" dirty="0"/>
              <a:t>59</a:t>
            </a:r>
          </a:p>
        </p:txBody>
      </p:sp>
    </p:spTree>
  </p:cSld>
  <p:clrMapOvr>
    <a:masterClrMapping/>
  </p:clrMapOvr>
  <p:transition>
    <p:cut/>
  </p:transition>
</p:sld>
</file>

<file path=ppt/slides/slide52.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object 2"/>
          <p:cNvSpPr txBox="1"/>
          <p:nvPr/>
        </p:nvSpPr>
        <p:spPr>
          <a:xfrm>
            <a:off x="4117530" y="15020"/>
            <a:ext cx="434340" cy="101600"/>
          </a:xfrm>
          <a:prstGeom prst="rect">
            <a:avLst/>
          </a:prstGeom>
        </p:spPr>
        <p:txBody>
          <a:bodyPr vert="horz" wrap="square" lIns="0" tIns="12065" rIns="0" bIns="0" rtlCol="0">
            <a:spAutoFit/>
          </a:bodyPr>
          <a:lstStyle/>
          <a:p>
            <a:pPr marL="12700">
              <a:lnSpc>
                <a:spcPct val="100000"/>
              </a:lnSpc>
              <a:spcBef>
                <a:spcPts val="95"/>
              </a:spcBef>
            </a:pPr>
            <a:r>
              <a:rPr sz="500" b="1" spc="-10" dirty="0">
                <a:solidFill>
                  <a:srgbClr val="E2E2E2"/>
                </a:solidFill>
                <a:latin typeface="Arial"/>
                <a:cs typeface="Arial"/>
                <a:hlinkClick r:id="rId2" action="ppaction://hlinksldjump"/>
              </a:rPr>
              <a:t>Administrivia</a:t>
            </a:r>
            <a:endParaRPr sz="500">
              <a:latin typeface="Arial"/>
              <a:cs typeface="Arial"/>
            </a:endParaRPr>
          </a:p>
        </p:txBody>
      </p:sp>
      <p:pic>
        <p:nvPicPr>
          <p:cNvPr id="3" name="object 3"/>
          <p:cNvPicPr/>
          <p:nvPr/>
        </p:nvPicPr>
        <p:blipFill>
          <a:blip r:embed="rId3" cstate="print"/>
          <a:stretch>
            <a:fillRect/>
          </a:stretch>
        </p:blipFill>
        <p:spPr>
          <a:xfrm>
            <a:off x="68833" y="112855"/>
            <a:ext cx="4470399" cy="7591"/>
          </a:xfrm>
          <a:prstGeom prst="rect">
            <a:avLst/>
          </a:prstGeom>
        </p:spPr>
      </p:pic>
      <p:sp>
        <p:nvSpPr>
          <p:cNvPr id="4" name="object 4"/>
          <p:cNvSpPr txBox="1"/>
          <p:nvPr/>
        </p:nvSpPr>
        <p:spPr>
          <a:xfrm>
            <a:off x="23304" y="-14802"/>
            <a:ext cx="3090545" cy="2250616"/>
          </a:xfrm>
          <a:prstGeom prst="rect">
            <a:avLst/>
          </a:prstGeom>
        </p:spPr>
        <p:txBody>
          <a:bodyPr vert="horz" wrap="square" lIns="0" tIns="36830" rIns="0" bIns="0" rtlCol="0">
            <a:spAutoFit/>
          </a:bodyPr>
          <a:lstStyle/>
          <a:p>
            <a:pPr marL="45085">
              <a:lnSpc>
                <a:spcPct val="100000"/>
              </a:lnSpc>
              <a:spcBef>
                <a:spcPts val="290"/>
              </a:spcBef>
              <a:tabLst>
                <a:tab pos="1461135" algn="l"/>
                <a:tab pos="2847340" algn="l"/>
              </a:tabLst>
            </a:pPr>
            <a:r>
              <a:rPr sz="500" b="1" spc="-10" dirty="0">
                <a:solidFill>
                  <a:srgbClr val="E2E2E2"/>
                </a:solidFill>
                <a:latin typeface="Arial"/>
                <a:cs typeface="Arial"/>
                <a:hlinkClick r:id="rId4" action="ppaction://hlinksldjump"/>
              </a:rPr>
              <a:t>Introduction</a:t>
            </a:r>
            <a:r>
              <a:rPr sz="500" b="1" dirty="0">
                <a:solidFill>
                  <a:srgbClr val="E2E2E2"/>
                </a:solidFill>
                <a:latin typeface="Arial"/>
                <a:cs typeface="Arial"/>
              </a:rPr>
              <a:t>		</a:t>
            </a:r>
            <a:r>
              <a:rPr sz="500" b="1" spc="-10" dirty="0">
                <a:solidFill>
                  <a:srgbClr val="3F3F3F"/>
                </a:solidFill>
                <a:latin typeface="Arial"/>
                <a:cs typeface="Arial"/>
                <a:hlinkClick r:id="rId5" action="ppaction://hlinksldjump"/>
              </a:rPr>
              <a:t>Outline</a:t>
            </a:r>
            <a:endParaRPr sz="500" dirty="0">
              <a:latin typeface="Arial"/>
              <a:cs typeface="Arial"/>
            </a:endParaRPr>
          </a:p>
          <a:p>
            <a:pPr marL="12700">
              <a:lnSpc>
                <a:spcPct val="100000"/>
              </a:lnSpc>
              <a:spcBef>
                <a:spcPts val="459"/>
              </a:spcBef>
            </a:pPr>
            <a:r>
              <a:rPr sz="1200" b="1" dirty="0">
                <a:solidFill>
                  <a:srgbClr val="4B81AE"/>
                </a:solidFill>
                <a:latin typeface="Arial"/>
                <a:cs typeface="Arial"/>
              </a:rPr>
              <a:t>What</a:t>
            </a:r>
            <a:r>
              <a:rPr sz="1200" b="1" spc="80" dirty="0">
                <a:solidFill>
                  <a:srgbClr val="4B81AE"/>
                </a:solidFill>
                <a:latin typeface="Arial"/>
                <a:cs typeface="Arial"/>
              </a:rPr>
              <a:t> </a:t>
            </a:r>
            <a:r>
              <a:rPr sz="1200" b="1" dirty="0">
                <a:solidFill>
                  <a:srgbClr val="4B81AE"/>
                </a:solidFill>
                <a:latin typeface="Arial"/>
                <a:cs typeface="Arial"/>
              </a:rPr>
              <a:t>will</a:t>
            </a:r>
            <a:r>
              <a:rPr sz="1200" b="1" spc="80" dirty="0">
                <a:solidFill>
                  <a:srgbClr val="4B81AE"/>
                </a:solidFill>
                <a:latin typeface="Arial"/>
                <a:cs typeface="Arial"/>
              </a:rPr>
              <a:t> </a:t>
            </a:r>
            <a:r>
              <a:rPr sz="1200" b="1" dirty="0">
                <a:solidFill>
                  <a:srgbClr val="4B81AE"/>
                </a:solidFill>
                <a:latin typeface="Arial"/>
                <a:cs typeface="Arial"/>
              </a:rPr>
              <a:t>we</a:t>
            </a:r>
            <a:r>
              <a:rPr sz="1200" b="1" spc="75" dirty="0">
                <a:solidFill>
                  <a:srgbClr val="4B81AE"/>
                </a:solidFill>
                <a:latin typeface="Arial"/>
                <a:cs typeface="Arial"/>
              </a:rPr>
              <a:t> </a:t>
            </a:r>
            <a:r>
              <a:rPr sz="1200" b="1" spc="-10" dirty="0">
                <a:solidFill>
                  <a:srgbClr val="4B81AE"/>
                </a:solidFill>
                <a:latin typeface="Arial"/>
                <a:cs typeface="Arial"/>
              </a:rPr>
              <a:t>cover?</a:t>
            </a:r>
            <a:endParaRPr sz="1200" dirty="0">
              <a:latin typeface="Arial"/>
              <a:cs typeface="Arial"/>
            </a:endParaRPr>
          </a:p>
          <a:p>
            <a:pPr marL="563880" lvl="1" indent="-244475">
              <a:lnSpc>
                <a:spcPts val="1200"/>
              </a:lnSpc>
              <a:spcBef>
                <a:spcPts val="1000"/>
              </a:spcBef>
              <a:buClr>
                <a:srgbClr val="4B81AE"/>
              </a:buClr>
              <a:buFont typeface="Arial"/>
              <a:buAutoNum type="arabicPeriod" startAt="2"/>
              <a:tabLst>
                <a:tab pos="563880" algn="l"/>
              </a:tabLst>
            </a:pPr>
            <a:r>
              <a:rPr sz="1000" spc="-40" dirty="0">
                <a:solidFill>
                  <a:srgbClr val="333333"/>
                </a:solidFill>
                <a:latin typeface="Arial MT"/>
                <a:cs typeface="Arial MT"/>
              </a:rPr>
              <a:t>Linearized</a:t>
            </a:r>
            <a:r>
              <a:rPr sz="1000" spc="-5" dirty="0">
                <a:solidFill>
                  <a:srgbClr val="333333"/>
                </a:solidFill>
                <a:latin typeface="Arial MT"/>
                <a:cs typeface="Arial MT"/>
              </a:rPr>
              <a:t> </a:t>
            </a:r>
            <a:r>
              <a:rPr sz="1000" dirty="0">
                <a:solidFill>
                  <a:srgbClr val="333333"/>
                </a:solidFill>
                <a:latin typeface="Arial MT"/>
                <a:cs typeface="Arial MT"/>
              </a:rPr>
              <a:t>Optic </a:t>
            </a:r>
            <a:r>
              <a:rPr sz="1000" spc="-25" dirty="0">
                <a:solidFill>
                  <a:srgbClr val="333333"/>
                </a:solidFill>
                <a:latin typeface="Arial MT"/>
                <a:cs typeface="Arial MT"/>
              </a:rPr>
              <a:t>Flow</a:t>
            </a:r>
            <a:r>
              <a:rPr sz="1000" dirty="0">
                <a:solidFill>
                  <a:srgbClr val="333333"/>
                </a:solidFill>
                <a:latin typeface="Arial MT"/>
                <a:cs typeface="Arial MT"/>
              </a:rPr>
              <a:t> </a:t>
            </a:r>
            <a:r>
              <a:rPr sz="1000" spc="-20" dirty="0">
                <a:solidFill>
                  <a:srgbClr val="333333"/>
                </a:solidFill>
                <a:latin typeface="Arial MT"/>
                <a:cs typeface="Arial MT"/>
              </a:rPr>
              <a:t>Constraint</a:t>
            </a:r>
            <a:r>
              <a:rPr sz="1000" dirty="0">
                <a:solidFill>
                  <a:srgbClr val="333333"/>
                </a:solidFill>
                <a:latin typeface="Arial MT"/>
                <a:cs typeface="Arial MT"/>
              </a:rPr>
              <a:t> </a:t>
            </a:r>
            <a:r>
              <a:rPr sz="1000" spc="-20" dirty="0">
                <a:solidFill>
                  <a:srgbClr val="333333"/>
                </a:solidFill>
                <a:latin typeface="Arial MT"/>
                <a:cs typeface="Arial MT"/>
              </a:rPr>
              <a:t>(OFC)</a:t>
            </a:r>
            <a:endParaRPr sz="1000" dirty="0">
              <a:latin typeface="Arial MT"/>
              <a:cs typeface="Arial MT"/>
            </a:endParaRPr>
          </a:p>
          <a:p>
            <a:pPr marL="563880" lvl="1" indent="-244475">
              <a:lnSpc>
                <a:spcPts val="1195"/>
              </a:lnSpc>
              <a:buClr>
                <a:srgbClr val="4B81AE"/>
              </a:buClr>
              <a:buFont typeface="Arial"/>
              <a:buAutoNum type="arabicPeriod" startAt="2"/>
              <a:tabLst>
                <a:tab pos="563880" algn="l"/>
              </a:tabLst>
            </a:pPr>
            <a:r>
              <a:rPr sz="1000" spc="-20" dirty="0">
                <a:solidFill>
                  <a:srgbClr val="333333"/>
                </a:solidFill>
                <a:latin typeface="Arial MT"/>
                <a:cs typeface="Arial MT"/>
              </a:rPr>
              <a:t>Aperture</a:t>
            </a:r>
            <a:r>
              <a:rPr sz="1000" spc="10" dirty="0">
                <a:solidFill>
                  <a:srgbClr val="333333"/>
                </a:solidFill>
                <a:latin typeface="Arial MT"/>
                <a:cs typeface="Arial MT"/>
              </a:rPr>
              <a:t> </a:t>
            </a:r>
            <a:r>
              <a:rPr sz="1000" spc="-10" dirty="0">
                <a:solidFill>
                  <a:srgbClr val="333333"/>
                </a:solidFill>
                <a:latin typeface="Arial MT"/>
                <a:cs typeface="Arial MT"/>
              </a:rPr>
              <a:t>Problem</a:t>
            </a:r>
            <a:endParaRPr sz="1000" dirty="0">
              <a:latin typeface="Arial MT"/>
              <a:cs typeface="Arial MT"/>
            </a:endParaRPr>
          </a:p>
          <a:p>
            <a:pPr marL="563880" lvl="1" indent="-244475">
              <a:lnSpc>
                <a:spcPts val="1195"/>
              </a:lnSpc>
              <a:buClr>
                <a:srgbClr val="4B81AE"/>
              </a:buClr>
              <a:buFont typeface="Arial"/>
              <a:buAutoNum type="arabicPeriod" startAt="2"/>
              <a:tabLst>
                <a:tab pos="563880" algn="l"/>
              </a:tabLst>
            </a:pPr>
            <a:r>
              <a:rPr sz="1000" spc="-30" dirty="0">
                <a:solidFill>
                  <a:srgbClr val="333333"/>
                </a:solidFill>
                <a:latin typeface="Arial MT"/>
                <a:cs typeface="Arial MT"/>
              </a:rPr>
              <a:t>Normal</a:t>
            </a:r>
            <a:r>
              <a:rPr sz="1000" spc="-15" dirty="0">
                <a:solidFill>
                  <a:srgbClr val="333333"/>
                </a:solidFill>
                <a:latin typeface="Arial MT"/>
                <a:cs typeface="Arial MT"/>
              </a:rPr>
              <a:t> </a:t>
            </a:r>
            <a:r>
              <a:rPr sz="1000" spc="-20" dirty="0">
                <a:solidFill>
                  <a:srgbClr val="333333"/>
                </a:solidFill>
                <a:latin typeface="Arial MT"/>
                <a:cs typeface="Arial MT"/>
              </a:rPr>
              <a:t>Flow</a:t>
            </a:r>
            <a:endParaRPr sz="1000" dirty="0">
              <a:latin typeface="Arial MT"/>
              <a:cs typeface="Arial MT"/>
            </a:endParaRPr>
          </a:p>
          <a:p>
            <a:pPr marL="563880" lvl="1" indent="-244475">
              <a:lnSpc>
                <a:spcPts val="1195"/>
              </a:lnSpc>
              <a:buClr>
                <a:srgbClr val="4B81AE"/>
              </a:buClr>
              <a:buFont typeface="Arial"/>
              <a:buAutoNum type="arabicPeriod" startAt="2"/>
              <a:tabLst>
                <a:tab pos="563880" algn="l"/>
              </a:tabLst>
            </a:pPr>
            <a:r>
              <a:rPr sz="1000" spc="-20" dirty="0">
                <a:solidFill>
                  <a:srgbClr val="333333"/>
                </a:solidFill>
                <a:latin typeface="Arial MT"/>
                <a:cs typeface="Arial MT"/>
              </a:rPr>
              <a:t>Local</a:t>
            </a:r>
            <a:r>
              <a:rPr sz="1000" dirty="0">
                <a:solidFill>
                  <a:srgbClr val="333333"/>
                </a:solidFill>
                <a:latin typeface="Arial MT"/>
                <a:cs typeface="Arial MT"/>
              </a:rPr>
              <a:t> </a:t>
            </a:r>
            <a:r>
              <a:rPr sz="1000" spc="-10" dirty="0">
                <a:solidFill>
                  <a:srgbClr val="333333"/>
                </a:solidFill>
                <a:latin typeface="Arial MT"/>
                <a:cs typeface="Arial MT"/>
              </a:rPr>
              <a:t>Method</a:t>
            </a:r>
            <a:r>
              <a:rPr sz="1000" spc="5" dirty="0">
                <a:solidFill>
                  <a:srgbClr val="333333"/>
                </a:solidFill>
                <a:latin typeface="Arial MT"/>
                <a:cs typeface="Arial MT"/>
              </a:rPr>
              <a:t> </a:t>
            </a:r>
            <a:r>
              <a:rPr sz="1000" dirty="0">
                <a:solidFill>
                  <a:srgbClr val="333333"/>
                </a:solidFill>
                <a:latin typeface="Arial MT"/>
                <a:cs typeface="Arial MT"/>
              </a:rPr>
              <a:t>of</a:t>
            </a:r>
            <a:r>
              <a:rPr sz="1000" spc="10" dirty="0">
                <a:solidFill>
                  <a:srgbClr val="333333"/>
                </a:solidFill>
                <a:latin typeface="Arial MT"/>
                <a:cs typeface="Arial MT"/>
              </a:rPr>
              <a:t> </a:t>
            </a:r>
            <a:r>
              <a:rPr sz="1000" spc="-50" dirty="0">
                <a:solidFill>
                  <a:srgbClr val="333333"/>
                </a:solidFill>
                <a:latin typeface="Arial MT"/>
                <a:cs typeface="Arial MT"/>
              </a:rPr>
              <a:t>Lucas</a:t>
            </a:r>
            <a:r>
              <a:rPr sz="1000" dirty="0">
                <a:solidFill>
                  <a:srgbClr val="333333"/>
                </a:solidFill>
                <a:latin typeface="Arial MT"/>
                <a:cs typeface="Arial MT"/>
              </a:rPr>
              <a:t> </a:t>
            </a:r>
            <a:r>
              <a:rPr sz="1000" spc="85" dirty="0">
                <a:solidFill>
                  <a:srgbClr val="333333"/>
                </a:solidFill>
                <a:latin typeface="Arial MT"/>
                <a:cs typeface="Arial MT"/>
              </a:rPr>
              <a:t>&amp;</a:t>
            </a:r>
            <a:r>
              <a:rPr sz="1000" spc="5" dirty="0">
                <a:solidFill>
                  <a:srgbClr val="333333"/>
                </a:solidFill>
                <a:latin typeface="Arial MT"/>
                <a:cs typeface="Arial MT"/>
              </a:rPr>
              <a:t> </a:t>
            </a:r>
            <a:r>
              <a:rPr sz="1000" spc="-10" dirty="0">
                <a:solidFill>
                  <a:srgbClr val="333333"/>
                </a:solidFill>
                <a:latin typeface="Arial MT"/>
                <a:cs typeface="Arial MT"/>
              </a:rPr>
              <a:t>Kanade</a:t>
            </a:r>
            <a:endParaRPr sz="1000" dirty="0">
              <a:latin typeface="Arial MT"/>
              <a:cs typeface="Arial MT"/>
            </a:endParaRPr>
          </a:p>
          <a:p>
            <a:pPr marL="563880" lvl="1" indent="-244475">
              <a:lnSpc>
                <a:spcPts val="1200"/>
              </a:lnSpc>
              <a:buClr>
                <a:srgbClr val="4B81AE"/>
              </a:buClr>
              <a:buFont typeface="Arial"/>
              <a:buAutoNum type="arabicPeriod" startAt="2"/>
              <a:tabLst>
                <a:tab pos="563880" algn="l"/>
              </a:tabLst>
            </a:pPr>
            <a:r>
              <a:rPr sz="1000" spc="-35" dirty="0">
                <a:solidFill>
                  <a:srgbClr val="333333"/>
                </a:solidFill>
                <a:latin typeface="Arial MT"/>
                <a:cs typeface="Arial MT"/>
              </a:rPr>
              <a:t>Global</a:t>
            </a:r>
            <a:r>
              <a:rPr sz="1000" dirty="0">
                <a:solidFill>
                  <a:srgbClr val="333333"/>
                </a:solidFill>
                <a:latin typeface="Arial MT"/>
                <a:cs typeface="Arial MT"/>
              </a:rPr>
              <a:t> </a:t>
            </a:r>
            <a:r>
              <a:rPr sz="1000" spc="-10" dirty="0">
                <a:solidFill>
                  <a:srgbClr val="333333"/>
                </a:solidFill>
                <a:latin typeface="Arial MT"/>
                <a:cs typeface="Arial MT"/>
              </a:rPr>
              <a:t>Method</a:t>
            </a:r>
            <a:r>
              <a:rPr sz="1000" spc="5" dirty="0">
                <a:solidFill>
                  <a:srgbClr val="333333"/>
                </a:solidFill>
                <a:latin typeface="Arial MT"/>
                <a:cs typeface="Arial MT"/>
              </a:rPr>
              <a:t> </a:t>
            </a:r>
            <a:r>
              <a:rPr sz="1000" dirty="0">
                <a:solidFill>
                  <a:srgbClr val="333333"/>
                </a:solidFill>
                <a:latin typeface="Arial MT"/>
                <a:cs typeface="Arial MT"/>
              </a:rPr>
              <a:t>of</a:t>
            </a:r>
            <a:r>
              <a:rPr sz="1000" spc="5" dirty="0">
                <a:solidFill>
                  <a:srgbClr val="333333"/>
                </a:solidFill>
                <a:latin typeface="Arial MT"/>
                <a:cs typeface="Arial MT"/>
              </a:rPr>
              <a:t> </a:t>
            </a:r>
            <a:r>
              <a:rPr sz="1000" spc="-20" dirty="0">
                <a:solidFill>
                  <a:srgbClr val="333333"/>
                </a:solidFill>
                <a:latin typeface="Arial MT"/>
                <a:cs typeface="Arial MT"/>
              </a:rPr>
              <a:t>Horn</a:t>
            </a:r>
            <a:r>
              <a:rPr sz="1000" spc="5" dirty="0">
                <a:solidFill>
                  <a:srgbClr val="333333"/>
                </a:solidFill>
                <a:latin typeface="Arial MT"/>
                <a:cs typeface="Arial MT"/>
              </a:rPr>
              <a:t> </a:t>
            </a:r>
            <a:r>
              <a:rPr sz="1000" spc="85" dirty="0">
                <a:solidFill>
                  <a:srgbClr val="333333"/>
                </a:solidFill>
                <a:latin typeface="Arial MT"/>
                <a:cs typeface="Arial MT"/>
              </a:rPr>
              <a:t>&amp;</a:t>
            </a:r>
            <a:r>
              <a:rPr sz="1000" spc="5" dirty="0">
                <a:solidFill>
                  <a:srgbClr val="333333"/>
                </a:solidFill>
                <a:latin typeface="Arial MT"/>
                <a:cs typeface="Arial MT"/>
              </a:rPr>
              <a:t> </a:t>
            </a:r>
            <a:r>
              <a:rPr sz="1000" spc="-10" dirty="0">
                <a:solidFill>
                  <a:srgbClr val="333333"/>
                </a:solidFill>
                <a:latin typeface="Arial MT"/>
                <a:cs typeface="Arial MT"/>
              </a:rPr>
              <a:t>Schunck</a:t>
            </a:r>
            <a:endParaRPr sz="1000" dirty="0">
              <a:latin typeface="Arial MT"/>
              <a:cs typeface="Arial MT"/>
            </a:endParaRPr>
          </a:p>
          <a:p>
            <a:pPr marL="287655" indent="-262255">
              <a:lnSpc>
                <a:spcPct val="100000"/>
              </a:lnSpc>
              <a:spcBef>
                <a:spcPts val="195"/>
              </a:spcBef>
              <a:buClr>
                <a:srgbClr val="4B81AE"/>
              </a:buClr>
              <a:buFont typeface="Arial"/>
              <a:buAutoNum type="arabicPeriod" startAt="10"/>
              <a:tabLst>
                <a:tab pos="287655" algn="l"/>
              </a:tabLst>
            </a:pPr>
            <a:r>
              <a:rPr sz="1100" spc="-50" dirty="0">
                <a:solidFill>
                  <a:srgbClr val="333333"/>
                </a:solidFill>
                <a:latin typeface="Arial MT"/>
                <a:cs typeface="Arial MT"/>
              </a:rPr>
              <a:t>Robust</a:t>
            </a:r>
            <a:r>
              <a:rPr sz="1100" spc="-25" dirty="0">
                <a:solidFill>
                  <a:srgbClr val="333333"/>
                </a:solidFill>
                <a:latin typeface="Arial MT"/>
                <a:cs typeface="Arial MT"/>
              </a:rPr>
              <a:t> </a:t>
            </a:r>
            <a:r>
              <a:rPr sz="1100" spc="-30" dirty="0">
                <a:solidFill>
                  <a:srgbClr val="333333"/>
                </a:solidFill>
                <a:latin typeface="Arial MT"/>
                <a:cs typeface="Arial MT"/>
              </a:rPr>
              <a:t>Estimation</a:t>
            </a:r>
            <a:r>
              <a:rPr sz="1100" spc="-25" dirty="0">
                <a:solidFill>
                  <a:srgbClr val="333333"/>
                </a:solidFill>
                <a:latin typeface="Arial MT"/>
                <a:cs typeface="Arial MT"/>
              </a:rPr>
              <a:t> </a:t>
            </a:r>
            <a:r>
              <a:rPr sz="1100" spc="-10" dirty="0">
                <a:solidFill>
                  <a:srgbClr val="333333"/>
                </a:solidFill>
                <a:latin typeface="Arial MT"/>
                <a:cs typeface="Arial MT"/>
              </a:rPr>
              <a:t>via</a:t>
            </a:r>
            <a:r>
              <a:rPr sz="1100" spc="-25" dirty="0">
                <a:solidFill>
                  <a:srgbClr val="333333"/>
                </a:solidFill>
                <a:latin typeface="Arial MT"/>
                <a:cs typeface="Arial MT"/>
              </a:rPr>
              <a:t> </a:t>
            </a:r>
            <a:r>
              <a:rPr sz="1100" spc="-10" dirty="0">
                <a:solidFill>
                  <a:srgbClr val="333333"/>
                </a:solidFill>
                <a:latin typeface="Arial MT"/>
                <a:cs typeface="Arial MT"/>
              </a:rPr>
              <a:t>RANSAC</a:t>
            </a:r>
            <a:endParaRPr sz="1100" dirty="0">
              <a:latin typeface="Arial MT"/>
              <a:cs typeface="Arial MT"/>
            </a:endParaRPr>
          </a:p>
          <a:p>
            <a:pPr marL="563880" lvl="1" indent="-313690">
              <a:lnSpc>
                <a:spcPts val="1200"/>
              </a:lnSpc>
              <a:spcBef>
                <a:spcPts val="175"/>
              </a:spcBef>
              <a:buClr>
                <a:srgbClr val="4B81AE"/>
              </a:buClr>
              <a:buFont typeface="Arial"/>
              <a:buAutoNum type="arabicPeriod"/>
              <a:tabLst>
                <a:tab pos="563880" algn="l"/>
              </a:tabLst>
            </a:pPr>
            <a:r>
              <a:rPr sz="1000" spc="-10" dirty="0">
                <a:solidFill>
                  <a:srgbClr val="333333"/>
                </a:solidFill>
                <a:latin typeface="Arial MT"/>
                <a:cs typeface="Arial MT"/>
              </a:rPr>
              <a:t>Outliers</a:t>
            </a:r>
            <a:endParaRPr sz="1000" dirty="0">
              <a:latin typeface="Arial MT"/>
              <a:cs typeface="Arial MT"/>
            </a:endParaRPr>
          </a:p>
          <a:p>
            <a:pPr marL="563880" lvl="1" indent="-313690">
              <a:lnSpc>
                <a:spcPts val="1195"/>
              </a:lnSpc>
              <a:buClr>
                <a:srgbClr val="4B81AE"/>
              </a:buClr>
              <a:buFont typeface="Arial"/>
              <a:buAutoNum type="arabicPeriod"/>
              <a:tabLst>
                <a:tab pos="563880" algn="l"/>
              </a:tabLst>
            </a:pPr>
            <a:r>
              <a:rPr sz="1000" spc="-55" dirty="0">
                <a:solidFill>
                  <a:srgbClr val="333333"/>
                </a:solidFill>
                <a:latin typeface="Arial MT"/>
                <a:cs typeface="Arial MT"/>
              </a:rPr>
              <a:t>Least-</a:t>
            </a:r>
            <a:r>
              <a:rPr sz="1000" spc="-70" dirty="0">
                <a:solidFill>
                  <a:srgbClr val="333333"/>
                </a:solidFill>
                <a:latin typeface="Arial MT"/>
                <a:cs typeface="Arial MT"/>
              </a:rPr>
              <a:t>squares</a:t>
            </a:r>
            <a:r>
              <a:rPr sz="1000" spc="35" dirty="0">
                <a:solidFill>
                  <a:srgbClr val="333333"/>
                </a:solidFill>
                <a:latin typeface="Arial MT"/>
                <a:cs typeface="Arial MT"/>
              </a:rPr>
              <a:t> </a:t>
            </a:r>
            <a:r>
              <a:rPr sz="1000" spc="-55" dirty="0">
                <a:solidFill>
                  <a:srgbClr val="333333"/>
                </a:solidFill>
                <a:latin typeface="Arial MT"/>
                <a:cs typeface="Arial MT"/>
              </a:rPr>
              <a:t>models</a:t>
            </a:r>
            <a:r>
              <a:rPr sz="1000" spc="35" dirty="0">
                <a:solidFill>
                  <a:srgbClr val="333333"/>
                </a:solidFill>
                <a:latin typeface="Arial MT"/>
                <a:cs typeface="Arial MT"/>
              </a:rPr>
              <a:t> </a:t>
            </a:r>
            <a:r>
              <a:rPr sz="1000" spc="-50" dirty="0">
                <a:solidFill>
                  <a:srgbClr val="333333"/>
                </a:solidFill>
                <a:latin typeface="Arial MT"/>
                <a:cs typeface="Arial MT"/>
              </a:rPr>
              <a:t>are</a:t>
            </a:r>
            <a:r>
              <a:rPr sz="1000" spc="45" dirty="0">
                <a:solidFill>
                  <a:srgbClr val="333333"/>
                </a:solidFill>
                <a:latin typeface="Arial MT"/>
                <a:cs typeface="Arial MT"/>
              </a:rPr>
              <a:t> </a:t>
            </a:r>
            <a:r>
              <a:rPr sz="1000" spc="-40" dirty="0">
                <a:solidFill>
                  <a:srgbClr val="333333"/>
                </a:solidFill>
                <a:latin typeface="Arial MT"/>
                <a:cs typeface="Arial MT"/>
              </a:rPr>
              <a:t>sensitive</a:t>
            </a:r>
            <a:r>
              <a:rPr sz="1000" spc="35" dirty="0">
                <a:solidFill>
                  <a:srgbClr val="333333"/>
                </a:solidFill>
                <a:latin typeface="Arial MT"/>
                <a:cs typeface="Arial MT"/>
              </a:rPr>
              <a:t> </a:t>
            </a:r>
            <a:r>
              <a:rPr sz="1000" dirty="0">
                <a:solidFill>
                  <a:srgbClr val="333333"/>
                </a:solidFill>
                <a:latin typeface="Arial MT"/>
                <a:cs typeface="Arial MT"/>
              </a:rPr>
              <a:t>to</a:t>
            </a:r>
            <a:r>
              <a:rPr sz="1000" spc="40" dirty="0">
                <a:solidFill>
                  <a:srgbClr val="333333"/>
                </a:solidFill>
                <a:latin typeface="Arial MT"/>
                <a:cs typeface="Arial MT"/>
              </a:rPr>
              <a:t> </a:t>
            </a:r>
            <a:r>
              <a:rPr sz="1000" spc="-10" dirty="0">
                <a:solidFill>
                  <a:srgbClr val="333333"/>
                </a:solidFill>
                <a:latin typeface="Arial MT"/>
                <a:cs typeface="Arial MT"/>
              </a:rPr>
              <a:t>outliers</a:t>
            </a:r>
            <a:endParaRPr sz="1000" dirty="0">
              <a:latin typeface="Arial MT"/>
              <a:cs typeface="Arial MT"/>
            </a:endParaRPr>
          </a:p>
          <a:p>
            <a:pPr marL="563880" lvl="1" indent="-313690">
              <a:lnSpc>
                <a:spcPts val="1195"/>
              </a:lnSpc>
              <a:buClr>
                <a:srgbClr val="4B81AE"/>
              </a:buClr>
              <a:buFont typeface="Arial"/>
              <a:buAutoNum type="arabicPeriod"/>
              <a:tabLst>
                <a:tab pos="563880" algn="l"/>
              </a:tabLst>
            </a:pPr>
            <a:r>
              <a:rPr sz="1000" spc="-30" dirty="0">
                <a:solidFill>
                  <a:srgbClr val="333333"/>
                </a:solidFill>
                <a:latin typeface="Arial MT"/>
                <a:cs typeface="Arial MT"/>
              </a:rPr>
              <a:t>Robust</a:t>
            </a:r>
            <a:r>
              <a:rPr sz="1000" spc="-20" dirty="0">
                <a:solidFill>
                  <a:srgbClr val="333333"/>
                </a:solidFill>
                <a:latin typeface="Arial MT"/>
                <a:cs typeface="Arial MT"/>
              </a:rPr>
              <a:t> </a:t>
            </a:r>
            <a:r>
              <a:rPr sz="1000" spc="-25" dirty="0">
                <a:solidFill>
                  <a:srgbClr val="333333"/>
                </a:solidFill>
                <a:latin typeface="Arial MT"/>
                <a:cs typeface="Arial MT"/>
              </a:rPr>
              <a:t>Estimation</a:t>
            </a:r>
            <a:r>
              <a:rPr sz="1000" spc="-15" dirty="0">
                <a:solidFill>
                  <a:srgbClr val="333333"/>
                </a:solidFill>
                <a:latin typeface="Arial MT"/>
                <a:cs typeface="Arial MT"/>
              </a:rPr>
              <a:t> </a:t>
            </a:r>
            <a:r>
              <a:rPr sz="1000" dirty="0">
                <a:solidFill>
                  <a:srgbClr val="333333"/>
                </a:solidFill>
                <a:latin typeface="Arial MT"/>
                <a:cs typeface="Arial MT"/>
              </a:rPr>
              <a:t>via</a:t>
            </a:r>
            <a:r>
              <a:rPr sz="1000" spc="-20" dirty="0">
                <a:solidFill>
                  <a:srgbClr val="333333"/>
                </a:solidFill>
                <a:latin typeface="Arial MT"/>
                <a:cs typeface="Arial MT"/>
              </a:rPr>
              <a:t> </a:t>
            </a:r>
            <a:r>
              <a:rPr sz="1000" spc="-10" dirty="0">
                <a:solidFill>
                  <a:srgbClr val="333333"/>
                </a:solidFill>
                <a:latin typeface="Arial MT"/>
                <a:cs typeface="Arial MT"/>
              </a:rPr>
              <a:t>RANSAC</a:t>
            </a:r>
            <a:endParaRPr sz="1000" dirty="0">
              <a:latin typeface="Arial MT"/>
              <a:cs typeface="Arial MT"/>
            </a:endParaRPr>
          </a:p>
          <a:p>
            <a:pPr marL="563880" lvl="1" indent="-313690">
              <a:lnSpc>
                <a:spcPts val="1195"/>
              </a:lnSpc>
              <a:buClr>
                <a:srgbClr val="4B81AE"/>
              </a:buClr>
              <a:buFont typeface="Arial"/>
              <a:buAutoNum type="arabicPeriod"/>
              <a:tabLst>
                <a:tab pos="563880" algn="l"/>
              </a:tabLst>
            </a:pPr>
            <a:r>
              <a:rPr sz="1000" spc="-30" dirty="0">
                <a:solidFill>
                  <a:srgbClr val="333333"/>
                </a:solidFill>
                <a:latin typeface="Arial MT"/>
                <a:cs typeface="Arial MT"/>
              </a:rPr>
              <a:t>Robust</a:t>
            </a:r>
            <a:r>
              <a:rPr sz="1000" spc="-15" dirty="0">
                <a:solidFill>
                  <a:srgbClr val="333333"/>
                </a:solidFill>
                <a:latin typeface="Arial MT"/>
                <a:cs typeface="Arial MT"/>
              </a:rPr>
              <a:t> </a:t>
            </a:r>
            <a:r>
              <a:rPr sz="1000" spc="-10" dirty="0">
                <a:solidFill>
                  <a:srgbClr val="333333"/>
                </a:solidFill>
                <a:latin typeface="Arial MT"/>
                <a:cs typeface="Arial MT"/>
              </a:rPr>
              <a:t>Line</a:t>
            </a:r>
            <a:r>
              <a:rPr sz="1000" spc="-15" dirty="0">
                <a:solidFill>
                  <a:srgbClr val="333333"/>
                </a:solidFill>
                <a:latin typeface="Arial MT"/>
                <a:cs typeface="Arial MT"/>
              </a:rPr>
              <a:t> </a:t>
            </a:r>
            <a:r>
              <a:rPr sz="1000" dirty="0">
                <a:solidFill>
                  <a:srgbClr val="333333"/>
                </a:solidFill>
                <a:latin typeface="Arial MT"/>
                <a:cs typeface="Arial MT"/>
              </a:rPr>
              <a:t>Fitting</a:t>
            </a:r>
            <a:r>
              <a:rPr sz="1000" spc="-15" dirty="0">
                <a:solidFill>
                  <a:srgbClr val="333333"/>
                </a:solidFill>
                <a:latin typeface="Arial MT"/>
                <a:cs typeface="Arial MT"/>
              </a:rPr>
              <a:t> </a:t>
            </a:r>
            <a:r>
              <a:rPr sz="1000" dirty="0">
                <a:solidFill>
                  <a:srgbClr val="333333"/>
                </a:solidFill>
                <a:latin typeface="Arial MT"/>
                <a:cs typeface="Arial MT"/>
              </a:rPr>
              <a:t>via</a:t>
            </a:r>
            <a:r>
              <a:rPr sz="1000" spc="-10" dirty="0">
                <a:solidFill>
                  <a:srgbClr val="333333"/>
                </a:solidFill>
                <a:latin typeface="Arial MT"/>
                <a:cs typeface="Arial MT"/>
              </a:rPr>
              <a:t> RANSAC</a:t>
            </a:r>
            <a:endParaRPr sz="1000" dirty="0">
              <a:latin typeface="Arial MT"/>
              <a:cs typeface="Arial MT"/>
            </a:endParaRPr>
          </a:p>
          <a:p>
            <a:pPr marL="563880" lvl="1" indent="-313690">
              <a:lnSpc>
                <a:spcPts val="1200"/>
              </a:lnSpc>
              <a:buClr>
                <a:srgbClr val="4B81AE"/>
              </a:buClr>
              <a:buFont typeface="Arial"/>
              <a:buAutoNum type="arabicPeriod"/>
              <a:tabLst>
                <a:tab pos="563880" algn="l"/>
              </a:tabLst>
            </a:pPr>
            <a:r>
              <a:rPr sz="1000" spc="-30" dirty="0">
                <a:solidFill>
                  <a:srgbClr val="333333"/>
                </a:solidFill>
                <a:latin typeface="Arial MT"/>
                <a:cs typeface="Arial MT"/>
              </a:rPr>
              <a:t>Robust</a:t>
            </a:r>
            <a:r>
              <a:rPr sz="1000" dirty="0">
                <a:solidFill>
                  <a:srgbClr val="333333"/>
                </a:solidFill>
                <a:latin typeface="Arial MT"/>
                <a:cs typeface="Arial MT"/>
              </a:rPr>
              <a:t> </a:t>
            </a:r>
            <a:r>
              <a:rPr sz="1000" spc="-40" dirty="0">
                <a:solidFill>
                  <a:srgbClr val="333333"/>
                </a:solidFill>
                <a:latin typeface="Arial MT"/>
                <a:cs typeface="Arial MT"/>
              </a:rPr>
              <a:t>Homography</a:t>
            </a:r>
            <a:r>
              <a:rPr sz="1000" spc="5" dirty="0">
                <a:solidFill>
                  <a:srgbClr val="333333"/>
                </a:solidFill>
                <a:latin typeface="Arial MT"/>
                <a:cs typeface="Arial MT"/>
              </a:rPr>
              <a:t> </a:t>
            </a:r>
            <a:r>
              <a:rPr sz="1000" spc="-25" dirty="0">
                <a:solidFill>
                  <a:srgbClr val="333333"/>
                </a:solidFill>
                <a:latin typeface="Arial MT"/>
                <a:cs typeface="Arial MT"/>
              </a:rPr>
              <a:t>Estimation</a:t>
            </a:r>
            <a:r>
              <a:rPr sz="1000" spc="5" dirty="0">
                <a:solidFill>
                  <a:srgbClr val="333333"/>
                </a:solidFill>
                <a:latin typeface="Arial MT"/>
                <a:cs typeface="Arial MT"/>
              </a:rPr>
              <a:t> </a:t>
            </a:r>
            <a:r>
              <a:rPr sz="1000" dirty="0">
                <a:solidFill>
                  <a:srgbClr val="333333"/>
                </a:solidFill>
                <a:latin typeface="Arial MT"/>
                <a:cs typeface="Arial MT"/>
              </a:rPr>
              <a:t>in</a:t>
            </a:r>
            <a:r>
              <a:rPr sz="1000" spc="5" dirty="0">
                <a:solidFill>
                  <a:srgbClr val="333333"/>
                </a:solidFill>
                <a:latin typeface="Arial MT"/>
                <a:cs typeface="Arial MT"/>
              </a:rPr>
              <a:t> </a:t>
            </a:r>
            <a:r>
              <a:rPr sz="1000" spc="-10" dirty="0">
                <a:solidFill>
                  <a:srgbClr val="333333"/>
                </a:solidFill>
                <a:latin typeface="Arial MT"/>
                <a:cs typeface="Arial MT"/>
              </a:rPr>
              <a:t>OpenCV</a:t>
            </a:r>
            <a:endParaRPr sz="1000" dirty="0">
              <a:latin typeface="Arial MT"/>
              <a:cs typeface="Arial MT"/>
            </a:endParaRPr>
          </a:p>
        </p:txBody>
      </p:sp>
      <p:sp>
        <p:nvSpPr>
          <p:cNvPr id="5" name="object 5"/>
          <p:cNvSpPr/>
          <p:nvPr/>
        </p:nvSpPr>
        <p:spPr>
          <a:xfrm>
            <a:off x="68834" y="3308210"/>
            <a:ext cx="4470400" cy="0"/>
          </a:xfrm>
          <a:custGeom>
            <a:avLst/>
            <a:gdLst/>
            <a:ahLst/>
            <a:cxnLst/>
            <a:rect l="l" t="t" r="r" b="b"/>
            <a:pathLst>
              <a:path w="4470400">
                <a:moveTo>
                  <a:pt x="0" y="0"/>
                </a:moveTo>
                <a:lnTo>
                  <a:pt x="4470336" y="0"/>
                </a:lnTo>
              </a:path>
            </a:pathLst>
          </a:custGeom>
          <a:ln w="7594">
            <a:solidFill>
              <a:srgbClr val="4B81AE"/>
            </a:solidFill>
          </a:ln>
        </p:spPr>
        <p:txBody>
          <a:bodyPr wrap="square" lIns="0" tIns="0" rIns="0" bIns="0" rtlCol="0"/>
          <a:lstStyle/>
          <a:p>
            <a:endParaRPr/>
          </a:p>
        </p:txBody>
      </p:sp>
      <p:sp>
        <p:nvSpPr>
          <p:cNvPr id="6" name="object 6"/>
          <p:cNvSpPr txBox="1"/>
          <p:nvPr/>
        </p:nvSpPr>
        <p:spPr>
          <a:xfrm>
            <a:off x="1779498" y="3332022"/>
            <a:ext cx="648335" cy="122555"/>
          </a:xfrm>
          <a:prstGeom prst="rect">
            <a:avLst/>
          </a:prstGeom>
        </p:spPr>
        <p:txBody>
          <a:bodyPr vert="horz" wrap="square" lIns="0" tIns="7620" rIns="0" bIns="0" rtlCol="0">
            <a:spAutoFit/>
          </a:bodyPr>
          <a:lstStyle/>
          <a:p>
            <a:pPr marL="12700">
              <a:lnSpc>
                <a:spcPct val="100000"/>
              </a:lnSpc>
              <a:spcBef>
                <a:spcPts val="60"/>
              </a:spcBef>
            </a:pPr>
            <a:r>
              <a:rPr sz="600" i="1" spc="-20" dirty="0">
                <a:solidFill>
                  <a:srgbClr val="333333"/>
                </a:solidFill>
                <a:latin typeface="Verdana"/>
                <a:cs typeface="Verdana"/>
                <a:hlinkClick r:id="rId6" action="ppaction://hlinksldjump"/>
              </a:rPr>
              <a:t>Computer</a:t>
            </a:r>
            <a:r>
              <a:rPr sz="600" i="1" spc="25" dirty="0">
                <a:solidFill>
                  <a:srgbClr val="333333"/>
                </a:solidFill>
                <a:latin typeface="Verdana"/>
                <a:cs typeface="Verdana"/>
                <a:hlinkClick r:id="rId6" action="ppaction://hlinksldjump"/>
              </a:rPr>
              <a:t> </a:t>
            </a:r>
            <a:r>
              <a:rPr sz="600" i="1" spc="-10" dirty="0">
                <a:solidFill>
                  <a:srgbClr val="333333"/>
                </a:solidFill>
                <a:latin typeface="Verdana"/>
                <a:cs typeface="Verdana"/>
                <a:hlinkClick r:id="rId6" action="ppaction://hlinksldjump"/>
              </a:rPr>
              <a:t>Vision</a:t>
            </a:r>
            <a:endParaRPr sz="600">
              <a:latin typeface="Verdana"/>
              <a:cs typeface="Verdana"/>
            </a:endParaRPr>
          </a:p>
        </p:txBody>
      </p:sp>
      <p:sp>
        <p:nvSpPr>
          <p:cNvPr id="7" name="object 7"/>
          <p:cNvSpPr txBox="1">
            <a:spLocks noGrp="1"/>
          </p:cNvSpPr>
          <p:nvPr>
            <p:ph type="sldNum" sz="quarter" idx="7"/>
          </p:nvPr>
        </p:nvSpPr>
        <p:spPr>
          <a:prstGeom prst="rect">
            <a:avLst/>
          </a:prstGeom>
        </p:spPr>
        <p:txBody>
          <a:bodyPr vert="horz" wrap="square" lIns="0" tIns="7620" rIns="0" bIns="0" rtlCol="0">
            <a:spAutoFit/>
          </a:bodyPr>
          <a:lstStyle/>
          <a:p>
            <a:pPr marL="38100">
              <a:lnSpc>
                <a:spcPct val="100000"/>
              </a:lnSpc>
              <a:spcBef>
                <a:spcPts val="60"/>
              </a:spcBef>
            </a:pPr>
            <a:fld id="{81D60167-4931-47E6-BA6A-407CBD079E47}" type="slidenum">
              <a:rPr spc="-45" dirty="0"/>
              <a:t>52</a:t>
            </a:fld>
            <a:r>
              <a:rPr spc="-90" dirty="0"/>
              <a:t> </a:t>
            </a:r>
            <a:r>
              <a:rPr spc="70" dirty="0"/>
              <a:t>/</a:t>
            </a:r>
            <a:r>
              <a:rPr spc="-85" dirty="0"/>
              <a:t> </a:t>
            </a:r>
            <a:r>
              <a:rPr spc="-25" dirty="0"/>
              <a:t>59</a:t>
            </a:r>
          </a:p>
        </p:txBody>
      </p:sp>
    </p:spTree>
  </p:cSld>
  <p:clrMapOvr>
    <a:masterClrMapping/>
  </p:clrMapOvr>
  <p:transition>
    <p:cut/>
  </p:transition>
</p:sld>
</file>

<file path=ppt/slides/slide53.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object 2"/>
          <p:cNvSpPr txBox="1"/>
          <p:nvPr/>
        </p:nvSpPr>
        <p:spPr>
          <a:xfrm>
            <a:off x="56134" y="15020"/>
            <a:ext cx="412115" cy="101600"/>
          </a:xfrm>
          <a:prstGeom prst="rect">
            <a:avLst/>
          </a:prstGeom>
        </p:spPr>
        <p:txBody>
          <a:bodyPr vert="horz" wrap="square" lIns="0" tIns="12065" rIns="0" bIns="0" rtlCol="0">
            <a:spAutoFit/>
          </a:bodyPr>
          <a:lstStyle/>
          <a:p>
            <a:pPr marL="12700">
              <a:lnSpc>
                <a:spcPct val="100000"/>
              </a:lnSpc>
              <a:spcBef>
                <a:spcPts val="95"/>
              </a:spcBef>
            </a:pPr>
            <a:r>
              <a:rPr sz="500" b="1" spc="-10" dirty="0">
                <a:solidFill>
                  <a:srgbClr val="E2E2E2"/>
                </a:solidFill>
                <a:latin typeface="Arial"/>
                <a:cs typeface="Arial"/>
                <a:hlinkClick r:id="rId2" action="ppaction://hlinksldjump"/>
              </a:rPr>
              <a:t>Introduction</a:t>
            </a:r>
            <a:endParaRPr sz="500">
              <a:latin typeface="Arial"/>
              <a:cs typeface="Arial"/>
            </a:endParaRPr>
          </a:p>
        </p:txBody>
      </p:sp>
      <p:sp>
        <p:nvSpPr>
          <p:cNvPr id="4" name="object 4"/>
          <p:cNvSpPr txBox="1"/>
          <p:nvPr/>
        </p:nvSpPr>
        <p:spPr>
          <a:xfrm>
            <a:off x="2858214" y="15020"/>
            <a:ext cx="255270" cy="101600"/>
          </a:xfrm>
          <a:prstGeom prst="rect">
            <a:avLst/>
          </a:prstGeom>
        </p:spPr>
        <p:txBody>
          <a:bodyPr vert="horz" wrap="square" lIns="0" tIns="12065" rIns="0" bIns="0" rtlCol="0">
            <a:spAutoFit/>
          </a:bodyPr>
          <a:lstStyle/>
          <a:p>
            <a:pPr marL="12700">
              <a:lnSpc>
                <a:spcPct val="100000"/>
              </a:lnSpc>
              <a:spcBef>
                <a:spcPts val="95"/>
              </a:spcBef>
            </a:pPr>
            <a:r>
              <a:rPr sz="500" b="1" spc="-10" dirty="0">
                <a:solidFill>
                  <a:srgbClr val="3F3F3F"/>
                </a:solidFill>
                <a:latin typeface="Arial"/>
                <a:cs typeface="Arial"/>
                <a:hlinkClick r:id="rId3" action="ppaction://hlinksldjump"/>
              </a:rPr>
              <a:t>Outline</a:t>
            </a:r>
            <a:endParaRPr sz="500">
              <a:latin typeface="Arial"/>
              <a:cs typeface="Arial"/>
            </a:endParaRPr>
          </a:p>
        </p:txBody>
      </p:sp>
      <p:sp>
        <p:nvSpPr>
          <p:cNvPr id="5" name="object 5"/>
          <p:cNvSpPr txBox="1"/>
          <p:nvPr/>
        </p:nvSpPr>
        <p:spPr>
          <a:xfrm>
            <a:off x="4117530" y="15020"/>
            <a:ext cx="434340" cy="101600"/>
          </a:xfrm>
          <a:prstGeom prst="rect">
            <a:avLst/>
          </a:prstGeom>
        </p:spPr>
        <p:txBody>
          <a:bodyPr vert="horz" wrap="square" lIns="0" tIns="12065" rIns="0" bIns="0" rtlCol="0">
            <a:spAutoFit/>
          </a:bodyPr>
          <a:lstStyle/>
          <a:p>
            <a:pPr marL="12700">
              <a:lnSpc>
                <a:spcPct val="100000"/>
              </a:lnSpc>
              <a:spcBef>
                <a:spcPts val="95"/>
              </a:spcBef>
            </a:pPr>
            <a:r>
              <a:rPr sz="500" b="1" spc="-10" dirty="0">
                <a:solidFill>
                  <a:srgbClr val="E2E2E2"/>
                </a:solidFill>
                <a:latin typeface="Arial"/>
                <a:cs typeface="Arial"/>
                <a:hlinkClick r:id="rId4" action="ppaction://hlinksldjump"/>
              </a:rPr>
              <a:t>Administrivia</a:t>
            </a:r>
            <a:endParaRPr sz="500">
              <a:latin typeface="Arial"/>
              <a:cs typeface="Arial"/>
            </a:endParaRPr>
          </a:p>
        </p:txBody>
      </p:sp>
      <p:pic>
        <p:nvPicPr>
          <p:cNvPr id="6" name="object 6"/>
          <p:cNvPicPr/>
          <p:nvPr/>
        </p:nvPicPr>
        <p:blipFill>
          <a:blip r:embed="rId5" cstate="print"/>
          <a:stretch>
            <a:fillRect/>
          </a:stretch>
        </p:blipFill>
        <p:spPr>
          <a:xfrm>
            <a:off x="68834" y="112855"/>
            <a:ext cx="4470399" cy="7591"/>
          </a:xfrm>
          <a:prstGeom prst="rect">
            <a:avLst/>
          </a:prstGeom>
        </p:spPr>
      </p:pic>
      <p:sp>
        <p:nvSpPr>
          <p:cNvPr id="7" name="object 7"/>
          <p:cNvSpPr txBox="1"/>
          <p:nvPr/>
        </p:nvSpPr>
        <p:spPr>
          <a:xfrm>
            <a:off x="23304" y="149895"/>
            <a:ext cx="1470660" cy="207645"/>
          </a:xfrm>
          <a:prstGeom prst="rect">
            <a:avLst/>
          </a:prstGeom>
        </p:spPr>
        <p:txBody>
          <a:bodyPr vert="horz" wrap="square" lIns="0" tIns="12065" rIns="0" bIns="0" rtlCol="0">
            <a:spAutoFit/>
          </a:bodyPr>
          <a:lstStyle/>
          <a:p>
            <a:pPr marL="12700">
              <a:lnSpc>
                <a:spcPct val="100000"/>
              </a:lnSpc>
              <a:spcBef>
                <a:spcPts val="95"/>
              </a:spcBef>
            </a:pPr>
            <a:r>
              <a:rPr sz="1200" b="1" dirty="0">
                <a:solidFill>
                  <a:srgbClr val="4B81AE"/>
                </a:solidFill>
                <a:latin typeface="Arial"/>
                <a:cs typeface="Arial"/>
              </a:rPr>
              <a:t>What</a:t>
            </a:r>
            <a:r>
              <a:rPr sz="1200" b="1" spc="80" dirty="0">
                <a:solidFill>
                  <a:srgbClr val="4B81AE"/>
                </a:solidFill>
                <a:latin typeface="Arial"/>
                <a:cs typeface="Arial"/>
              </a:rPr>
              <a:t> </a:t>
            </a:r>
            <a:r>
              <a:rPr sz="1200" b="1" dirty="0">
                <a:solidFill>
                  <a:srgbClr val="4B81AE"/>
                </a:solidFill>
                <a:latin typeface="Arial"/>
                <a:cs typeface="Arial"/>
              </a:rPr>
              <a:t>will</a:t>
            </a:r>
            <a:r>
              <a:rPr sz="1200" b="1" spc="80" dirty="0">
                <a:solidFill>
                  <a:srgbClr val="4B81AE"/>
                </a:solidFill>
                <a:latin typeface="Arial"/>
                <a:cs typeface="Arial"/>
              </a:rPr>
              <a:t> </a:t>
            </a:r>
            <a:r>
              <a:rPr sz="1200" b="1" dirty="0">
                <a:solidFill>
                  <a:srgbClr val="4B81AE"/>
                </a:solidFill>
                <a:latin typeface="Arial"/>
                <a:cs typeface="Arial"/>
              </a:rPr>
              <a:t>we</a:t>
            </a:r>
            <a:r>
              <a:rPr sz="1200" b="1" spc="75" dirty="0">
                <a:solidFill>
                  <a:srgbClr val="4B81AE"/>
                </a:solidFill>
                <a:latin typeface="Arial"/>
                <a:cs typeface="Arial"/>
              </a:rPr>
              <a:t> </a:t>
            </a:r>
            <a:r>
              <a:rPr sz="1200" b="1" spc="-45" dirty="0">
                <a:solidFill>
                  <a:srgbClr val="4B81AE"/>
                </a:solidFill>
                <a:latin typeface="Arial"/>
                <a:cs typeface="Arial"/>
              </a:rPr>
              <a:t>cover?</a:t>
            </a:r>
            <a:endParaRPr sz="1200">
              <a:latin typeface="Arial"/>
              <a:cs typeface="Arial"/>
            </a:endParaRPr>
          </a:p>
        </p:txBody>
      </p:sp>
      <p:sp>
        <p:nvSpPr>
          <p:cNvPr id="8" name="object 8"/>
          <p:cNvSpPr txBox="1"/>
          <p:nvPr/>
        </p:nvSpPr>
        <p:spPr>
          <a:xfrm>
            <a:off x="36004" y="472452"/>
            <a:ext cx="2091055" cy="203835"/>
          </a:xfrm>
          <a:prstGeom prst="rect">
            <a:avLst/>
          </a:prstGeom>
          <a:solidFill>
            <a:srgbClr val="00FF00"/>
          </a:solidFill>
        </p:spPr>
        <p:txBody>
          <a:bodyPr vert="horz" wrap="square" lIns="0" tIns="0" rIns="0" bIns="0" rtlCol="0">
            <a:spAutoFit/>
          </a:bodyPr>
          <a:lstStyle/>
          <a:p>
            <a:pPr marL="37465">
              <a:lnSpc>
                <a:spcPts val="1315"/>
              </a:lnSpc>
            </a:pPr>
            <a:r>
              <a:rPr sz="1100" b="1" spc="-10" dirty="0">
                <a:solidFill>
                  <a:srgbClr val="333333"/>
                </a:solidFill>
                <a:latin typeface="Arial"/>
                <a:cs typeface="Arial"/>
              </a:rPr>
              <a:t>Module</a:t>
            </a:r>
            <a:r>
              <a:rPr sz="1100" b="1" spc="50" dirty="0">
                <a:solidFill>
                  <a:srgbClr val="333333"/>
                </a:solidFill>
                <a:latin typeface="Arial"/>
                <a:cs typeface="Arial"/>
              </a:rPr>
              <a:t> </a:t>
            </a:r>
            <a:r>
              <a:rPr sz="1100" b="1" dirty="0">
                <a:solidFill>
                  <a:srgbClr val="333333"/>
                </a:solidFill>
                <a:latin typeface="Arial"/>
                <a:cs typeface="Arial"/>
              </a:rPr>
              <a:t>3:</a:t>
            </a:r>
            <a:r>
              <a:rPr sz="1100" b="1" spc="175" dirty="0">
                <a:solidFill>
                  <a:srgbClr val="333333"/>
                </a:solidFill>
                <a:latin typeface="Arial"/>
                <a:cs typeface="Arial"/>
              </a:rPr>
              <a:t> </a:t>
            </a:r>
            <a:r>
              <a:rPr sz="1100" b="1" dirty="0">
                <a:solidFill>
                  <a:srgbClr val="333333"/>
                </a:solidFill>
                <a:latin typeface="Arial"/>
                <a:cs typeface="Arial"/>
              </a:rPr>
              <a:t>3D</a:t>
            </a:r>
            <a:r>
              <a:rPr sz="1100" b="1" spc="55" dirty="0">
                <a:solidFill>
                  <a:srgbClr val="333333"/>
                </a:solidFill>
                <a:latin typeface="Arial"/>
                <a:cs typeface="Arial"/>
              </a:rPr>
              <a:t> </a:t>
            </a:r>
            <a:r>
              <a:rPr sz="1100" b="1" spc="-25" dirty="0">
                <a:solidFill>
                  <a:srgbClr val="333333"/>
                </a:solidFill>
                <a:latin typeface="Arial"/>
                <a:cs typeface="Arial"/>
              </a:rPr>
              <a:t>Computer</a:t>
            </a:r>
            <a:r>
              <a:rPr sz="1100" b="1" spc="60" dirty="0">
                <a:solidFill>
                  <a:srgbClr val="333333"/>
                </a:solidFill>
                <a:latin typeface="Arial"/>
                <a:cs typeface="Arial"/>
              </a:rPr>
              <a:t> </a:t>
            </a:r>
            <a:r>
              <a:rPr sz="1100" b="1" spc="-10" dirty="0">
                <a:solidFill>
                  <a:srgbClr val="333333"/>
                </a:solidFill>
                <a:latin typeface="Arial"/>
                <a:cs typeface="Arial"/>
              </a:rPr>
              <a:t>Vision</a:t>
            </a:r>
            <a:endParaRPr sz="1100">
              <a:latin typeface="Arial"/>
              <a:cs typeface="Arial"/>
            </a:endParaRPr>
          </a:p>
        </p:txBody>
      </p:sp>
      <p:sp>
        <p:nvSpPr>
          <p:cNvPr id="9" name="object 9"/>
          <p:cNvSpPr txBox="1"/>
          <p:nvPr/>
        </p:nvSpPr>
        <p:spPr>
          <a:xfrm>
            <a:off x="36106" y="843838"/>
            <a:ext cx="2630170" cy="2143125"/>
          </a:xfrm>
          <a:prstGeom prst="rect">
            <a:avLst/>
          </a:prstGeom>
        </p:spPr>
        <p:txBody>
          <a:bodyPr vert="horz" wrap="square" lIns="0" tIns="36195" rIns="0" bIns="0" rtlCol="0">
            <a:spAutoFit/>
          </a:bodyPr>
          <a:lstStyle/>
          <a:p>
            <a:pPr marL="274955" indent="-262255">
              <a:lnSpc>
                <a:spcPct val="100000"/>
              </a:lnSpc>
              <a:spcBef>
                <a:spcPts val="285"/>
              </a:spcBef>
              <a:buClr>
                <a:srgbClr val="4B81AE"/>
              </a:buClr>
              <a:buFont typeface="Arial"/>
              <a:buAutoNum type="arabicPeriod" startAt="11"/>
              <a:tabLst>
                <a:tab pos="274955" algn="l"/>
              </a:tabLst>
            </a:pPr>
            <a:r>
              <a:rPr sz="1100" spc="-80" dirty="0">
                <a:solidFill>
                  <a:srgbClr val="333333"/>
                </a:solidFill>
                <a:latin typeface="Arial MT"/>
                <a:cs typeface="Arial MT"/>
              </a:rPr>
              <a:t>Camera</a:t>
            </a:r>
            <a:r>
              <a:rPr sz="1100" spc="25" dirty="0">
                <a:solidFill>
                  <a:srgbClr val="333333"/>
                </a:solidFill>
                <a:latin typeface="Arial MT"/>
                <a:cs typeface="Arial MT"/>
              </a:rPr>
              <a:t> </a:t>
            </a:r>
            <a:r>
              <a:rPr sz="1100" spc="-10" dirty="0">
                <a:solidFill>
                  <a:srgbClr val="333333"/>
                </a:solidFill>
                <a:latin typeface="Arial MT"/>
                <a:cs typeface="Arial MT"/>
              </a:rPr>
              <a:t>Geometry</a:t>
            </a:r>
            <a:endParaRPr sz="1100" dirty="0">
              <a:latin typeface="Arial MT"/>
              <a:cs typeface="Arial MT"/>
            </a:endParaRPr>
          </a:p>
          <a:p>
            <a:pPr marL="550545" lvl="1" indent="-313690">
              <a:lnSpc>
                <a:spcPts val="1200"/>
              </a:lnSpc>
              <a:spcBef>
                <a:spcPts val="175"/>
              </a:spcBef>
              <a:buClr>
                <a:srgbClr val="4B81AE"/>
              </a:buClr>
              <a:buFont typeface="Arial"/>
              <a:buAutoNum type="arabicPeriod"/>
              <a:tabLst>
                <a:tab pos="550545" algn="l"/>
              </a:tabLst>
            </a:pPr>
            <a:r>
              <a:rPr sz="1000" spc="-25" dirty="0">
                <a:solidFill>
                  <a:srgbClr val="333333"/>
                </a:solidFill>
                <a:latin typeface="Arial MT"/>
                <a:cs typeface="Arial MT"/>
              </a:rPr>
              <a:t>Pinhole</a:t>
            </a:r>
            <a:r>
              <a:rPr sz="1000" spc="10" dirty="0">
                <a:solidFill>
                  <a:srgbClr val="333333"/>
                </a:solidFill>
                <a:latin typeface="Arial MT"/>
                <a:cs typeface="Arial MT"/>
              </a:rPr>
              <a:t> </a:t>
            </a:r>
            <a:r>
              <a:rPr sz="1000" spc="-65" dirty="0">
                <a:solidFill>
                  <a:srgbClr val="333333"/>
                </a:solidFill>
                <a:latin typeface="Arial MT"/>
                <a:cs typeface="Arial MT"/>
              </a:rPr>
              <a:t>Camera</a:t>
            </a:r>
            <a:r>
              <a:rPr sz="1000" spc="15" dirty="0">
                <a:solidFill>
                  <a:srgbClr val="333333"/>
                </a:solidFill>
                <a:latin typeface="Arial MT"/>
                <a:cs typeface="Arial MT"/>
              </a:rPr>
              <a:t> </a:t>
            </a:r>
            <a:r>
              <a:rPr sz="1000" spc="-10" dirty="0">
                <a:solidFill>
                  <a:srgbClr val="333333"/>
                </a:solidFill>
                <a:latin typeface="Arial MT"/>
                <a:cs typeface="Arial MT"/>
              </a:rPr>
              <a:t>Geometry</a:t>
            </a:r>
            <a:endParaRPr sz="1000" dirty="0">
              <a:latin typeface="Arial MT"/>
              <a:cs typeface="Arial MT"/>
            </a:endParaRPr>
          </a:p>
          <a:p>
            <a:pPr marL="550545" lvl="1" indent="-313690">
              <a:lnSpc>
                <a:spcPts val="1195"/>
              </a:lnSpc>
              <a:buClr>
                <a:srgbClr val="4B81AE"/>
              </a:buClr>
              <a:buFont typeface="Arial"/>
              <a:buAutoNum type="arabicPeriod"/>
              <a:tabLst>
                <a:tab pos="550545" algn="l"/>
              </a:tabLst>
            </a:pPr>
            <a:r>
              <a:rPr sz="1000" spc="-55" dirty="0">
                <a:solidFill>
                  <a:srgbClr val="333333"/>
                </a:solidFill>
                <a:latin typeface="Arial MT"/>
                <a:cs typeface="Arial MT"/>
              </a:rPr>
              <a:t>Camera</a:t>
            </a:r>
            <a:r>
              <a:rPr sz="1000" spc="-15" dirty="0">
                <a:solidFill>
                  <a:srgbClr val="333333"/>
                </a:solidFill>
                <a:latin typeface="Arial MT"/>
                <a:cs typeface="Arial MT"/>
              </a:rPr>
              <a:t> </a:t>
            </a:r>
            <a:r>
              <a:rPr sz="1000" spc="-10" dirty="0">
                <a:solidFill>
                  <a:srgbClr val="333333"/>
                </a:solidFill>
                <a:latin typeface="Arial MT"/>
                <a:cs typeface="Arial MT"/>
              </a:rPr>
              <a:t>Matrix</a:t>
            </a:r>
            <a:endParaRPr sz="1000" dirty="0">
              <a:latin typeface="Arial MT"/>
              <a:cs typeface="Arial MT"/>
            </a:endParaRPr>
          </a:p>
          <a:p>
            <a:pPr marL="550545" lvl="1" indent="-313690">
              <a:lnSpc>
                <a:spcPts val="1195"/>
              </a:lnSpc>
              <a:buClr>
                <a:srgbClr val="4B81AE"/>
              </a:buClr>
              <a:buFont typeface="Arial"/>
              <a:buAutoNum type="arabicPeriod"/>
              <a:tabLst>
                <a:tab pos="550545" algn="l"/>
              </a:tabLst>
            </a:pPr>
            <a:r>
              <a:rPr sz="1000" spc="-55" dirty="0">
                <a:solidFill>
                  <a:srgbClr val="333333"/>
                </a:solidFill>
                <a:latin typeface="Arial MT"/>
                <a:cs typeface="Arial MT"/>
              </a:rPr>
              <a:t>Camera</a:t>
            </a:r>
            <a:r>
              <a:rPr sz="1000" spc="-15" dirty="0">
                <a:solidFill>
                  <a:srgbClr val="333333"/>
                </a:solidFill>
                <a:latin typeface="Arial MT"/>
                <a:cs typeface="Arial MT"/>
              </a:rPr>
              <a:t> </a:t>
            </a:r>
            <a:r>
              <a:rPr sz="1000" spc="-10" dirty="0">
                <a:solidFill>
                  <a:srgbClr val="333333"/>
                </a:solidFill>
                <a:latin typeface="Arial MT"/>
                <a:cs typeface="Arial MT"/>
              </a:rPr>
              <a:t>Models</a:t>
            </a:r>
            <a:endParaRPr sz="1000" dirty="0">
              <a:latin typeface="Arial MT"/>
              <a:cs typeface="Arial MT"/>
            </a:endParaRPr>
          </a:p>
          <a:p>
            <a:pPr marL="550545" lvl="1" indent="-313690">
              <a:lnSpc>
                <a:spcPts val="1200"/>
              </a:lnSpc>
              <a:buClr>
                <a:srgbClr val="4B81AE"/>
              </a:buClr>
              <a:buFont typeface="Arial"/>
              <a:buAutoNum type="arabicPeriod"/>
              <a:tabLst>
                <a:tab pos="550545" algn="l"/>
              </a:tabLst>
            </a:pPr>
            <a:r>
              <a:rPr sz="1000" spc="-55" dirty="0">
                <a:solidFill>
                  <a:srgbClr val="333333"/>
                </a:solidFill>
                <a:latin typeface="Arial MT"/>
                <a:cs typeface="Arial MT"/>
              </a:rPr>
              <a:t>Camera</a:t>
            </a:r>
            <a:r>
              <a:rPr sz="1000" spc="15" dirty="0">
                <a:solidFill>
                  <a:srgbClr val="333333"/>
                </a:solidFill>
                <a:latin typeface="Arial MT"/>
                <a:cs typeface="Arial MT"/>
              </a:rPr>
              <a:t> </a:t>
            </a:r>
            <a:r>
              <a:rPr sz="1000" dirty="0">
                <a:solidFill>
                  <a:srgbClr val="333333"/>
                </a:solidFill>
                <a:latin typeface="Arial MT"/>
                <a:cs typeface="Arial MT"/>
              </a:rPr>
              <a:t>Matrix</a:t>
            </a:r>
            <a:r>
              <a:rPr sz="1000" spc="20" dirty="0">
                <a:solidFill>
                  <a:srgbClr val="333333"/>
                </a:solidFill>
                <a:latin typeface="Arial MT"/>
                <a:cs typeface="Arial MT"/>
              </a:rPr>
              <a:t> </a:t>
            </a:r>
            <a:r>
              <a:rPr sz="1000" spc="-10" dirty="0">
                <a:solidFill>
                  <a:srgbClr val="333333"/>
                </a:solidFill>
                <a:latin typeface="Arial MT"/>
                <a:cs typeface="Arial MT"/>
              </a:rPr>
              <a:t>Anatomy</a:t>
            </a:r>
            <a:endParaRPr sz="1000" dirty="0">
              <a:latin typeface="Arial MT"/>
              <a:cs typeface="Arial MT"/>
            </a:endParaRPr>
          </a:p>
          <a:p>
            <a:pPr marL="274955" indent="-262255">
              <a:lnSpc>
                <a:spcPct val="100000"/>
              </a:lnSpc>
              <a:spcBef>
                <a:spcPts val="355"/>
              </a:spcBef>
              <a:buClr>
                <a:srgbClr val="4B81AE"/>
              </a:buClr>
              <a:buFont typeface="Arial"/>
              <a:buAutoNum type="arabicPeriod" startAt="11"/>
              <a:tabLst>
                <a:tab pos="274955" algn="l"/>
              </a:tabLst>
            </a:pPr>
            <a:r>
              <a:rPr sz="1100" spc="-80" dirty="0">
                <a:solidFill>
                  <a:srgbClr val="333333"/>
                </a:solidFill>
                <a:latin typeface="Arial MT"/>
                <a:cs typeface="Arial MT"/>
              </a:rPr>
              <a:t>Camera</a:t>
            </a:r>
            <a:r>
              <a:rPr sz="1100" spc="25" dirty="0">
                <a:solidFill>
                  <a:srgbClr val="333333"/>
                </a:solidFill>
                <a:latin typeface="Arial MT"/>
                <a:cs typeface="Arial MT"/>
              </a:rPr>
              <a:t> </a:t>
            </a:r>
            <a:r>
              <a:rPr sz="1100" spc="-10" dirty="0">
                <a:solidFill>
                  <a:srgbClr val="333333"/>
                </a:solidFill>
                <a:latin typeface="Arial MT"/>
                <a:cs typeface="Arial MT"/>
              </a:rPr>
              <a:t>Calibration</a:t>
            </a:r>
            <a:endParaRPr sz="1100" dirty="0">
              <a:latin typeface="Arial MT"/>
              <a:cs typeface="Arial MT"/>
            </a:endParaRPr>
          </a:p>
          <a:p>
            <a:pPr marL="274955" indent="-262255">
              <a:lnSpc>
                <a:spcPct val="100000"/>
              </a:lnSpc>
              <a:spcBef>
                <a:spcPts val="175"/>
              </a:spcBef>
              <a:buClr>
                <a:srgbClr val="4B81AE"/>
              </a:buClr>
              <a:buFont typeface="Arial"/>
              <a:buAutoNum type="arabicPeriod" startAt="11"/>
              <a:tabLst>
                <a:tab pos="274955" algn="l"/>
              </a:tabLst>
            </a:pPr>
            <a:r>
              <a:rPr sz="1100" spc="-65" dirty="0">
                <a:solidFill>
                  <a:srgbClr val="333333"/>
                </a:solidFill>
                <a:latin typeface="Arial MT"/>
                <a:cs typeface="Arial MT"/>
              </a:rPr>
              <a:t>Stereo</a:t>
            </a:r>
            <a:r>
              <a:rPr sz="1100" spc="30" dirty="0">
                <a:solidFill>
                  <a:srgbClr val="333333"/>
                </a:solidFill>
                <a:latin typeface="Arial MT"/>
                <a:cs typeface="Arial MT"/>
              </a:rPr>
              <a:t> </a:t>
            </a:r>
            <a:r>
              <a:rPr sz="1100" spc="-10" dirty="0">
                <a:solidFill>
                  <a:srgbClr val="333333"/>
                </a:solidFill>
                <a:latin typeface="Arial MT"/>
                <a:cs typeface="Arial MT"/>
              </a:rPr>
              <a:t>Reconstruction</a:t>
            </a:r>
            <a:endParaRPr sz="1100" dirty="0">
              <a:latin typeface="Arial MT"/>
              <a:cs typeface="Arial MT"/>
            </a:endParaRPr>
          </a:p>
          <a:p>
            <a:pPr marL="550545" lvl="1" indent="-313690">
              <a:lnSpc>
                <a:spcPts val="1150"/>
              </a:lnSpc>
              <a:spcBef>
                <a:spcPts val="175"/>
              </a:spcBef>
              <a:buClr>
                <a:srgbClr val="4B81AE"/>
              </a:buClr>
              <a:buFont typeface="Arial"/>
              <a:buAutoNum type="arabicPeriod"/>
              <a:tabLst>
                <a:tab pos="550545" algn="l"/>
              </a:tabLst>
            </a:pPr>
            <a:r>
              <a:rPr sz="1000" dirty="0">
                <a:solidFill>
                  <a:srgbClr val="333333"/>
                </a:solidFill>
                <a:latin typeface="Arial MT"/>
                <a:cs typeface="Arial MT"/>
              </a:rPr>
              <a:t>The</a:t>
            </a:r>
            <a:r>
              <a:rPr sz="1000" spc="10" dirty="0">
                <a:solidFill>
                  <a:srgbClr val="333333"/>
                </a:solidFill>
                <a:latin typeface="Arial MT"/>
                <a:cs typeface="Arial MT"/>
              </a:rPr>
              <a:t> </a:t>
            </a:r>
            <a:r>
              <a:rPr sz="1000" spc="-80" dirty="0">
                <a:solidFill>
                  <a:srgbClr val="333333"/>
                </a:solidFill>
                <a:latin typeface="Arial MT"/>
                <a:cs typeface="Arial MT"/>
              </a:rPr>
              <a:t>case</a:t>
            </a:r>
            <a:r>
              <a:rPr sz="1000" spc="15" dirty="0">
                <a:solidFill>
                  <a:srgbClr val="333333"/>
                </a:solidFill>
                <a:latin typeface="Arial MT"/>
                <a:cs typeface="Arial MT"/>
              </a:rPr>
              <a:t> </a:t>
            </a:r>
            <a:r>
              <a:rPr sz="1000" dirty="0">
                <a:solidFill>
                  <a:srgbClr val="333333"/>
                </a:solidFill>
                <a:latin typeface="Arial MT"/>
                <a:cs typeface="Arial MT"/>
              </a:rPr>
              <a:t>of</a:t>
            </a:r>
            <a:r>
              <a:rPr sz="1000" spc="10" dirty="0">
                <a:solidFill>
                  <a:srgbClr val="333333"/>
                </a:solidFill>
                <a:latin typeface="Arial MT"/>
                <a:cs typeface="Arial MT"/>
              </a:rPr>
              <a:t> </a:t>
            </a:r>
            <a:r>
              <a:rPr sz="1000" spc="-30" dirty="0">
                <a:solidFill>
                  <a:srgbClr val="333333"/>
                </a:solidFill>
                <a:latin typeface="Arial MT"/>
                <a:cs typeface="Arial MT"/>
              </a:rPr>
              <a:t>orthoparallel</a:t>
            </a:r>
            <a:r>
              <a:rPr sz="1000" spc="10" dirty="0">
                <a:solidFill>
                  <a:srgbClr val="333333"/>
                </a:solidFill>
                <a:latin typeface="Arial MT"/>
                <a:cs typeface="Arial MT"/>
              </a:rPr>
              <a:t> </a:t>
            </a:r>
            <a:r>
              <a:rPr sz="1000" spc="-10" dirty="0">
                <a:solidFill>
                  <a:srgbClr val="333333"/>
                </a:solidFill>
                <a:latin typeface="Arial MT"/>
                <a:cs typeface="Arial MT"/>
              </a:rPr>
              <a:t>cameras</a:t>
            </a:r>
            <a:endParaRPr sz="1000" dirty="0">
              <a:latin typeface="Arial MT"/>
              <a:cs typeface="Arial MT"/>
            </a:endParaRPr>
          </a:p>
          <a:p>
            <a:pPr marL="550545" lvl="1" indent="-313690">
              <a:lnSpc>
                <a:spcPts val="1150"/>
              </a:lnSpc>
              <a:buClr>
                <a:srgbClr val="4B81AE"/>
              </a:buClr>
              <a:buFont typeface="Arial"/>
              <a:buAutoNum type="arabicPeriod"/>
              <a:tabLst>
                <a:tab pos="550545" algn="l"/>
              </a:tabLst>
            </a:pPr>
            <a:r>
              <a:rPr sz="1000" dirty="0">
                <a:solidFill>
                  <a:srgbClr val="333333"/>
                </a:solidFill>
                <a:latin typeface="Arial MT"/>
                <a:cs typeface="Arial MT"/>
              </a:rPr>
              <a:t>The </a:t>
            </a:r>
            <a:r>
              <a:rPr sz="1000" spc="-80" dirty="0">
                <a:solidFill>
                  <a:srgbClr val="333333"/>
                </a:solidFill>
                <a:latin typeface="Arial MT"/>
                <a:cs typeface="Arial MT"/>
              </a:rPr>
              <a:t>case</a:t>
            </a:r>
            <a:r>
              <a:rPr sz="1000" spc="10" dirty="0">
                <a:solidFill>
                  <a:srgbClr val="333333"/>
                </a:solidFill>
                <a:latin typeface="Arial MT"/>
                <a:cs typeface="Arial MT"/>
              </a:rPr>
              <a:t> </a:t>
            </a:r>
            <a:r>
              <a:rPr sz="1000" dirty="0">
                <a:solidFill>
                  <a:srgbClr val="333333"/>
                </a:solidFill>
                <a:latin typeface="Arial MT"/>
                <a:cs typeface="Arial MT"/>
              </a:rPr>
              <a:t>of</a:t>
            </a:r>
            <a:r>
              <a:rPr sz="1000" spc="5" dirty="0">
                <a:solidFill>
                  <a:srgbClr val="333333"/>
                </a:solidFill>
                <a:latin typeface="Arial MT"/>
                <a:cs typeface="Arial MT"/>
              </a:rPr>
              <a:t> </a:t>
            </a:r>
            <a:r>
              <a:rPr sz="1000" spc="-45" dirty="0">
                <a:solidFill>
                  <a:srgbClr val="333333"/>
                </a:solidFill>
                <a:latin typeface="Arial MT"/>
                <a:cs typeface="Arial MT"/>
              </a:rPr>
              <a:t>converging</a:t>
            </a:r>
            <a:r>
              <a:rPr sz="1000" spc="10" dirty="0">
                <a:solidFill>
                  <a:srgbClr val="333333"/>
                </a:solidFill>
                <a:latin typeface="Arial MT"/>
                <a:cs typeface="Arial MT"/>
              </a:rPr>
              <a:t> </a:t>
            </a:r>
            <a:r>
              <a:rPr sz="1000" spc="-10" dirty="0">
                <a:solidFill>
                  <a:srgbClr val="333333"/>
                </a:solidFill>
                <a:latin typeface="Arial MT"/>
                <a:cs typeface="Arial MT"/>
              </a:rPr>
              <a:t>cameras</a:t>
            </a:r>
            <a:endParaRPr sz="1000" dirty="0">
              <a:latin typeface="Arial MT"/>
              <a:cs typeface="Arial MT"/>
            </a:endParaRPr>
          </a:p>
          <a:p>
            <a:pPr marL="826769" marR="5080" lvl="2" indent="-372745">
              <a:lnSpc>
                <a:spcPct val="101499"/>
              </a:lnSpc>
              <a:spcBef>
                <a:spcPts val="180"/>
              </a:spcBef>
              <a:buClr>
                <a:srgbClr val="4B81AE"/>
              </a:buClr>
              <a:buFont typeface="Roboto Cn"/>
              <a:buAutoNum type="arabicPeriod"/>
              <a:tabLst>
                <a:tab pos="830580" algn="l"/>
              </a:tabLst>
            </a:pPr>
            <a:r>
              <a:rPr sz="900" spc="-20" dirty="0">
                <a:solidFill>
                  <a:srgbClr val="333333"/>
                </a:solidFill>
                <a:latin typeface="Arial MT"/>
                <a:cs typeface="Arial MT"/>
              </a:rPr>
              <a:t>Epipolar</a:t>
            </a:r>
            <a:r>
              <a:rPr sz="900" spc="5" dirty="0">
                <a:solidFill>
                  <a:srgbClr val="333333"/>
                </a:solidFill>
                <a:latin typeface="Arial MT"/>
                <a:cs typeface="Arial MT"/>
              </a:rPr>
              <a:t> </a:t>
            </a:r>
            <a:r>
              <a:rPr sz="900" spc="-10" dirty="0">
                <a:solidFill>
                  <a:srgbClr val="333333"/>
                </a:solidFill>
                <a:latin typeface="Arial MT"/>
                <a:cs typeface="Arial MT"/>
              </a:rPr>
              <a:t>constraint</a:t>
            </a:r>
            <a:r>
              <a:rPr sz="900" spc="10" dirty="0">
                <a:solidFill>
                  <a:srgbClr val="333333"/>
                </a:solidFill>
                <a:latin typeface="Arial MT"/>
                <a:cs typeface="Arial MT"/>
              </a:rPr>
              <a:t> </a:t>
            </a:r>
            <a:r>
              <a:rPr sz="900" spc="-10" dirty="0">
                <a:solidFill>
                  <a:srgbClr val="333333"/>
                </a:solidFill>
                <a:latin typeface="Arial MT"/>
                <a:cs typeface="Arial MT"/>
              </a:rPr>
              <a:t>and</a:t>
            </a:r>
            <a:r>
              <a:rPr sz="900" spc="5" dirty="0">
                <a:solidFill>
                  <a:srgbClr val="333333"/>
                </a:solidFill>
                <a:latin typeface="Arial MT"/>
                <a:cs typeface="Arial MT"/>
              </a:rPr>
              <a:t> </a:t>
            </a:r>
            <a:r>
              <a:rPr sz="900" spc="-10" dirty="0">
                <a:solidFill>
                  <a:srgbClr val="333333"/>
                </a:solidFill>
                <a:latin typeface="Arial MT"/>
                <a:cs typeface="Arial MT"/>
              </a:rPr>
              <a:t>fundamental 	matrix</a:t>
            </a:r>
            <a:endParaRPr sz="900" dirty="0">
              <a:latin typeface="Arial MT"/>
              <a:cs typeface="Arial MT"/>
            </a:endParaRPr>
          </a:p>
          <a:p>
            <a:pPr marL="827405" lvl="2" indent="-372745">
              <a:lnSpc>
                <a:spcPct val="100000"/>
              </a:lnSpc>
              <a:spcBef>
                <a:spcPts val="15"/>
              </a:spcBef>
              <a:buClr>
                <a:srgbClr val="4B81AE"/>
              </a:buClr>
              <a:buFont typeface="Roboto Cn"/>
              <a:buAutoNum type="arabicPeriod"/>
              <a:tabLst>
                <a:tab pos="827405" algn="l"/>
              </a:tabLst>
            </a:pPr>
            <a:r>
              <a:rPr sz="900" spc="-10" dirty="0">
                <a:solidFill>
                  <a:srgbClr val="333333"/>
                </a:solidFill>
                <a:latin typeface="Arial MT"/>
                <a:cs typeface="Arial MT"/>
              </a:rPr>
              <a:t>Estimation</a:t>
            </a:r>
            <a:r>
              <a:rPr sz="900" spc="10" dirty="0">
                <a:solidFill>
                  <a:srgbClr val="333333"/>
                </a:solidFill>
                <a:latin typeface="Arial MT"/>
                <a:cs typeface="Arial MT"/>
              </a:rPr>
              <a:t> </a:t>
            </a:r>
            <a:r>
              <a:rPr sz="900" dirty="0">
                <a:solidFill>
                  <a:srgbClr val="333333"/>
                </a:solidFill>
                <a:latin typeface="Arial MT"/>
                <a:cs typeface="Arial MT"/>
              </a:rPr>
              <a:t>of</a:t>
            </a:r>
            <a:r>
              <a:rPr sz="900" spc="10" dirty="0">
                <a:solidFill>
                  <a:srgbClr val="333333"/>
                </a:solidFill>
                <a:latin typeface="Arial MT"/>
                <a:cs typeface="Arial MT"/>
              </a:rPr>
              <a:t> </a:t>
            </a:r>
            <a:r>
              <a:rPr sz="900" spc="-10" dirty="0">
                <a:solidFill>
                  <a:srgbClr val="333333"/>
                </a:solidFill>
                <a:latin typeface="Arial MT"/>
                <a:cs typeface="Arial MT"/>
              </a:rPr>
              <a:t>fundamental</a:t>
            </a:r>
            <a:r>
              <a:rPr sz="900" spc="10" dirty="0">
                <a:solidFill>
                  <a:srgbClr val="333333"/>
                </a:solidFill>
                <a:latin typeface="Arial MT"/>
                <a:cs typeface="Arial MT"/>
              </a:rPr>
              <a:t> </a:t>
            </a:r>
            <a:r>
              <a:rPr sz="900" spc="-10" dirty="0">
                <a:solidFill>
                  <a:srgbClr val="333333"/>
                </a:solidFill>
                <a:latin typeface="Arial MT"/>
                <a:cs typeface="Arial MT"/>
              </a:rPr>
              <a:t>matrix</a:t>
            </a:r>
            <a:endParaRPr sz="900" dirty="0">
              <a:latin typeface="Arial MT"/>
              <a:cs typeface="Arial MT"/>
            </a:endParaRPr>
          </a:p>
          <a:p>
            <a:pPr marL="827405" lvl="2" indent="-372745">
              <a:lnSpc>
                <a:spcPct val="100000"/>
              </a:lnSpc>
              <a:spcBef>
                <a:spcPts val="15"/>
              </a:spcBef>
              <a:buClr>
                <a:srgbClr val="4B81AE"/>
              </a:buClr>
              <a:buFont typeface="Roboto Cn"/>
              <a:buAutoNum type="arabicPeriod"/>
              <a:tabLst>
                <a:tab pos="827405" algn="l"/>
              </a:tabLst>
            </a:pPr>
            <a:r>
              <a:rPr sz="900" spc="-10" dirty="0">
                <a:solidFill>
                  <a:srgbClr val="333333"/>
                </a:solidFill>
                <a:latin typeface="Arial MT"/>
                <a:cs typeface="Arial MT"/>
              </a:rPr>
              <a:t>Disparity estimation</a:t>
            </a:r>
            <a:endParaRPr sz="900" dirty="0">
              <a:latin typeface="Arial MT"/>
              <a:cs typeface="Arial MT"/>
            </a:endParaRPr>
          </a:p>
        </p:txBody>
      </p:sp>
      <p:pic>
        <p:nvPicPr>
          <p:cNvPr id="10" name="object 10"/>
          <p:cNvPicPr/>
          <p:nvPr/>
        </p:nvPicPr>
        <p:blipFill>
          <a:blip r:embed="rId6" cstate="print"/>
          <a:stretch>
            <a:fillRect/>
          </a:stretch>
        </p:blipFill>
        <p:spPr>
          <a:xfrm>
            <a:off x="2757627" y="688750"/>
            <a:ext cx="1814418" cy="2519561"/>
          </a:xfrm>
          <a:prstGeom prst="rect">
            <a:avLst/>
          </a:prstGeom>
        </p:spPr>
      </p:pic>
      <p:sp>
        <p:nvSpPr>
          <p:cNvPr id="11" name="object 11"/>
          <p:cNvSpPr/>
          <p:nvPr/>
        </p:nvSpPr>
        <p:spPr>
          <a:xfrm>
            <a:off x="68834" y="3308210"/>
            <a:ext cx="4470400" cy="0"/>
          </a:xfrm>
          <a:custGeom>
            <a:avLst/>
            <a:gdLst/>
            <a:ahLst/>
            <a:cxnLst/>
            <a:rect l="l" t="t" r="r" b="b"/>
            <a:pathLst>
              <a:path w="4470400">
                <a:moveTo>
                  <a:pt x="0" y="0"/>
                </a:moveTo>
                <a:lnTo>
                  <a:pt x="4470336" y="0"/>
                </a:lnTo>
              </a:path>
            </a:pathLst>
          </a:custGeom>
          <a:ln w="7594">
            <a:solidFill>
              <a:srgbClr val="4B81AE"/>
            </a:solidFill>
          </a:ln>
        </p:spPr>
        <p:txBody>
          <a:bodyPr wrap="square" lIns="0" tIns="0" rIns="0" bIns="0" rtlCol="0"/>
          <a:lstStyle/>
          <a:p>
            <a:endParaRPr/>
          </a:p>
        </p:txBody>
      </p:sp>
      <p:sp>
        <p:nvSpPr>
          <p:cNvPr id="12" name="object 12"/>
          <p:cNvSpPr txBox="1"/>
          <p:nvPr/>
        </p:nvSpPr>
        <p:spPr>
          <a:xfrm>
            <a:off x="1779498" y="3332022"/>
            <a:ext cx="648335" cy="122555"/>
          </a:xfrm>
          <a:prstGeom prst="rect">
            <a:avLst/>
          </a:prstGeom>
        </p:spPr>
        <p:txBody>
          <a:bodyPr vert="horz" wrap="square" lIns="0" tIns="7620" rIns="0" bIns="0" rtlCol="0">
            <a:spAutoFit/>
          </a:bodyPr>
          <a:lstStyle/>
          <a:p>
            <a:pPr marL="12700">
              <a:lnSpc>
                <a:spcPct val="100000"/>
              </a:lnSpc>
              <a:spcBef>
                <a:spcPts val="60"/>
              </a:spcBef>
            </a:pPr>
            <a:r>
              <a:rPr sz="600" i="1" spc="-20" dirty="0">
                <a:solidFill>
                  <a:srgbClr val="333333"/>
                </a:solidFill>
                <a:latin typeface="Verdana"/>
                <a:cs typeface="Verdana"/>
                <a:hlinkClick r:id="rId7" action="ppaction://hlinksldjump"/>
              </a:rPr>
              <a:t>Computer</a:t>
            </a:r>
            <a:r>
              <a:rPr sz="600" i="1" spc="25" dirty="0">
                <a:solidFill>
                  <a:srgbClr val="333333"/>
                </a:solidFill>
                <a:latin typeface="Verdana"/>
                <a:cs typeface="Verdana"/>
                <a:hlinkClick r:id="rId7" action="ppaction://hlinksldjump"/>
              </a:rPr>
              <a:t> </a:t>
            </a:r>
            <a:r>
              <a:rPr sz="600" i="1" spc="-10" dirty="0">
                <a:solidFill>
                  <a:srgbClr val="333333"/>
                </a:solidFill>
                <a:latin typeface="Verdana"/>
                <a:cs typeface="Verdana"/>
                <a:hlinkClick r:id="rId7" action="ppaction://hlinksldjump"/>
              </a:rPr>
              <a:t>Vision</a:t>
            </a:r>
            <a:endParaRPr sz="600">
              <a:latin typeface="Verdana"/>
              <a:cs typeface="Verdana"/>
            </a:endParaRPr>
          </a:p>
        </p:txBody>
      </p:sp>
      <p:sp>
        <p:nvSpPr>
          <p:cNvPr id="13" name="object 13"/>
          <p:cNvSpPr txBox="1">
            <a:spLocks noGrp="1"/>
          </p:cNvSpPr>
          <p:nvPr>
            <p:ph type="sldNum" sz="quarter" idx="7"/>
          </p:nvPr>
        </p:nvSpPr>
        <p:spPr>
          <a:prstGeom prst="rect">
            <a:avLst/>
          </a:prstGeom>
        </p:spPr>
        <p:txBody>
          <a:bodyPr vert="horz" wrap="square" lIns="0" tIns="7620" rIns="0" bIns="0" rtlCol="0">
            <a:spAutoFit/>
          </a:bodyPr>
          <a:lstStyle/>
          <a:p>
            <a:pPr marL="38100">
              <a:lnSpc>
                <a:spcPct val="100000"/>
              </a:lnSpc>
              <a:spcBef>
                <a:spcPts val="60"/>
              </a:spcBef>
            </a:pPr>
            <a:fld id="{81D60167-4931-47E6-BA6A-407CBD079E47}" type="slidenum">
              <a:rPr spc="-45" dirty="0"/>
              <a:t>53</a:t>
            </a:fld>
            <a:r>
              <a:rPr spc="-90" dirty="0"/>
              <a:t> </a:t>
            </a:r>
            <a:r>
              <a:rPr spc="70" dirty="0"/>
              <a:t>/</a:t>
            </a:r>
            <a:r>
              <a:rPr spc="-85" dirty="0"/>
              <a:t> </a:t>
            </a:r>
            <a:r>
              <a:rPr spc="-25" dirty="0"/>
              <a:t>59</a:t>
            </a:r>
          </a:p>
        </p:txBody>
      </p:sp>
    </p:spTree>
  </p:cSld>
  <p:clrMapOvr>
    <a:masterClrMapping/>
  </p:clrMapOvr>
  <p:transition>
    <p:cut/>
  </p:transition>
</p:sld>
</file>

<file path=ppt/slides/slide54.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object 2"/>
          <p:cNvSpPr txBox="1"/>
          <p:nvPr/>
        </p:nvSpPr>
        <p:spPr>
          <a:xfrm>
            <a:off x="56134" y="15020"/>
            <a:ext cx="412115" cy="101600"/>
          </a:xfrm>
          <a:prstGeom prst="rect">
            <a:avLst/>
          </a:prstGeom>
        </p:spPr>
        <p:txBody>
          <a:bodyPr vert="horz" wrap="square" lIns="0" tIns="12065" rIns="0" bIns="0" rtlCol="0">
            <a:spAutoFit/>
          </a:bodyPr>
          <a:lstStyle/>
          <a:p>
            <a:pPr marL="12700">
              <a:lnSpc>
                <a:spcPct val="100000"/>
              </a:lnSpc>
              <a:spcBef>
                <a:spcPts val="95"/>
              </a:spcBef>
            </a:pPr>
            <a:r>
              <a:rPr sz="500" b="1" spc="-10" dirty="0">
                <a:solidFill>
                  <a:srgbClr val="E2E2E2"/>
                </a:solidFill>
                <a:latin typeface="Arial"/>
                <a:cs typeface="Arial"/>
                <a:hlinkClick r:id="rId2" action="ppaction://hlinksldjump"/>
              </a:rPr>
              <a:t>Introduction</a:t>
            </a:r>
            <a:endParaRPr sz="500">
              <a:latin typeface="Arial"/>
              <a:cs typeface="Arial"/>
            </a:endParaRPr>
          </a:p>
        </p:txBody>
      </p:sp>
      <p:sp>
        <p:nvSpPr>
          <p:cNvPr id="4" name="object 4"/>
          <p:cNvSpPr txBox="1"/>
          <p:nvPr/>
        </p:nvSpPr>
        <p:spPr>
          <a:xfrm>
            <a:off x="2858214" y="15020"/>
            <a:ext cx="255270" cy="101600"/>
          </a:xfrm>
          <a:prstGeom prst="rect">
            <a:avLst/>
          </a:prstGeom>
        </p:spPr>
        <p:txBody>
          <a:bodyPr vert="horz" wrap="square" lIns="0" tIns="12065" rIns="0" bIns="0" rtlCol="0">
            <a:spAutoFit/>
          </a:bodyPr>
          <a:lstStyle/>
          <a:p>
            <a:pPr marL="12700">
              <a:lnSpc>
                <a:spcPct val="100000"/>
              </a:lnSpc>
              <a:spcBef>
                <a:spcPts val="95"/>
              </a:spcBef>
            </a:pPr>
            <a:r>
              <a:rPr sz="500" b="1" spc="-10" dirty="0">
                <a:solidFill>
                  <a:srgbClr val="3F3F3F"/>
                </a:solidFill>
                <a:latin typeface="Arial"/>
                <a:cs typeface="Arial"/>
                <a:hlinkClick r:id="rId3" action="ppaction://hlinksldjump"/>
              </a:rPr>
              <a:t>Outline</a:t>
            </a:r>
            <a:endParaRPr sz="500">
              <a:latin typeface="Arial"/>
              <a:cs typeface="Arial"/>
            </a:endParaRPr>
          </a:p>
        </p:txBody>
      </p:sp>
      <p:sp>
        <p:nvSpPr>
          <p:cNvPr id="5" name="object 5"/>
          <p:cNvSpPr txBox="1"/>
          <p:nvPr/>
        </p:nvSpPr>
        <p:spPr>
          <a:xfrm>
            <a:off x="4117530" y="15020"/>
            <a:ext cx="434340" cy="101600"/>
          </a:xfrm>
          <a:prstGeom prst="rect">
            <a:avLst/>
          </a:prstGeom>
        </p:spPr>
        <p:txBody>
          <a:bodyPr vert="horz" wrap="square" lIns="0" tIns="12065" rIns="0" bIns="0" rtlCol="0">
            <a:spAutoFit/>
          </a:bodyPr>
          <a:lstStyle/>
          <a:p>
            <a:pPr marL="12700">
              <a:lnSpc>
                <a:spcPct val="100000"/>
              </a:lnSpc>
              <a:spcBef>
                <a:spcPts val="95"/>
              </a:spcBef>
            </a:pPr>
            <a:r>
              <a:rPr sz="500" b="1" spc="-10" dirty="0">
                <a:solidFill>
                  <a:srgbClr val="E2E2E2"/>
                </a:solidFill>
                <a:latin typeface="Arial"/>
                <a:cs typeface="Arial"/>
                <a:hlinkClick r:id="rId4" action="ppaction://hlinksldjump"/>
              </a:rPr>
              <a:t>Administrivia</a:t>
            </a:r>
            <a:endParaRPr sz="500">
              <a:latin typeface="Arial"/>
              <a:cs typeface="Arial"/>
            </a:endParaRPr>
          </a:p>
        </p:txBody>
      </p:sp>
      <p:pic>
        <p:nvPicPr>
          <p:cNvPr id="6" name="object 6"/>
          <p:cNvPicPr/>
          <p:nvPr/>
        </p:nvPicPr>
        <p:blipFill>
          <a:blip r:embed="rId5" cstate="print"/>
          <a:stretch>
            <a:fillRect/>
          </a:stretch>
        </p:blipFill>
        <p:spPr>
          <a:xfrm>
            <a:off x="68834" y="112855"/>
            <a:ext cx="4470398" cy="7591"/>
          </a:xfrm>
          <a:prstGeom prst="rect">
            <a:avLst/>
          </a:prstGeom>
        </p:spPr>
      </p:pic>
      <p:sp>
        <p:nvSpPr>
          <p:cNvPr id="7" name="object 7"/>
          <p:cNvSpPr txBox="1"/>
          <p:nvPr/>
        </p:nvSpPr>
        <p:spPr>
          <a:xfrm>
            <a:off x="23304" y="149895"/>
            <a:ext cx="1470660" cy="207645"/>
          </a:xfrm>
          <a:prstGeom prst="rect">
            <a:avLst/>
          </a:prstGeom>
        </p:spPr>
        <p:txBody>
          <a:bodyPr vert="horz" wrap="square" lIns="0" tIns="12065" rIns="0" bIns="0" rtlCol="0">
            <a:spAutoFit/>
          </a:bodyPr>
          <a:lstStyle/>
          <a:p>
            <a:pPr marL="12700">
              <a:lnSpc>
                <a:spcPct val="100000"/>
              </a:lnSpc>
              <a:spcBef>
                <a:spcPts val="95"/>
              </a:spcBef>
            </a:pPr>
            <a:r>
              <a:rPr sz="1200" b="1" dirty="0">
                <a:solidFill>
                  <a:srgbClr val="4B81AE"/>
                </a:solidFill>
                <a:latin typeface="Arial"/>
                <a:cs typeface="Arial"/>
              </a:rPr>
              <a:t>What</a:t>
            </a:r>
            <a:r>
              <a:rPr sz="1200" b="1" spc="80" dirty="0">
                <a:solidFill>
                  <a:srgbClr val="4B81AE"/>
                </a:solidFill>
                <a:latin typeface="Arial"/>
                <a:cs typeface="Arial"/>
              </a:rPr>
              <a:t> </a:t>
            </a:r>
            <a:r>
              <a:rPr sz="1200" b="1" dirty="0">
                <a:solidFill>
                  <a:srgbClr val="4B81AE"/>
                </a:solidFill>
                <a:latin typeface="Arial"/>
                <a:cs typeface="Arial"/>
              </a:rPr>
              <a:t>will</a:t>
            </a:r>
            <a:r>
              <a:rPr sz="1200" b="1" spc="80" dirty="0">
                <a:solidFill>
                  <a:srgbClr val="4B81AE"/>
                </a:solidFill>
                <a:latin typeface="Arial"/>
                <a:cs typeface="Arial"/>
              </a:rPr>
              <a:t> </a:t>
            </a:r>
            <a:r>
              <a:rPr sz="1200" b="1" dirty="0">
                <a:solidFill>
                  <a:srgbClr val="4B81AE"/>
                </a:solidFill>
                <a:latin typeface="Arial"/>
                <a:cs typeface="Arial"/>
              </a:rPr>
              <a:t>we</a:t>
            </a:r>
            <a:r>
              <a:rPr sz="1200" b="1" spc="75" dirty="0">
                <a:solidFill>
                  <a:srgbClr val="4B81AE"/>
                </a:solidFill>
                <a:latin typeface="Arial"/>
                <a:cs typeface="Arial"/>
              </a:rPr>
              <a:t> </a:t>
            </a:r>
            <a:r>
              <a:rPr sz="1200" b="1" spc="-45" dirty="0">
                <a:solidFill>
                  <a:srgbClr val="4B81AE"/>
                </a:solidFill>
                <a:latin typeface="Arial"/>
                <a:cs typeface="Arial"/>
              </a:rPr>
              <a:t>cover?</a:t>
            </a:r>
            <a:endParaRPr sz="1200">
              <a:latin typeface="Arial"/>
              <a:cs typeface="Arial"/>
            </a:endParaRPr>
          </a:p>
        </p:txBody>
      </p:sp>
      <p:sp>
        <p:nvSpPr>
          <p:cNvPr id="8" name="object 8"/>
          <p:cNvSpPr txBox="1"/>
          <p:nvPr/>
        </p:nvSpPr>
        <p:spPr>
          <a:xfrm>
            <a:off x="36004" y="472452"/>
            <a:ext cx="2176145" cy="203835"/>
          </a:xfrm>
          <a:prstGeom prst="rect">
            <a:avLst/>
          </a:prstGeom>
          <a:solidFill>
            <a:srgbClr val="00FF00"/>
          </a:solidFill>
        </p:spPr>
        <p:txBody>
          <a:bodyPr vert="horz" wrap="square" lIns="0" tIns="0" rIns="0" bIns="0" rtlCol="0">
            <a:spAutoFit/>
          </a:bodyPr>
          <a:lstStyle/>
          <a:p>
            <a:pPr marL="37465">
              <a:lnSpc>
                <a:spcPts val="1315"/>
              </a:lnSpc>
            </a:pPr>
            <a:r>
              <a:rPr sz="1100" b="1" spc="-10" dirty="0">
                <a:solidFill>
                  <a:srgbClr val="333333"/>
                </a:solidFill>
                <a:latin typeface="Arial"/>
                <a:cs typeface="Arial"/>
              </a:rPr>
              <a:t>Module</a:t>
            </a:r>
            <a:r>
              <a:rPr sz="1100" b="1" spc="35" dirty="0">
                <a:solidFill>
                  <a:srgbClr val="333333"/>
                </a:solidFill>
                <a:latin typeface="Arial"/>
                <a:cs typeface="Arial"/>
              </a:rPr>
              <a:t> </a:t>
            </a:r>
            <a:r>
              <a:rPr sz="1100" b="1" dirty="0">
                <a:solidFill>
                  <a:srgbClr val="333333"/>
                </a:solidFill>
                <a:latin typeface="Arial"/>
                <a:cs typeface="Arial"/>
              </a:rPr>
              <a:t>4:</a:t>
            </a:r>
            <a:r>
              <a:rPr sz="1100" b="1" spc="150" dirty="0">
                <a:solidFill>
                  <a:srgbClr val="333333"/>
                </a:solidFill>
                <a:latin typeface="Arial"/>
                <a:cs typeface="Arial"/>
              </a:rPr>
              <a:t> </a:t>
            </a:r>
            <a:r>
              <a:rPr sz="1100" b="1" spc="-55" dirty="0">
                <a:solidFill>
                  <a:srgbClr val="333333"/>
                </a:solidFill>
                <a:latin typeface="Arial"/>
                <a:cs typeface="Arial"/>
              </a:rPr>
              <a:t>Learning-</a:t>
            </a:r>
            <a:r>
              <a:rPr sz="1100" b="1" spc="-40" dirty="0">
                <a:solidFill>
                  <a:srgbClr val="333333"/>
                </a:solidFill>
                <a:latin typeface="Arial"/>
                <a:cs typeface="Arial"/>
              </a:rPr>
              <a:t>based</a:t>
            </a:r>
            <a:r>
              <a:rPr sz="1100" b="1" spc="40" dirty="0">
                <a:solidFill>
                  <a:srgbClr val="333333"/>
                </a:solidFill>
                <a:latin typeface="Arial"/>
                <a:cs typeface="Arial"/>
              </a:rPr>
              <a:t> </a:t>
            </a:r>
            <a:r>
              <a:rPr sz="1100" b="1" spc="-10" dirty="0">
                <a:solidFill>
                  <a:srgbClr val="333333"/>
                </a:solidFill>
                <a:latin typeface="Arial"/>
                <a:cs typeface="Arial"/>
              </a:rPr>
              <a:t>Vision</a:t>
            </a:r>
            <a:endParaRPr sz="1100">
              <a:latin typeface="Arial"/>
              <a:cs typeface="Arial"/>
            </a:endParaRPr>
          </a:p>
        </p:txBody>
      </p:sp>
      <p:sp>
        <p:nvSpPr>
          <p:cNvPr id="9" name="object 9"/>
          <p:cNvSpPr txBox="1"/>
          <p:nvPr/>
        </p:nvSpPr>
        <p:spPr>
          <a:xfrm>
            <a:off x="36106" y="670139"/>
            <a:ext cx="2321560" cy="191770"/>
          </a:xfrm>
          <a:prstGeom prst="rect">
            <a:avLst/>
          </a:prstGeom>
        </p:spPr>
        <p:txBody>
          <a:bodyPr vert="horz" wrap="square" lIns="0" tIns="11430" rIns="0" bIns="0" rtlCol="0">
            <a:spAutoFit/>
          </a:bodyPr>
          <a:lstStyle/>
          <a:p>
            <a:pPr marL="12700">
              <a:lnSpc>
                <a:spcPct val="100000"/>
              </a:lnSpc>
              <a:spcBef>
                <a:spcPts val="90"/>
              </a:spcBef>
            </a:pPr>
            <a:r>
              <a:rPr sz="1100" b="1" dirty="0">
                <a:solidFill>
                  <a:srgbClr val="4B81AE"/>
                </a:solidFill>
                <a:latin typeface="Arial"/>
                <a:cs typeface="Arial"/>
              </a:rPr>
              <a:t>14.</a:t>
            </a:r>
            <a:r>
              <a:rPr sz="1100" b="1" spc="155" dirty="0">
                <a:solidFill>
                  <a:srgbClr val="4B81AE"/>
                </a:solidFill>
                <a:latin typeface="Arial"/>
                <a:cs typeface="Arial"/>
              </a:rPr>
              <a:t> </a:t>
            </a:r>
            <a:r>
              <a:rPr sz="1100" spc="-80" dirty="0">
                <a:solidFill>
                  <a:srgbClr val="333333"/>
                </a:solidFill>
                <a:latin typeface="Arial MT"/>
                <a:cs typeface="Arial MT"/>
              </a:rPr>
              <a:t>Deep</a:t>
            </a:r>
            <a:r>
              <a:rPr sz="1100" spc="5" dirty="0">
                <a:solidFill>
                  <a:srgbClr val="333333"/>
                </a:solidFill>
                <a:latin typeface="Arial MT"/>
                <a:cs typeface="Arial MT"/>
              </a:rPr>
              <a:t> </a:t>
            </a:r>
            <a:r>
              <a:rPr sz="1100" spc="-50" dirty="0">
                <a:solidFill>
                  <a:srgbClr val="333333"/>
                </a:solidFill>
                <a:latin typeface="Arial MT"/>
                <a:cs typeface="Arial MT"/>
              </a:rPr>
              <a:t>Learning</a:t>
            </a:r>
            <a:r>
              <a:rPr sz="1100" spc="10" dirty="0">
                <a:solidFill>
                  <a:srgbClr val="333333"/>
                </a:solidFill>
                <a:latin typeface="Arial MT"/>
                <a:cs typeface="Arial MT"/>
              </a:rPr>
              <a:t> </a:t>
            </a:r>
            <a:r>
              <a:rPr sz="1100" dirty="0">
                <a:solidFill>
                  <a:srgbClr val="333333"/>
                </a:solidFill>
                <a:latin typeface="Arial MT"/>
                <a:cs typeface="Arial MT"/>
              </a:rPr>
              <a:t>for</a:t>
            </a:r>
            <a:r>
              <a:rPr sz="1100" spc="5" dirty="0">
                <a:solidFill>
                  <a:srgbClr val="333333"/>
                </a:solidFill>
                <a:latin typeface="Arial MT"/>
                <a:cs typeface="Arial MT"/>
              </a:rPr>
              <a:t> </a:t>
            </a:r>
            <a:r>
              <a:rPr sz="1100" spc="-40" dirty="0">
                <a:solidFill>
                  <a:srgbClr val="333333"/>
                </a:solidFill>
                <a:latin typeface="Arial MT"/>
                <a:cs typeface="Arial MT"/>
              </a:rPr>
              <a:t>Computer</a:t>
            </a:r>
            <a:r>
              <a:rPr sz="1100" spc="10" dirty="0">
                <a:solidFill>
                  <a:srgbClr val="333333"/>
                </a:solidFill>
                <a:latin typeface="Arial MT"/>
                <a:cs typeface="Arial MT"/>
              </a:rPr>
              <a:t> </a:t>
            </a:r>
            <a:r>
              <a:rPr sz="1100" spc="-20" dirty="0">
                <a:solidFill>
                  <a:srgbClr val="333333"/>
                </a:solidFill>
                <a:latin typeface="Arial MT"/>
                <a:cs typeface="Arial MT"/>
              </a:rPr>
              <a:t>Vision</a:t>
            </a:r>
            <a:endParaRPr sz="1100">
              <a:latin typeface="Arial MT"/>
              <a:cs typeface="Arial MT"/>
            </a:endParaRPr>
          </a:p>
        </p:txBody>
      </p:sp>
      <p:sp>
        <p:nvSpPr>
          <p:cNvPr id="11" name="object 11"/>
          <p:cNvSpPr txBox="1"/>
          <p:nvPr/>
        </p:nvSpPr>
        <p:spPr>
          <a:xfrm>
            <a:off x="1779498" y="3332022"/>
            <a:ext cx="648335" cy="122555"/>
          </a:xfrm>
          <a:prstGeom prst="rect">
            <a:avLst/>
          </a:prstGeom>
        </p:spPr>
        <p:txBody>
          <a:bodyPr vert="horz" wrap="square" lIns="0" tIns="7620" rIns="0" bIns="0" rtlCol="0">
            <a:spAutoFit/>
          </a:bodyPr>
          <a:lstStyle/>
          <a:p>
            <a:pPr marL="12700">
              <a:lnSpc>
                <a:spcPct val="100000"/>
              </a:lnSpc>
              <a:spcBef>
                <a:spcPts val="60"/>
              </a:spcBef>
            </a:pPr>
            <a:r>
              <a:rPr sz="600" i="1" spc="-20" dirty="0">
                <a:solidFill>
                  <a:srgbClr val="333333"/>
                </a:solidFill>
                <a:latin typeface="Verdana"/>
                <a:cs typeface="Verdana"/>
                <a:hlinkClick r:id="rId6" action="ppaction://hlinksldjump"/>
              </a:rPr>
              <a:t>Computer</a:t>
            </a:r>
            <a:r>
              <a:rPr sz="600" i="1" spc="25" dirty="0">
                <a:solidFill>
                  <a:srgbClr val="333333"/>
                </a:solidFill>
                <a:latin typeface="Verdana"/>
                <a:cs typeface="Verdana"/>
                <a:hlinkClick r:id="rId6" action="ppaction://hlinksldjump"/>
              </a:rPr>
              <a:t> </a:t>
            </a:r>
            <a:r>
              <a:rPr sz="600" i="1" spc="-10" dirty="0">
                <a:solidFill>
                  <a:srgbClr val="333333"/>
                </a:solidFill>
                <a:latin typeface="Verdana"/>
                <a:cs typeface="Verdana"/>
                <a:hlinkClick r:id="rId6" action="ppaction://hlinksldjump"/>
              </a:rPr>
              <a:t>Vision</a:t>
            </a:r>
            <a:endParaRPr sz="600">
              <a:latin typeface="Verdana"/>
              <a:cs typeface="Verdana"/>
            </a:endParaRPr>
          </a:p>
        </p:txBody>
      </p:sp>
      <p:sp>
        <p:nvSpPr>
          <p:cNvPr id="12" name="object 12"/>
          <p:cNvSpPr txBox="1">
            <a:spLocks noGrp="1"/>
          </p:cNvSpPr>
          <p:nvPr>
            <p:ph type="sldNum" sz="quarter" idx="7"/>
          </p:nvPr>
        </p:nvSpPr>
        <p:spPr>
          <a:prstGeom prst="rect">
            <a:avLst/>
          </a:prstGeom>
        </p:spPr>
        <p:txBody>
          <a:bodyPr vert="horz" wrap="square" lIns="0" tIns="7620" rIns="0" bIns="0" rtlCol="0">
            <a:spAutoFit/>
          </a:bodyPr>
          <a:lstStyle/>
          <a:p>
            <a:pPr marL="38100">
              <a:lnSpc>
                <a:spcPct val="100000"/>
              </a:lnSpc>
              <a:spcBef>
                <a:spcPts val="60"/>
              </a:spcBef>
            </a:pPr>
            <a:fld id="{81D60167-4931-47E6-BA6A-407CBD079E47}" type="slidenum">
              <a:rPr spc="-45" dirty="0"/>
              <a:t>54</a:t>
            </a:fld>
            <a:r>
              <a:rPr spc="-90" dirty="0"/>
              <a:t> </a:t>
            </a:r>
            <a:r>
              <a:rPr spc="70" dirty="0"/>
              <a:t>/</a:t>
            </a:r>
            <a:r>
              <a:rPr spc="-85" dirty="0"/>
              <a:t> </a:t>
            </a:r>
            <a:r>
              <a:rPr spc="-25" dirty="0"/>
              <a:t>59</a:t>
            </a:r>
          </a:p>
        </p:txBody>
      </p:sp>
    </p:spTree>
  </p:cSld>
  <p:clrMapOvr>
    <a:masterClrMapping/>
  </p:clrMapOvr>
  <p:transition>
    <p:cut/>
  </p:transition>
</p:sld>
</file>

<file path=ppt/slides/slide55.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object 2"/>
          <p:cNvSpPr txBox="1"/>
          <p:nvPr/>
        </p:nvSpPr>
        <p:spPr>
          <a:xfrm>
            <a:off x="56134" y="15020"/>
            <a:ext cx="412115" cy="101600"/>
          </a:xfrm>
          <a:prstGeom prst="rect">
            <a:avLst/>
          </a:prstGeom>
        </p:spPr>
        <p:txBody>
          <a:bodyPr vert="horz" wrap="square" lIns="0" tIns="12065" rIns="0" bIns="0" rtlCol="0">
            <a:spAutoFit/>
          </a:bodyPr>
          <a:lstStyle/>
          <a:p>
            <a:pPr marL="12700">
              <a:lnSpc>
                <a:spcPct val="100000"/>
              </a:lnSpc>
              <a:spcBef>
                <a:spcPts val="95"/>
              </a:spcBef>
            </a:pPr>
            <a:r>
              <a:rPr sz="500" b="1" spc="-10" dirty="0">
                <a:solidFill>
                  <a:srgbClr val="E2E2E2"/>
                </a:solidFill>
                <a:latin typeface="Arial"/>
                <a:cs typeface="Arial"/>
                <a:hlinkClick r:id="rId2" action="ppaction://hlinksldjump"/>
              </a:rPr>
              <a:t>Introduction</a:t>
            </a:r>
            <a:endParaRPr sz="500">
              <a:latin typeface="Arial"/>
              <a:cs typeface="Arial"/>
            </a:endParaRPr>
          </a:p>
        </p:txBody>
      </p:sp>
      <p:sp>
        <p:nvSpPr>
          <p:cNvPr id="3" name="object 3"/>
          <p:cNvSpPr txBox="1"/>
          <p:nvPr/>
        </p:nvSpPr>
        <p:spPr>
          <a:xfrm>
            <a:off x="1472233" y="15020"/>
            <a:ext cx="382270" cy="101600"/>
          </a:xfrm>
          <a:prstGeom prst="rect">
            <a:avLst/>
          </a:prstGeom>
        </p:spPr>
        <p:txBody>
          <a:bodyPr vert="horz" wrap="square" lIns="0" tIns="12065" rIns="0" bIns="0" rtlCol="0">
            <a:spAutoFit/>
          </a:bodyPr>
          <a:lstStyle/>
          <a:p>
            <a:pPr marL="12700">
              <a:lnSpc>
                <a:spcPct val="100000"/>
              </a:lnSpc>
              <a:spcBef>
                <a:spcPts val="95"/>
              </a:spcBef>
            </a:pPr>
            <a:r>
              <a:rPr sz="500" b="1" spc="-10" dirty="0">
                <a:solidFill>
                  <a:srgbClr val="E2E2E2"/>
                </a:solidFill>
                <a:latin typeface="Arial"/>
                <a:cs typeface="Arial"/>
                <a:hlinkClick r:id="rId3" action="ppaction://hlinksldjump"/>
              </a:rPr>
              <a:t>CV@CVML</a:t>
            </a:r>
            <a:endParaRPr sz="500">
              <a:latin typeface="Arial"/>
              <a:cs typeface="Arial"/>
            </a:endParaRPr>
          </a:p>
        </p:txBody>
      </p:sp>
      <p:sp>
        <p:nvSpPr>
          <p:cNvPr id="4" name="object 4"/>
          <p:cNvSpPr txBox="1"/>
          <p:nvPr/>
        </p:nvSpPr>
        <p:spPr>
          <a:xfrm>
            <a:off x="2858214" y="15020"/>
            <a:ext cx="255270" cy="101600"/>
          </a:xfrm>
          <a:prstGeom prst="rect">
            <a:avLst/>
          </a:prstGeom>
        </p:spPr>
        <p:txBody>
          <a:bodyPr vert="horz" wrap="square" lIns="0" tIns="12065" rIns="0" bIns="0" rtlCol="0">
            <a:spAutoFit/>
          </a:bodyPr>
          <a:lstStyle/>
          <a:p>
            <a:pPr marL="12700">
              <a:lnSpc>
                <a:spcPct val="100000"/>
              </a:lnSpc>
              <a:spcBef>
                <a:spcPts val="95"/>
              </a:spcBef>
            </a:pPr>
            <a:r>
              <a:rPr sz="500" b="1" spc="-10" dirty="0">
                <a:solidFill>
                  <a:srgbClr val="E2E2E2"/>
                </a:solidFill>
                <a:latin typeface="Arial"/>
                <a:cs typeface="Arial"/>
                <a:hlinkClick r:id="rId4" action="ppaction://hlinksldjump"/>
              </a:rPr>
              <a:t>Outline</a:t>
            </a:r>
            <a:endParaRPr sz="500">
              <a:latin typeface="Arial"/>
              <a:cs typeface="Arial"/>
            </a:endParaRPr>
          </a:p>
        </p:txBody>
      </p:sp>
      <p:sp>
        <p:nvSpPr>
          <p:cNvPr id="5" name="object 5"/>
          <p:cNvSpPr txBox="1"/>
          <p:nvPr/>
        </p:nvSpPr>
        <p:spPr>
          <a:xfrm>
            <a:off x="4117530" y="15020"/>
            <a:ext cx="434340" cy="101600"/>
          </a:xfrm>
          <a:prstGeom prst="rect">
            <a:avLst/>
          </a:prstGeom>
        </p:spPr>
        <p:txBody>
          <a:bodyPr vert="horz" wrap="square" lIns="0" tIns="12065" rIns="0" bIns="0" rtlCol="0">
            <a:spAutoFit/>
          </a:bodyPr>
          <a:lstStyle/>
          <a:p>
            <a:pPr marL="12700">
              <a:lnSpc>
                <a:spcPct val="100000"/>
              </a:lnSpc>
              <a:spcBef>
                <a:spcPts val="95"/>
              </a:spcBef>
            </a:pPr>
            <a:r>
              <a:rPr sz="500" b="1" spc="-10" dirty="0">
                <a:solidFill>
                  <a:srgbClr val="3F3F3F"/>
                </a:solidFill>
                <a:latin typeface="Arial"/>
                <a:cs typeface="Arial"/>
                <a:hlinkClick r:id="rId5" action="ppaction://hlinksldjump"/>
              </a:rPr>
              <a:t>Administrivia</a:t>
            </a:r>
            <a:endParaRPr sz="500">
              <a:latin typeface="Arial"/>
              <a:cs typeface="Arial"/>
            </a:endParaRPr>
          </a:p>
        </p:txBody>
      </p:sp>
      <p:pic>
        <p:nvPicPr>
          <p:cNvPr id="6" name="object 6"/>
          <p:cNvPicPr/>
          <p:nvPr/>
        </p:nvPicPr>
        <p:blipFill>
          <a:blip r:embed="rId6" cstate="print"/>
          <a:stretch>
            <a:fillRect/>
          </a:stretch>
        </p:blipFill>
        <p:spPr>
          <a:xfrm>
            <a:off x="68833" y="112855"/>
            <a:ext cx="4470399" cy="7591"/>
          </a:xfrm>
          <a:prstGeom prst="rect">
            <a:avLst/>
          </a:prstGeom>
        </p:spPr>
      </p:pic>
      <p:sp>
        <p:nvSpPr>
          <p:cNvPr id="11" name="object 11"/>
          <p:cNvSpPr txBox="1"/>
          <p:nvPr/>
        </p:nvSpPr>
        <p:spPr>
          <a:xfrm>
            <a:off x="-14795" y="149895"/>
            <a:ext cx="4414520" cy="1322798"/>
          </a:xfrm>
          <a:prstGeom prst="rect">
            <a:avLst/>
          </a:prstGeom>
        </p:spPr>
        <p:txBody>
          <a:bodyPr vert="horz" wrap="square" lIns="0" tIns="12065" rIns="0" bIns="0" rtlCol="0">
            <a:spAutoFit/>
          </a:bodyPr>
          <a:lstStyle/>
          <a:p>
            <a:pPr marL="50800">
              <a:lnSpc>
                <a:spcPct val="100000"/>
              </a:lnSpc>
              <a:spcBef>
                <a:spcPts val="95"/>
              </a:spcBef>
            </a:pPr>
            <a:r>
              <a:rPr sz="1200" b="1" spc="-10" dirty="0">
                <a:solidFill>
                  <a:srgbClr val="4B81AE"/>
                </a:solidFill>
                <a:latin typeface="Arial"/>
                <a:cs typeface="Arial"/>
              </a:rPr>
              <a:t>Administrivia</a:t>
            </a:r>
            <a:endParaRPr lang="en-US" sz="1200" dirty="0">
              <a:latin typeface="Arial"/>
              <a:cs typeface="Arial"/>
            </a:endParaRPr>
          </a:p>
          <a:p>
            <a:pPr>
              <a:lnSpc>
                <a:spcPct val="100000"/>
              </a:lnSpc>
              <a:spcBef>
                <a:spcPts val="415"/>
              </a:spcBef>
            </a:pPr>
            <a:endParaRPr lang="en-US" sz="1100" dirty="0">
              <a:latin typeface="Arial MT"/>
              <a:cs typeface="Arial MT"/>
            </a:endParaRPr>
          </a:p>
          <a:p>
            <a:pPr marL="50800">
              <a:lnSpc>
                <a:spcPct val="100000"/>
              </a:lnSpc>
              <a:spcBef>
                <a:spcPts val="5"/>
              </a:spcBef>
            </a:pPr>
            <a:r>
              <a:rPr sz="1100" b="1" spc="-20" dirty="0">
                <a:solidFill>
                  <a:srgbClr val="333333"/>
                </a:solidFill>
                <a:latin typeface="Arial"/>
                <a:cs typeface="Arial"/>
              </a:rPr>
              <a:t>Texts </a:t>
            </a:r>
            <a:r>
              <a:rPr sz="1100" b="1" spc="-10" dirty="0">
                <a:solidFill>
                  <a:srgbClr val="333333"/>
                </a:solidFill>
                <a:latin typeface="Arial"/>
                <a:cs typeface="Arial"/>
              </a:rPr>
              <a:t>and</a:t>
            </a:r>
            <a:r>
              <a:rPr sz="1100" b="1" spc="-15" dirty="0">
                <a:solidFill>
                  <a:srgbClr val="333333"/>
                </a:solidFill>
                <a:latin typeface="Arial"/>
                <a:cs typeface="Arial"/>
              </a:rPr>
              <a:t> </a:t>
            </a:r>
            <a:r>
              <a:rPr sz="1100" b="1" spc="-10" dirty="0">
                <a:solidFill>
                  <a:srgbClr val="333333"/>
                </a:solidFill>
                <a:latin typeface="Arial"/>
                <a:cs typeface="Arial"/>
              </a:rPr>
              <a:t>resources</a:t>
            </a:r>
            <a:r>
              <a:rPr sz="1100" spc="-10" dirty="0">
                <a:solidFill>
                  <a:srgbClr val="333333"/>
                </a:solidFill>
                <a:latin typeface="Arial MT"/>
                <a:cs typeface="Arial MT"/>
              </a:rPr>
              <a:t>:</a:t>
            </a:r>
            <a:endParaRPr sz="1100" dirty="0">
              <a:latin typeface="Arial MT"/>
              <a:cs typeface="Arial MT"/>
            </a:endParaRPr>
          </a:p>
          <a:p>
            <a:pPr marL="325755" indent="-146050">
              <a:lnSpc>
                <a:spcPct val="100000"/>
              </a:lnSpc>
              <a:spcBef>
                <a:spcPts val="335"/>
              </a:spcBef>
              <a:buClr>
                <a:srgbClr val="4B81AE"/>
              </a:buClr>
              <a:buSzPct val="72727"/>
              <a:buFont typeface="Lucida Sans Unicode"/>
              <a:buChar char="►"/>
              <a:tabLst>
                <a:tab pos="325755" algn="l"/>
              </a:tabLst>
            </a:pPr>
            <a:r>
              <a:rPr sz="1100" spc="-65" dirty="0">
                <a:solidFill>
                  <a:srgbClr val="333333"/>
                </a:solidFill>
                <a:latin typeface="Arial MT"/>
                <a:cs typeface="Arial MT"/>
              </a:rPr>
              <a:t>We</a:t>
            </a:r>
            <a:r>
              <a:rPr sz="1100" spc="-10" dirty="0">
                <a:solidFill>
                  <a:srgbClr val="333333"/>
                </a:solidFill>
                <a:latin typeface="Arial MT"/>
                <a:cs typeface="Arial MT"/>
              </a:rPr>
              <a:t> </a:t>
            </a:r>
            <a:r>
              <a:rPr sz="1100" dirty="0">
                <a:solidFill>
                  <a:srgbClr val="333333"/>
                </a:solidFill>
                <a:latin typeface="Arial MT"/>
                <a:cs typeface="Arial MT"/>
              </a:rPr>
              <a:t>will</a:t>
            </a:r>
            <a:r>
              <a:rPr sz="1100" spc="-10" dirty="0">
                <a:solidFill>
                  <a:srgbClr val="333333"/>
                </a:solidFill>
                <a:latin typeface="Arial MT"/>
                <a:cs typeface="Arial MT"/>
              </a:rPr>
              <a:t> </a:t>
            </a:r>
            <a:r>
              <a:rPr sz="1100" dirty="0">
                <a:solidFill>
                  <a:srgbClr val="333333"/>
                </a:solidFill>
                <a:latin typeface="Arial MT"/>
                <a:cs typeface="Arial MT"/>
              </a:rPr>
              <a:t>not</a:t>
            </a:r>
            <a:r>
              <a:rPr sz="1100" spc="-10" dirty="0">
                <a:solidFill>
                  <a:srgbClr val="333333"/>
                </a:solidFill>
                <a:latin typeface="Arial MT"/>
                <a:cs typeface="Arial MT"/>
              </a:rPr>
              <a:t> </a:t>
            </a:r>
            <a:r>
              <a:rPr sz="1100" spc="-35" dirty="0">
                <a:solidFill>
                  <a:srgbClr val="333333"/>
                </a:solidFill>
                <a:latin typeface="Arial MT"/>
                <a:cs typeface="Arial MT"/>
              </a:rPr>
              <a:t>be</a:t>
            </a:r>
            <a:r>
              <a:rPr sz="1100" spc="-5" dirty="0">
                <a:solidFill>
                  <a:srgbClr val="333333"/>
                </a:solidFill>
                <a:latin typeface="Arial MT"/>
                <a:cs typeface="Arial MT"/>
              </a:rPr>
              <a:t> </a:t>
            </a:r>
            <a:r>
              <a:rPr sz="1100" spc="-35" dirty="0">
                <a:solidFill>
                  <a:srgbClr val="333333"/>
                </a:solidFill>
                <a:latin typeface="Arial MT"/>
                <a:cs typeface="Arial MT"/>
              </a:rPr>
              <a:t>following</a:t>
            </a:r>
            <a:r>
              <a:rPr sz="1100" spc="-10" dirty="0">
                <a:solidFill>
                  <a:srgbClr val="333333"/>
                </a:solidFill>
                <a:latin typeface="Arial MT"/>
                <a:cs typeface="Arial MT"/>
              </a:rPr>
              <a:t> </a:t>
            </a:r>
            <a:r>
              <a:rPr sz="1100" spc="-45" dirty="0">
                <a:solidFill>
                  <a:srgbClr val="333333"/>
                </a:solidFill>
                <a:latin typeface="Arial MT"/>
                <a:cs typeface="Arial MT"/>
              </a:rPr>
              <a:t>any</a:t>
            </a:r>
            <a:r>
              <a:rPr sz="1100" spc="-10" dirty="0">
                <a:solidFill>
                  <a:srgbClr val="333333"/>
                </a:solidFill>
                <a:latin typeface="Arial MT"/>
                <a:cs typeface="Arial MT"/>
              </a:rPr>
              <a:t> </a:t>
            </a:r>
            <a:r>
              <a:rPr sz="1100" spc="-50" dirty="0">
                <a:solidFill>
                  <a:srgbClr val="333333"/>
                </a:solidFill>
                <a:latin typeface="Arial MT"/>
                <a:cs typeface="Arial MT"/>
              </a:rPr>
              <a:t>standard</a:t>
            </a:r>
            <a:r>
              <a:rPr sz="1100" spc="-10" dirty="0">
                <a:solidFill>
                  <a:srgbClr val="333333"/>
                </a:solidFill>
                <a:latin typeface="Arial MT"/>
                <a:cs typeface="Arial MT"/>
              </a:rPr>
              <a:t> textbook.</a:t>
            </a:r>
            <a:endParaRPr sz="1100" dirty="0">
              <a:latin typeface="Arial MT"/>
              <a:cs typeface="Arial MT"/>
            </a:endParaRPr>
          </a:p>
          <a:p>
            <a:pPr marL="325755" indent="-146050">
              <a:lnSpc>
                <a:spcPct val="100000"/>
              </a:lnSpc>
              <a:spcBef>
                <a:spcPts val="175"/>
              </a:spcBef>
              <a:buClr>
                <a:srgbClr val="4B81AE"/>
              </a:buClr>
              <a:buSzPct val="72727"/>
              <a:buFont typeface="Lucida Sans Unicode"/>
              <a:buChar char="►"/>
              <a:tabLst>
                <a:tab pos="325755" algn="l"/>
              </a:tabLst>
            </a:pPr>
            <a:r>
              <a:rPr sz="1100" spc="-30" dirty="0">
                <a:solidFill>
                  <a:srgbClr val="333333"/>
                </a:solidFill>
                <a:latin typeface="Arial MT"/>
                <a:cs typeface="Arial MT"/>
              </a:rPr>
              <a:t>Helpful</a:t>
            </a:r>
            <a:r>
              <a:rPr sz="1100" dirty="0">
                <a:solidFill>
                  <a:srgbClr val="333333"/>
                </a:solidFill>
                <a:latin typeface="Arial MT"/>
                <a:cs typeface="Arial MT"/>
              </a:rPr>
              <a:t> </a:t>
            </a:r>
            <a:r>
              <a:rPr sz="1100" spc="-55" dirty="0">
                <a:solidFill>
                  <a:srgbClr val="333333"/>
                </a:solidFill>
                <a:latin typeface="Arial MT"/>
                <a:cs typeface="Arial MT"/>
              </a:rPr>
              <a:t>books</a:t>
            </a:r>
            <a:r>
              <a:rPr sz="1100" dirty="0">
                <a:solidFill>
                  <a:srgbClr val="333333"/>
                </a:solidFill>
                <a:latin typeface="Arial MT"/>
                <a:cs typeface="Arial MT"/>
              </a:rPr>
              <a:t> </a:t>
            </a:r>
            <a:r>
              <a:rPr sz="1100" spc="-10" dirty="0">
                <a:solidFill>
                  <a:srgbClr val="333333"/>
                </a:solidFill>
                <a:latin typeface="Arial MT"/>
                <a:cs typeface="Arial MT"/>
              </a:rPr>
              <a:t>include</a:t>
            </a:r>
            <a:endParaRPr sz="1100" dirty="0">
              <a:latin typeface="Arial MT"/>
              <a:cs typeface="Arial MT"/>
            </a:endParaRPr>
          </a:p>
          <a:p>
            <a:pPr marL="467359">
              <a:lnSpc>
                <a:spcPts val="1200"/>
              </a:lnSpc>
              <a:spcBef>
                <a:spcPts val="175"/>
              </a:spcBef>
            </a:pPr>
            <a:r>
              <a:rPr sz="900" spc="494" baseline="13888" dirty="0">
                <a:solidFill>
                  <a:srgbClr val="4B81AE"/>
                </a:solidFill>
                <a:latin typeface="Arial MT"/>
                <a:cs typeface="Arial MT"/>
              </a:rPr>
              <a:t>)</a:t>
            </a:r>
            <a:r>
              <a:rPr sz="900" spc="419" baseline="13888" dirty="0">
                <a:solidFill>
                  <a:srgbClr val="4B81AE"/>
                </a:solidFill>
                <a:latin typeface="Arial MT"/>
                <a:cs typeface="Arial MT"/>
              </a:rPr>
              <a:t> </a:t>
            </a:r>
            <a:r>
              <a:rPr sz="1000" i="1" dirty="0">
                <a:solidFill>
                  <a:srgbClr val="4B81AE"/>
                </a:solidFill>
                <a:latin typeface="Arial"/>
                <a:cs typeface="Arial"/>
              </a:rPr>
              <a:t>Digital</a:t>
            </a:r>
            <a:r>
              <a:rPr sz="1000" i="1" spc="5" dirty="0">
                <a:solidFill>
                  <a:srgbClr val="4B81AE"/>
                </a:solidFill>
                <a:latin typeface="Arial"/>
                <a:cs typeface="Arial"/>
              </a:rPr>
              <a:t> </a:t>
            </a:r>
            <a:r>
              <a:rPr sz="1000" i="1" spc="-40" dirty="0">
                <a:solidFill>
                  <a:srgbClr val="4B81AE"/>
                </a:solidFill>
                <a:latin typeface="Arial"/>
                <a:cs typeface="Arial"/>
              </a:rPr>
              <a:t>Image</a:t>
            </a:r>
            <a:r>
              <a:rPr sz="1000" i="1" spc="5" dirty="0">
                <a:solidFill>
                  <a:srgbClr val="4B81AE"/>
                </a:solidFill>
                <a:latin typeface="Arial"/>
                <a:cs typeface="Arial"/>
              </a:rPr>
              <a:t> </a:t>
            </a:r>
            <a:r>
              <a:rPr sz="1000" i="1" spc="-55" dirty="0">
                <a:solidFill>
                  <a:srgbClr val="4B81AE"/>
                </a:solidFill>
                <a:latin typeface="Arial"/>
                <a:cs typeface="Arial"/>
              </a:rPr>
              <a:t>Processing</a:t>
            </a:r>
            <a:r>
              <a:rPr sz="1000" i="1" dirty="0">
                <a:solidFill>
                  <a:srgbClr val="4B81AE"/>
                </a:solidFill>
                <a:latin typeface="Arial"/>
                <a:cs typeface="Arial"/>
              </a:rPr>
              <a:t> </a:t>
            </a:r>
            <a:r>
              <a:rPr sz="1000" dirty="0">
                <a:solidFill>
                  <a:srgbClr val="333333"/>
                </a:solidFill>
                <a:latin typeface="Arial MT"/>
                <a:cs typeface="Arial MT"/>
              </a:rPr>
              <a:t>by </a:t>
            </a:r>
            <a:r>
              <a:rPr sz="1000" i="1" spc="-75" dirty="0">
                <a:solidFill>
                  <a:srgbClr val="4B81AE"/>
                </a:solidFill>
                <a:latin typeface="Arial"/>
                <a:cs typeface="Arial"/>
              </a:rPr>
              <a:t>Gonzales</a:t>
            </a:r>
            <a:r>
              <a:rPr sz="1000" i="1" spc="5" dirty="0">
                <a:solidFill>
                  <a:srgbClr val="4B81AE"/>
                </a:solidFill>
                <a:latin typeface="Arial"/>
                <a:cs typeface="Arial"/>
              </a:rPr>
              <a:t> </a:t>
            </a:r>
            <a:r>
              <a:rPr sz="1000" i="1" spc="-20" dirty="0">
                <a:solidFill>
                  <a:srgbClr val="4B81AE"/>
                </a:solidFill>
                <a:latin typeface="Arial"/>
                <a:cs typeface="Arial"/>
              </a:rPr>
              <a:t>and</a:t>
            </a:r>
            <a:r>
              <a:rPr sz="1000" i="1" dirty="0">
                <a:solidFill>
                  <a:srgbClr val="4B81AE"/>
                </a:solidFill>
                <a:latin typeface="Arial"/>
                <a:cs typeface="Arial"/>
              </a:rPr>
              <a:t> </a:t>
            </a:r>
            <a:r>
              <a:rPr sz="1000" i="1" spc="-10" dirty="0">
                <a:solidFill>
                  <a:srgbClr val="4B81AE"/>
                </a:solidFill>
                <a:latin typeface="Arial"/>
                <a:cs typeface="Arial"/>
              </a:rPr>
              <a:t>Woods</a:t>
            </a:r>
            <a:r>
              <a:rPr sz="1000" spc="-10" dirty="0">
                <a:solidFill>
                  <a:srgbClr val="333333"/>
                </a:solidFill>
                <a:latin typeface="Arial MT"/>
                <a:cs typeface="Arial MT"/>
              </a:rPr>
              <a:t>.</a:t>
            </a:r>
            <a:endParaRPr sz="1000" dirty="0">
              <a:latin typeface="Arial MT"/>
              <a:cs typeface="Arial MT"/>
            </a:endParaRPr>
          </a:p>
          <a:p>
            <a:pPr marL="467359">
              <a:lnSpc>
                <a:spcPts val="1200"/>
              </a:lnSpc>
            </a:pPr>
            <a:r>
              <a:rPr sz="900" spc="494" baseline="13888" dirty="0">
                <a:solidFill>
                  <a:srgbClr val="4B81AE"/>
                </a:solidFill>
                <a:latin typeface="Arial MT"/>
                <a:cs typeface="Arial MT"/>
              </a:rPr>
              <a:t>)</a:t>
            </a:r>
            <a:r>
              <a:rPr sz="900" spc="419" baseline="13888" dirty="0">
                <a:solidFill>
                  <a:srgbClr val="4B81AE"/>
                </a:solidFill>
                <a:latin typeface="Arial MT"/>
                <a:cs typeface="Arial MT"/>
              </a:rPr>
              <a:t> </a:t>
            </a:r>
            <a:r>
              <a:rPr sz="1000" i="1" spc="-40" dirty="0">
                <a:solidFill>
                  <a:srgbClr val="4B81AE"/>
                </a:solidFill>
                <a:latin typeface="Arial"/>
                <a:cs typeface="Arial"/>
              </a:rPr>
              <a:t>Programming</a:t>
            </a:r>
            <a:r>
              <a:rPr sz="1000" i="1" spc="-5" dirty="0">
                <a:solidFill>
                  <a:srgbClr val="4B81AE"/>
                </a:solidFill>
                <a:latin typeface="Arial"/>
                <a:cs typeface="Arial"/>
              </a:rPr>
              <a:t> </a:t>
            </a:r>
            <a:r>
              <a:rPr sz="1000" i="1" spc="-35" dirty="0">
                <a:solidFill>
                  <a:srgbClr val="4B81AE"/>
                </a:solidFill>
                <a:latin typeface="Arial"/>
                <a:cs typeface="Arial"/>
              </a:rPr>
              <a:t>Computer</a:t>
            </a:r>
            <a:r>
              <a:rPr sz="1000" i="1" spc="-5" dirty="0">
                <a:solidFill>
                  <a:srgbClr val="4B81AE"/>
                </a:solidFill>
                <a:latin typeface="Arial"/>
                <a:cs typeface="Arial"/>
              </a:rPr>
              <a:t> </a:t>
            </a:r>
            <a:r>
              <a:rPr sz="1000" i="1" spc="-25" dirty="0">
                <a:solidFill>
                  <a:srgbClr val="4B81AE"/>
                </a:solidFill>
                <a:latin typeface="Arial"/>
                <a:cs typeface="Arial"/>
              </a:rPr>
              <a:t>Vision</a:t>
            </a:r>
            <a:r>
              <a:rPr sz="1000" i="1" spc="-5" dirty="0">
                <a:solidFill>
                  <a:srgbClr val="4B81AE"/>
                </a:solidFill>
                <a:latin typeface="Arial"/>
                <a:cs typeface="Arial"/>
              </a:rPr>
              <a:t> </a:t>
            </a:r>
            <a:r>
              <a:rPr sz="1000" i="1" dirty="0">
                <a:solidFill>
                  <a:srgbClr val="4B81AE"/>
                </a:solidFill>
                <a:latin typeface="Arial"/>
                <a:cs typeface="Arial"/>
              </a:rPr>
              <a:t>with</a:t>
            </a:r>
            <a:r>
              <a:rPr sz="1000" i="1" spc="-5" dirty="0">
                <a:solidFill>
                  <a:srgbClr val="4B81AE"/>
                </a:solidFill>
                <a:latin typeface="Arial"/>
                <a:cs typeface="Arial"/>
              </a:rPr>
              <a:t> </a:t>
            </a:r>
            <a:r>
              <a:rPr sz="1000" i="1" spc="-10" dirty="0">
                <a:solidFill>
                  <a:srgbClr val="4B81AE"/>
                </a:solidFill>
                <a:latin typeface="Arial"/>
                <a:cs typeface="Arial"/>
              </a:rPr>
              <a:t>Python</a:t>
            </a:r>
            <a:r>
              <a:rPr sz="1000" i="1" dirty="0">
                <a:solidFill>
                  <a:srgbClr val="4B81AE"/>
                </a:solidFill>
                <a:latin typeface="Arial"/>
                <a:cs typeface="Arial"/>
              </a:rPr>
              <a:t> </a:t>
            </a:r>
            <a:r>
              <a:rPr sz="1000" dirty="0">
                <a:solidFill>
                  <a:srgbClr val="333333"/>
                </a:solidFill>
                <a:latin typeface="Arial MT"/>
                <a:cs typeface="Arial MT"/>
              </a:rPr>
              <a:t>by</a:t>
            </a:r>
            <a:r>
              <a:rPr sz="1000" spc="-5" dirty="0">
                <a:solidFill>
                  <a:srgbClr val="333333"/>
                </a:solidFill>
                <a:latin typeface="Arial MT"/>
                <a:cs typeface="Arial MT"/>
              </a:rPr>
              <a:t> </a:t>
            </a:r>
            <a:r>
              <a:rPr sz="1000" i="1" spc="-20" dirty="0">
                <a:solidFill>
                  <a:srgbClr val="4B81AE"/>
                </a:solidFill>
                <a:latin typeface="Arial"/>
                <a:cs typeface="Arial"/>
              </a:rPr>
              <a:t>Jan</a:t>
            </a:r>
            <a:r>
              <a:rPr sz="1000" i="1" spc="-5" dirty="0">
                <a:solidFill>
                  <a:srgbClr val="4B81AE"/>
                </a:solidFill>
                <a:latin typeface="Arial"/>
                <a:cs typeface="Arial"/>
              </a:rPr>
              <a:t> </a:t>
            </a:r>
            <a:r>
              <a:rPr sz="1000" i="1" dirty="0">
                <a:solidFill>
                  <a:srgbClr val="4B81AE"/>
                </a:solidFill>
                <a:latin typeface="Arial"/>
                <a:cs typeface="Arial"/>
              </a:rPr>
              <a:t>Erik</a:t>
            </a:r>
            <a:r>
              <a:rPr sz="1000" i="1" spc="-5" dirty="0">
                <a:solidFill>
                  <a:srgbClr val="4B81AE"/>
                </a:solidFill>
                <a:latin typeface="Arial"/>
                <a:cs typeface="Arial"/>
              </a:rPr>
              <a:t> </a:t>
            </a:r>
            <a:r>
              <a:rPr sz="1000" i="1" spc="-10" dirty="0">
                <a:solidFill>
                  <a:srgbClr val="4B81AE"/>
                </a:solidFill>
                <a:latin typeface="Arial"/>
                <a:cs typeface="Arial"/>
              </a:rPr>
              <a:t>Solem</a:t>
            </a:r>
            <a:r>
              <a:rPr sz="1000" spc="-10" dirty="0">
                <a:solidFill>
                  <a:srgbClr val="333333"/>
                </a:solidFill>
                <a:latin typeface="Arial MT"/>
                <a:cs typeface="Arial MT"/>
              </a:rPr>
              <a:t>.</a:t>
            </a:r>
            <a:endParaRPr sz="1000" dirty="0">
              <a:latin typeface="Arial MT"/>
              <a:cs typeface="Arial MT"/>
            </a:endParaRPr>
          </a:p>
        </p:txBody>
      </p:sp>
      <p:sp>
        <p:nvSpPr>
          <p:cNvPr id="12" name="object 12"/>
          <p:cNvSpPr/>
          <p:nvPr/>
        </p:nvSpPr>
        <p:spPr>
          <a:xfrm>
            <a:off x="68834" y="3308210"/>
            <a:ext cx="4470400" cy="0"/>
          </a:xfrm>
          <a:custGeom>
            <a:avLst/>
            <a:gdLst/>
            <a:ahLst/>
            <a:cxnLst/>
            <a:rect l="l" t="t" r="r" b="b"/>
            <a:pathLst>
              <a:path w="4470400">
                <a:moveTo>
                  <a:pt x="0" y="0"/>
                </a:moveTo>
                <a:lnTo>
                  <a:pt x="4470336" y="0"/>
                </a:lnTo>
              </a:path>
            </a:pathLst>
          </a:custGeom>
          <a:ln w="7594">
            <a:solidFill>
              <a:srgbClr val="4B81AE"/>
            </a:solidFill>
          </a:ln>
        </p:spPr>
        <p:txBody>
          <a:bodyPr wrap="square" lIns="0" tIns="0" rIns="0" bIns="0" rtlCol="0"/>
          <a:lstStyle/>
          <a:p>
            <a:endParaRPr/>
          </a:p>
        </p:txBody>
      </p:sp>
      <p:sp>
        <p:nvSpPr>
          <p:cNvPr id="13" name="object 13"/>
          <p:cNvSpPr txBox="1"/>
          <p:nvPr/>
        </p:nvSpPr>
        <p:spPr>
          <a:xfrm>
            <a:off x="1779498" y="3332022"/>
            <a:ext cx="648335" cy="122555"/>
          </a:xfrm>
          <a:prstGeom prst="rect">
            <a:avLst/>
          </a:prstGeom>
        </p:spPr>
        <p:txBody>
          <a:bodyPr vert="horz" wrap="square" lIns="0" tIns="7620" rIns="0" bIns="0" rtlCol="0">
            <a:spAutoFit/>
          </a:bodyPr>
          <a:lstStyle/>
          <a:p>
            <a:pPr marL="12700">
              <a:lnSpc>
                <a:spcPct val="100000"/>
              </a:lnSpc>
              <a:spcBef>
                <a:spcPts val="60"/>
              </a:spcBef>
            </a:pPr>
            <a:r>
              <a:rPr sz="600" i="1" spc="-20" dirty="0">
                <a:solidFill>
                  <a:srgbClr val="333333"/>
                </a:solidFill>
                <a:latin typeface="Verdana"/>
                <a:cs typeface="Verdana"/>
                <a:hlinkClick r:id="rId7" action="ppaction://hlinksldjump"/>
              </a:rPr>
              <a:t>Computer</a:t>
            </a:r>
            <a:r>
              <a:rPr sz="600" i="1" spc="25" dirty="0">
                <a:solidFill>
                  <a:srgbClr val="333333"/>
                </a:solidFill>
                <a:latin typeface="Verdana"/>
                <a:cs typeface="Verdana"/>
                <a:hlinkClick r:id="rId7" action="ppaction://hlinksldjump"/>
              </a:rPr>
              <a:t> </a:t>
            </a:r>
            <a:r>
              <a:rPr sz="600" i="1" spc="-10" dirty="0">
                <a:solidFill>
                  <a:srgbClr val="333333"/>
                </a:solidFill>
                <a:latin typeface="Verdana"/>
                <a:cs typeface="Verdana"/>
                <a:hlinkClick r:id="rId7" action="ppaction://hlinksldjump"/>
              </a:rPr>
              <a:t>Vision</a:t>
            </a:r>
            <a:endParaRPr sz="600">
              <a:latin typeface="Verdana"/>
              <a:cs typeface="Verdana"/>
            </a:endParaRPr>
          </a:p>
        </p:txBody>
      </p:sp>
      <p:sp>
        <p:nvSpPr>
          <p:cNvPr id="14" name="object 14"/>
          <p:cNvSpPr txBox="1">
            <a:spLocks noGrp="1"/>
          </p:cNvSpPr>
          <p:nvPr>
            <p:ph type="sldNum" sz="quarter" idx="7"/>
          </p:nvPr>
        </p:nvSpPr>
        <p:spPr>
          <a:prstGeom prst="rect">
            <a:avLst/>
          </a:prstGeom>
        </p:spPr>
        <p:txBody>
          <a:bodyPr vert="horz" wrap="square" lIns="0" tIns="7620" rIns="0" bIns="0" rtlCol="0">
            <a:spAutoFit/>
          </a:bodyPr>
          <a:lstStyle/>
          <a:p>
            <a:pPr marL="38100">
              <a:lnSpc>
                <a:spcPct val="100000"/>
              </a:lnSpc>
              <a:spcBef>
                <a:spcPts val="60"/>
              </a:spcBef>
            </a:pPr>
            <a:fld id="{81D60167-4931-47E6-BA6A-407CBD079E47}" type="slidenum">
              <a:rPr spc="-45" dirty="0"/>
              <a:t>55</a:t>
            </a:fld>
            <a:r>
              <a:rPr spc="-90" dirty="0"/>
              <a:t> </a:t>
            </a:r>
            <a:r>
              <a:rPr spc="70" dirty="0"/>
              <a:t>/</a:t>
            </a:r>
            <a:r>
              <a:rPr spc="-85" dirty="0"/>
              <a:t> </a:t>
            </a:r>
            <a:r>
              <a:rPr spc="-25" dirty="0"/>
              <a:t>59</a:t>
            </a:r>
          </a:p>
        </p:txBody>
      </p:sp>
    </p:spTree>
  </p:cSld>
  <p:clrMapOvr>
    <a:masterClrMapping/>
  </p:clrMapOvr>
  <p:transition>
    <p:cut/>
  </p:transition>
</p:sld>
</file>

<file path=ppt/slides/slide56.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object 2"/>
          <p:cNvSpPr txBox="1"/>
          <p:nvPr/>
        </p:nvSpPr>
        <p:spPr>
          <a:xfrm>
            <a:off x="56134" y="15020"/>
            <a:ext cx="412115" cy="101600"/>
          </a:xfrm>
          <a:prstGeom prst="rect">
            <a:avLst/>
          </a:prstGeom>
        </p:spPr>
        <p:txBody>
          <a:bodyPr vert="horz" wrap="square" lIns="0" tIns="12065" rIns="0" bIns="0" rtlCol="0">
            <a:spAutoFit/>
          </a:bodyPr>
          <a:lstStyle/>
          <a:p>
            <a:pPr marL="12700">
              <a:lnSpc>
                <a:spcPct val="100000"/>
              </a:lnSpc>
              <a:spcBef>
                <a:spcPts val="95"/>
              </a:spcBef>
            </a:pPr>
            <a:r>
              <a:rPr sz="500" b="1" spc="-10" dirty="0">
                <a:solidFill>
                  <a:srgbClr val="E2E2E2"/>
                </a:solidFill>
                <a:latin typeface="Arial"/>
                <a:cs typeface="Arial"/>
                <a:hlinkClick r:id="rId2" action="ppaction://hlinksldjump"/>
              </a:rPr>
              <a:t>Introduction</a:t>
            </a:r>
            <a:endParaRPr sz="500">
              <a:latin typeface="Arial"/>
              <a:cs typeface="Arial"/>
            </a:endParaRPr>
          </a:p>
        </p:txBody>
      </p:sp>
      <p:sp>
        <p:nvSpPr>
          <p:cNvPr id="4" name="object 4"/>
          <p:cNvSpPr txBox="1"/>
          <p:nvPr/>
        </p:nvSpPr>
        <p:spPr>
          <a:xfrm>
            <a:off x="2858214" y="15020"/>
            <a:ext cx="255270" cy="101600"/>
          </a:xfrm>
          <a:prstGeom prst="rect">
            <a:avLst/>
          </a:prstGeom>
        </p:spPr>
        <p:txBody>
          <a:bodyPr vert="horz" wrap="square" lIns="0" tIns="12065" rIns="0" bIns="0" rtlCol="0">
            <a:spAutoFit/>
          </a:bodyPr>
          <a:lstStyle/>
          <a:p>
            <a:pPr marL="12700">
              <a:lnSpc>
                <a:spcPct val="100000"/>
              </a:lnSpc>
              <a:spcBef>
                <a:spcPts val="95"/>
              </a:spcBef>
            </a:pPr>
            <a:r>
              <a:rPr sz="500" b="1" spc="-10" dirty="0">
                <a:solidFill>
                  <a:srgbClr val="E2E2E2"/>
                </a:solidFill>
                <a:latin typeface="Arial"/>
                <a:cs typeface="Arial"/>
                <a:hlinkClick r:id="rId3" action="ppaction://hlinksldjump"/>
              </a:rPr>
              <a:t>Outline</a:t>
            </a:r>
            <a:endParaRPr sz="500">
              <a:latin typeface="Arial"/>
              <a:cs typeface="Arial"/>
            </a:endParaRPr>
          </a:p>
        </p:txBody>
      </p:sp>
      <p:sp>
        <p:nvSpPr>
          <p:cNvPr id="5" name="object 5"/>
          <p:cNvSpPr txBox="1"/>
          <p:nvPr/>
        </p:nvSpPr>
        <p:spPr>
          <a:xfrm>
            <a:off x="4117530" y="15020"/>
            <a:ext cx="434340" cy="101600"/>
          </a:xfrm>
          <a:prstGeom prst="rect">
            <a:avLst/>
          </a:prstGeom>
        </p:spPr>
        <p:txBody>
          <a:bodyPr vert="horz" wrap="square" lIns="0" tIns="12065" rIns="0" bIns="0" rtlCol="0">
            <a:spAutoFit/>
          </a:bodyPr>
          <a:lstStyle/>
          <a:p>
            <a:pPr marL="12700">
              <a:lnSpc>
                <a:spcPct val="100000"/>
              </a:lnSpc>
              <a:spcBef>
                <a:spcPts val="95"/>
              </a:spcBef>
            </a:pPr>
            <a:r>
              <a:rPr sz="500" b="1" spc="-10" dirty="0">
                <a:solidFill>
                  <a:srgbClr val="3F3F3F"/>
                </a:solidFill>
                <a:latin typeface="Arial"/>
                <a:cs typeface="Arial"/>
                <a:hlinkClick r:id="rId4" action="ppaction://hlinksldjump"/>
              </a:rPr>
              <a:t>Administrivia</a:t>
            </a:r>
            <a:endParaRPr sz="500">
              <a:latin typeface="Arial"/>
              <a:cs typeface="Arial"/>
            </a:endParaRPr>
          </a:p>
        </p:txBody>
      </p:sp>
      <p:pic>
        <p:nvPicPr>
          <p:cNvPr id="6" name="object 6"/>
          <p:cNvPicPr/>
          <p:nvPr/>
        </p:nvPicPr>
        <p:blipFill>
          <a:blip r:embed="rId5" cstate="print"/>
          <a:stretch>
            <a:fillRect/>
          </a:stretch>
        </p:blipFill>
        <p:spPr>
          <a:xfrm>
            <a:off x="68834" y="112855"/>
            <a:ext cx="4470398" cy="7591"/>
          </a:xfrm>
          <a:prstGeom prst="rect">
            <a:avLst/>
          </a:prstGeom>
        </p:spPr>
      </p:pic>
      <p:sp>
        <p:nvSpPr>
          <p:cNvPr id="7" name="object 7"/>
          <p:cNvSpPr txBox="1"/>
          <p:nvPr/>
        </p:nvSpPr>
        <p:spPr>
          <a:xfrm>
            <a:off x="23304" y="149895"/>
            <a:ext cx="537845" cy="207645"/>
          </a:xfrm>
          <a:prstGeom prst="rect">
            <a:avLst/>
          </a:prstGeom>
        </p:spPr>
        <p:txBody>
          <a:bodyPr vert="horz" wrap="square" lIns="0" tIns="12065" rIns="0" bIns="0" rtlCol="0">
            <a:spAutoFit/>
          </a:bodyPr>
          <a:lstStyle/>
          <a:p>
            <a:pPr marL="12700">
              <a:lnSpc>
                <a:spcPct val="100000"/>
              </a:lnSpc>
              <a:spcBef>
                <a:spcPts val="95"/>
              </a:spcBef>
            </a:pPr>
            <a:r>
              <a:rPr sz="1200" b="1" spc="-10" dirty="0">
                <a:solidFill>
                  <a:srgbClr val="4B81AE"/>
                </a:solidFill>
                <a:latin typeface="Arial"/>
                <a:cs typeface="Arial"/>
              </a:rPr>
              <a:t>Project</a:t>
            </a:r>
            <a:endParaRPr sz="1200">
              <a:latin typeface="Arial"/>
              <a:cs typeface="Arial"/>
            </a:endParaRPr>
          </a:p>
        </p:txBody>
      </p:sp>
      <p:sp>
        <p:nvSpPr>
          <p:cNvPr id="8" name="object 8"/>
          <p:cNvSpPr txBox="1"/>
          <p:nvPr/>
        </p:nvSpPr>
        <p:spPr>
          <a:xfrm>
            <a:off x="127000" y="1011134"/>
            <a:ext cx="2824480" cy="1586230"/>
          </a:xfrm>
          <a:prstGeom prst="rect">
            <a:avLst/>
          </a:prstGeom>
        </p:spPr>
        <p:txBody>
          <a:bodyPr vert="horz" wrap="square" lIns="0" tIns="6985" rIns="0" bIns="0" rtlCol="0">
            <a:spAutoFit/>
          </a:bodyPr>
          <a:lstStyle/>
          <a:p>
            <a:pPr marL="183515" marR="182245" indent="-146050">
              <a:lnSpc>
                <a:spcPct val="102600"/>
              </a:lnSpc>
              <a:spcBef>
                <a:spcPts val="55"/>
              </a:spcBef>
              <a:buClr>
                <a:srgbClr val="4B81AE"/>
              </a:buClr>
              <a:buSzPct val="72727"/>
              <a:buFont typeface="Lucida Sans Unicode"/>
              <a:buChar char="►"/>
              <a:tabLst>
                <a:tab pos="186055" algn="l"/>
              </a:tabLst>
            </a:pPr>
            <a:r>
              <a:rPr sz="1100" spc="-75" dirty="0">
                <a:solidFill>
                  <a:srgbClr val="333333"/>
                </a:solidFill>
                <a:latin typeface="Arial MT"/>
                <a:cs typeface="Arial MT"/>
              </a:rPr>
              <a:t>Solve</a:t>
            </a:r>
            <a:r>
              <a:rPr sz="1100" dirty="0">
                <a:solidFill>
                  <a:srgbClr val="333333"/>
                </a:solidFill>
                <a:latin typeface="Arial MT"/>
                <a:cs typeface="Arial MT"/>
              </a:rPr>
              <a:t> </a:t>
            </a:r>
            <a:r>
              <a:rPr sz="1100" spc="-40" dirty="0">
                <a:solidFill>
                  <a:srgbClr val="333333"/>
                </a:solidFill>
                <a:latin typeface="Arial MT"/>
                <a:cs typeface="Arial MT"/>
              </a:rPr>
              <a:t>an</a:t>
            </a:r>
            <a:r>
              <a:rPr sz="1100" spc="-15" dirty="0">
                <a:solidFill>
                  <a:srgbClr val="333333"/>
                </a:solidFill>
                <a:latin typeface="Arial MT"/>
                <a:cs typeface="Arial MT"/>
              </a:rPr>
              <a:t> </a:t>
            </a:r>
            <a:r>
              <a:rPr sz="1100" spc="-40" dirty="0">
                <a:solidFill>
                  <a:srgbClr val="333333"/>
                </a:solidFill>
                <a:latin typeface="Arial MT"/>
                <a:cs typeface="Arial MT"/>
              </a:rPr>
              <a:t>interesting</a:t>
            </a:r>
            <a:r>
              <a:rPr sz="1100" spc="-10" dirty="0">
                <a:solidFill>
                  <a:srgbClr val="333333"/>
                </a:solidFill>
                <a:latin typeface="Arial MT"/>
                <a:cs typeface="Arial MT"/>
              </a:rPr>
              <a:t> </a:t>
            </a:r>
            <a:r>
              <a:rPr sz="1100" spc="-50" dirty="0">
                <a:solidFill>
                  <a:srgbClr val="333333"/>
                </a:solidFill>
                <a:latin typeface="Arial MT"/>
                <a:cs typeface="Arial MT"/>
              </a:rPr>
              <a:t>problem</a:t>
            </a:r>
            <a:r>
              <a:rPr sz="1100" spc="-5" dirty="0">
                <a:solidFill>
                  <a:srgbClr val="333333"/>
                </a:solidFill>
                <a:latin typeface="Arial MT"/>
                <a:cs typeface="Arial MT"/>
              </a:rPr>
              <a:t> </a:t>
            </a:r>
            <a:r>
              <a:rPr sz="1100" spc="-10" dirty="0">
                <a:solidFill>
                  <a:srgbClr val="333333"/>
                </a:solidFill>
                <a:latin typeface="Arial MT"/>
                <a:cs typeface="Arial MT"/>
              </a:rPr>
              <a:t>via </a:t>
            </a:r>
            <a:r>
              <a:rPr sz="1100" spc="-35" dirty="0">
                <a:solidFill>
                  <a:srgbClr val="333333"/>
                </a:solidFill>
                <a:latin typeface="Arial MT"/>
                <a:cs typeface="Arial MT"/>
              </a:rPr>
              <a:t>Computer 	</a:t>
            </a:r>
            <a:r>
              <a:rPr sz="1100" spc="-10" dirty="0">
                <a:solidFill>
                  <a:srgbClr val="333333"/>
                </a:solidFill>
                <a:latin typeface="Arial MT"/>
                <a:cs typeface="Arial MT"/>
              </a:rPr>
              <a:t>Vision.</a:t>
            </a:r>
            <a:endParaRPr sz="1100">
              <a:latin typeface="Arial MT"/>
              <a:cs typeface="Arial MT"/>
            </a:endParaRPr>
          </a:p>
          <a:p>
            <a:pPr marL="184150" indent="-146050">
              <a:lnSpc>
                <a:spcPct val="100000"/>
              </a:lnSpc>
              <a:spcBef>
                <a:spcPts val="335"/>
              </a:spcBef>
              <a:buClr>
                <a:srgbClr val="4B81AE"/>
              </a:buClr>
              <a:buSzPct val="72727"/>
              <a:buFont typeface="Lucida Sans Unicode"/>
              <a:buChar char="►"/>
              <a:tabLst>
                <a:tab pos="184150" algn="l"/>
              </a:tabLst>
            </a:pPr>
            <a:r>
              <a:rPr sz="1100" spc="-90" dirty="0">
                <a:solidFill>
                  <a:srgbClr val="333333"/>
                </a:solidFill>
                <a:latin typeface="Arial MT"/>
                <a:cs typeface="Arial MT"/>
              </a:rPr>
              <a:t>Recorded</a:t>
            </a:r>
            <a:r>
              <a:rPr sz="1100" spc="50" dirty="0">
                <a:solidFill>
                  <a:srgbClr val="333333"/>
                </a:solidFill>
                <a:latin typeface="Arial MT"/>
                <a:cs typeface="Arial MT"/>
              </a:rPr>
              <a:t> </a:t>
            </a:r>
            <a:r>
              <a:rPr sz="1100" spc="-60" dirty="0">
                <a:solidFill>
                  <a:srgbClr val="333333"/>
                </a:solidFill>
                <a:latin typeface="Arial MT"/>
                <a:cs typeface="Arial MT"/>
              </a:rPr>
              <a:t>video</a:t>
            </a:r>
            <a:r>
              <a:rPr sz="1100" spc="50" dirty="0">
                <a:solidFill>
                  <a:srgbClr val="333333"/>
                </a:solidFill>
                <a:latin typeface="Arial MT"/>
                <a:cs typeface="Arial MT"/>
              </a:rPr>
              <a:t> </a:t>
            </a:r>
            <a:r>
              <a:rPr sz="1100" spc="-10" dirty="0">
                <a:solidFill>
                  <a:srgbClr val="333333"/>
                </a:solidFill>
                <a:latin typeface="Arial MT"/>
                <a:cs typeface="Arial MT"/>
              </a:rPr>
              <a:t>presentation.</a:t>
            </a:r>
            <a:endParaRPr sz="1100">
              <a:latin typeface="Arial MT"/>
              <a:cs typeface="Arial MT"/>
            </a:endParaRPr>
          </a:p>
          <a:p>
            <a:pPr marL="184150" indent="-146050">
              <a:lnSpc>
                <a:spcPct val="100000"/>
              </a:lnSpc>
              <a:spcBef>
                <a:spcPts val="334"/>
              </a:spcBef>
              <a:buClr>
                <a:srgbClr val="4B81AE"/>
              </a:buClr>
              <a:buSzPct val="72727"/>
              <a:buFont typeface="Lucida Sans Unicode"/>
              <a:buChar char="►"/>
              <a:tabLst>
                <a:tab pos="184150" algn="l"/>
              </a:tabLst>
            </a:pPr>
            <a:r>
              <a:rPr sz="1100" spc="-70" dirty="0">
                <a:solidFill>
                  <a:srgbClr val="333333"/>
                </a:solidFill>
                <a:latin typeface="Arial MT"/>
                <a:cs typeface="Arial MT"/>
              </a:rPr>
              <a:t>Place</a:t>
            </a:r>
            <a:r>
              <a:rPr sz="1100" spc="-5" dirty="0">
                <a:solidFill>
                  <a:srgbClr val="333333"/>
                </a:solidFill>
                <a:latin typeface="Arial MT"/>
                <a:cs typeface="Arial MT"/>
              </a:rPr>
              <a:t> </a:t>
            </a:r>
            <a:r>
              <a:rPr sz="1100" spc="-65" dirty="0">
                <a:solidFill>
                  <a:srgbClr val="333333"/>
                </a:solidFill>
                <a:latin typeface="Arial MT"/>
                <a:cs typeface="Arial MT"/>
              </a:rPr>
              <a:t>code</a:t>
            </a:r>
            <a:r>
              <a:rPr sz="1100" spc="-10" dirty="0">
                <a:solidFill>
                  <a:srgbClr val="333333"/>
                </a:solidFill>
                <a:latin typeface="Arial MT"/>
                <a:cs typeface="Arial MT"/>
              </a:rPr>
              <a:t> on</a:t>
            </a:r>
            <a:r>
              <a:rPr sz="1100" spc="-25" dirty="0">
                <a:solidFill>
                  <a:srgbClr val="333333"/>
                </a:solidFill>
                <a:latin typeface="Arial MT"/>
                <a:cs typeface="Arial MT"/>
              </a:rPr>
              <a:t> </a:t>
            </a:r>
            <a:r>
              <a:rPr sz="1100" spc="-10" dirty="0">
                <a:solidFill>
                  <a:srgbClr val="333333"/>
                </a:solidFill>
                <a:latin typeface="Arial MT"/>
                <a:cs typeface="Arial MT"/>
              </a:rPr>
              <a:t>Github.</a:t>
            </a:r>
            <a:endParaRPr sz="1100">
              <a:latin typeface="Arial MT"/>
              <a:cs typeface="Arial MT"/>
            </a:endParaRPr>
          </a:p>
          <a:p>
            <a:pPr marL="183515" marR="30480" indent="-146050">
              <a:lnSpc>
                <a:spcPct val="102600"/>
              </a:lnSpc>
              <a:spcBef>
                <a:spcPts val="295"/>
              </a:spcBef>
              <a:buClr>
                <a:srgbClr val="4B81AE"/>
              </a:buClr>
              <a:buSzPct val="72727"/>
              <a:buFont typeface="Lucida Sans Unicode"/>
              <a:buChar char="►"/>
              <a:tabLst>
                <a:tab pos="186055" algn="l"/>
              </a:tabLst>
            </a:pPr>
            <a:r>
              <a:rPr sz="1100" spc="-65" dirty="0">
                <a:solidFill>
                  <a:srgbClr val="333333"/>
                </a:solidFill>
                <a:latin typeface="Arial MT"/>
                <a:cs typeface="Arial MT"/>
              </a:rPr>
              <a:t>Create</a:t>
            </a:r>
            <a:r>
              <a:rPr sz="1100" spc="20" dirty="0">
                <a:solidFill>
                  <a:srgbClr val="333333"/>
                </a:solidFill>
                <a:latin typeface="Arial MT"/>
                <a:cs typeface="Arial MT"/>
              </a:rPr>
              <a:t> </a:t>
            </a:r>
            <a:r>
              <a:rPr sz="1100" spc="-90" dirty="0">
                <a:solidFill>
                  <a:srgbClr val="333333"/>
                </a:solidFill>
                <a:latin typeface="Arial MT"/>
                <a:cs typeface="Arial MT"/>
              </a:rPr>
              <a:t>web-</a:t>
            </a:r>
            <a:r>
              <a:rPr sz="1100" spc="-80" dirty="0">
                <a:solidFill>
                  <a:srgbClr val="333333"/>
                </a:solidFill>
                <a:latin typeface="Arial MT"/>
                <a:cs typeface="Arial MT"/>
              </a:rPr>
              <a:t>page</a:t>
            </a:r>
            <a:r>
              <a:rPr sz="1100" spc="20" dirty="0">
                <a:solidFill>
                  <a:srgbClr val="333333"/>
                </a:solidFill>
                <a:latin typeface="Arial MT"/>
                <a:cs typeface="Arial MT"/>
              </a:rPr>
              <a:t> </a:t>
            </a:r>
            <a:r>
              <a:rPr sz="1100" spc="-40" dirty="0">
                <a:solidFill>
                  <a:srgbClr val="333333"/>
                </a:solidFill>
                <a:latin typeface="Arial MT"/>
                <a:cs typeface="Arial MT"/>
              </a:rPr>
              <a:t>containing</a:t>
            </a:r>
            <a:r>
              <a:rPr sz="1100" spc="20" dirty="0">
                <a:solidFill>
                  <a:srgbClr val="333333"/>
                </a:solidFill>
                <a:latin typeface="Arial MT"/>
                <a:cs typeface="Arial MT"/>
              </a:rPr>
              <a:t> </a:t>
            </a:r>
            <a:r>
              <a:rPr sz="1100" spc="-45" dirty="0">
                <a:solidFill>
                  <a:srgbClr val="333333"/>
                </a:solidFill>
                <a:latin typeface="Arial MT"/>
                <a:cs typeface="Arial MT"/>
              </a:rPr>
              <a:t>everything</a:t>
            </a:r>
            <a:r>
              <a:rPr sz="1100" spc="20" dirty="0">
                <a:solidFill>
                  <a:srgbClr val="333333"/>
                </a:solidFill>
                <a:latin typeface="Arial MT"/>
                <a:cs typeface="Arial MT"/>
              </a:rPr>
              <a:t> </a:t>
            </a:r>
            <a:r>
              <a:rPr sz="1100" spc="-10" dirty="0">
                <a:solidFill>
                  <a:srgbClr val="333333"/>
                </a:solidFill>
                <a:latin typeface="Arial MT"/>
                <a:cs typeface="Arial MT"/>
              </a:rPr>
              <a:t>about 	</a:t>
            </a:r>
            <a:r>
              <a:rPr sz="1100" dirty="0">
                <a:solidFill>
                  <a:srgbClr val="333333"/>
                </a:solidFill>
                <a:latin typeface="Arial MT"/>
                <a:cs typeface="Arial MT"/>
              </a:rPr>
              <a:t>the</a:t>
            </a:r>
            <a:r>
              <a:rPr sz="1100" spc="-65" dirty="0">
                <a:solidFill>
                  <a:srgbClr val="333333"/>
                </a:solidFill>
                <a:latin typeface="Arial MT"/>
                <a:cs typeface="Arial MT"/>
              </a:rPr>
              <a:t> </a:t>
            </a:r>
            <a:r>
              <a:rPr sz="1100" spc="-10" dirty="0">
                <a:solidFill>
                  <a:srgbClr val="333333"/>
                </a:solidFill>
                <a:latin typeface="Arial MT"/>
                <a:cs typeface="Arial MT"/>
              </a:rPr>
              <a:t>project.</a:t>
            </a:r>
            <a:endParaRPr sz="1100">
              <a:latin typeface="Arial MT"/>
              <a:cs typeface="Arial MT"/>
            </a:endParaRPr>
          </a:p>
          <a:p>
            <a:pPr marL="184150" indent="-146050">
              <a:lnSpc>
                <a:spcPct val="100000"/>
              </a:lnSpc>
              <a:spcBef>
                <a:spcPts val="335"/>
              </a:spcBef>
              <a:buClr>
                <a:srgbClr val="4B81AE"/>
              </a:buClr>
              <a:buSzPct val="72727"/>
              <a:buFont typeface="Lucida Sans Unicode"/>
              <a:buChar char="►"/>
              <a:tabLst>
                <a:tab pos="184150" algn="l"/>
              </a:tabLst>
            </a:pPr>
            <a:r>
              <a:rPr sz="1100" spc="-40" dirty="0">
                <a:solidFill>
                  <a:srgbClr val="333333"/>
                </a:solidFill>
                <a:latin typeface="Arial MT"/>
                <a:cs typeface="Arial MT"/>
              </a:rPr>
              <a:t>Report</a:t>
            </a:r>
            <a:r>
              <a:rPr sz="1100" spc="-5" dirty="0">
                <a:solidFill>
                  <a:srgbClr val="333333"/>
                </a:solidFill>
                <a:latin typeface="Arial MT"/>
                <a:cs typeface="Arial MT"/>
              </a:rPr>
              <a:t> </a:t>
            </a:r>
            <a:r>
              <a:rPr sz="1100" spc="-70" dirty="0">
                <a:solidFill>
                  <a:srgbClr val="333333"/>
                </a:solidFill>
                <a:latin typeface="Arial MT"/>
                <a:cs typeface="Arial MT"/>
              </a:rPr>
              <a:t>prepared</a:t>
            </a:r>
            <a:r>
              <a:rPr sz="1100" dirty="0">
                <a:solidFill>
                  <a:srgbClr val="333333"/>
                </a:solidFill>
                <a:latin typeface="Arial MT"/>
                <a:cs typeface="Arial MT"/>
              </a:rPr>
              <a:t> in </a:t>
            </a:r>
            <a:r>
              <a:rPr sz="1100" spc="-10" dirty="0">
                <a:solidFill>
                  <a:srgbClr val="333333"/>
                </a:solidFill>
                <a:latin typeface="Arial MT"/>
                <a:cs typeface="Arial MT"/>
              </a:rPr>
              <a:t>Latex.</a:t>
            </a:r>
            <a:endParaRPr sz="1100">
              <a:latin typeface="Arial MT"/>
              <a:cs typeface="Arial MT"/>
            </a:endParaRPr>
          </a:p>
          <a:p>
            <a:pPr marL="184150" indent="-146050">
              <a:lnSpc>
                <a:spcPct val="100000"/>
              </a:lnSpc>
              <a:spcBef>
                <a:spcPts val="335"/>
              </a:spcBef>
              <a:buClr>
                <a:srgbClr val="4B81AE"/>
              </a:buClr>
              <a:buSzPct val="72727"/>
              <a:buFont typeface="Lucida Sans Unicode"/>
              <a:buChar char="►"/>
              <a:tabLst>
                <a:tab pos="184150" algn="l"/>
              </a:tabLst>
            </a:pPr>
            <a:r>
              <a:rPr sz="1100" spc="-60" dirty="0">
                <a:solidFill>
                  <a:srgbClr val="333333"/>
                </a:solidFill>
                <a:latin typeface="Arial MT"/>
                <a:cs typeface="Arial MT"/>
              </a:rPr>
              <a:t>Templates</a:t>
            </a:r>
            <a:r>
              <a:rPr sz="1100" spc="-5" dirty="0">
                <a:solidFill>
                  <a:srgbClr val="333333"/>
                </a:solidFill>
                <a:latin typeface="Arial MT"/>
                <a:cs typeface="Arial MT"/>
              </a:rPr>
              <a:t> </a:t>
            </a:r>
            <a:r>
              <a:rPr sz="1100" dirty="0">
                <a:solidFill>
                  <a:srgbClr val="333333"/>
                </a:solidFill>
                <a:latin typeface="Arial MT"/>
                <a:cs typeface="Arial MT"/>
              </a:rPr>
              <a:t>will </a:t>
            </a:r>
            <a:r>
              <a:rPr sz="1100" spc="-40" dirty="0">
                <a:solidFill>
                  <a:srgbClr val="333333"/>
                </a:solidFill>
                <a:latin typeface="Arial MT"/>
                <a:cs typeface="Arial MT"/>
              </a:rPr>
              <a:t>be</a:t>
            </a:r>
            <a:r>
              <a:rPr sz="1100" dirty="0">
                <a:solidFill>
                  <a:srgbClr val="333333"/>
                </a:solidFill>
                <a:latin typeface="Arial MT"/>
                <a:cs typeface="Arial MT"/>
              </a:rPr>
              <a:t> </a:t>
            </a:r>
            <a:r>
              <a:rPr sz="1100" spc="-50" dirty="0">
                <a:solidFill>
                  <a:srgbClr val="333333"/>
                </a:solidFill>
                <a:latin typeface="Arial MT"/>
                <a:cs typeface="Arial MT"/>
              </a:rPr>
              <a:t>provided</a:t>
            </a:r>
            <a:r>
              <a:rPr sz="1100" dirty="0">
                <a:solidFill>
                  <a:srgbClr val="333333"/>
                </a:solidFill>
                <a:latin typeface="Arial MT"/>
                <a:cs typeface="Arial MT"/>
              </a:rPr>
              <a:t> to </a:t>
            </a:r>
            <a:r>
              <a:rPr sz="1100" spc="-55" dirty="0">
                <a:solidFill>
                  <a:srgbClr val="333333"/>
                </a:solidFill>
                <a:latin typeface="Arial MT"/>
                <a:cs typeface="Arial MT"/>
              </a:rPr>
              <a:t>help</a:t>
            </a:r>
            <a:r>
              <a:rPr sz="1100" dirty="0">
                <a:solidFill>
                  <a:srgbClr val="333333"/>
                </a:solidFill>
                <a:latin typeface="Arial MT"/>
                <a:cs typeface="Arial MT"/>
              </a:rPr>
              <a:t> </a:t>
            </a:r>
            <a:r>
              <a:rPr sz="1100" spc="-50" dirty="0">
                <a:solidFill>
                  <a:srgbClr val="333333"/>
                </a:solidFill>
                <a:latin typeface="Arial MT"/>
                <a:cs typeface="Arial MT"/>
              </a:rPr>
              <a:t>you</a:t>
            </a:r>
            <a:r>
              <a:rPr sz="1100" dirty="0">
                <a:solidFill>
                  <a:srgbClr val="333333"/>
                </a:solidFill>
                <a:latin typeface="Arial MT"/>
                <a:cs typeface="Arial MT"/>
              </a:rPr>
              <a:t> </a:t>
            </a:r>
            <a:r>
              <a:rPr sz="1100" spc="-20" dirty="0">
                <a:solidFill>
                  <a:srgbClr val="333333"/>
                </a:solidFill>
                <a:latin typeface="Arial MT"/>
                <a:cs typeface="Arial MT"/>
              </a:rPr>
              <a:t>out.</a:t>
            </a:r>
            <a:endParaRPr sz="1100">
              <a:latin typeface="Arial MT"/>
              <a:cs typeface="Arial MT"/>
            </a:endParaRPr>
          </a:p>
        </p:txBody>
      </p:sp>
      <p:pic>
        <p:nvPicPr>
          <p:cNvPr id="9" name="object 9"/>
          <p:cNvPicPr/>
          <p:nvPr/>
        </p:nvPicPr>
        <p:blipFill>
          <a:blip r:embed="rId6" cstate="print"/>
          <a:stretch>
            <a:fillRect/>
          </a:stretch>
        </p:blipFill>
        <p:spPr>
          <a:xfrm>
            <a:off x="2999541" y="510363"/>
            <a:ext cx="1557286" cy="2634240"/>
          </a:xfrm>
          <a:prstGeom prst="rect">
            <a:avLst/>
          </a:prstGeom>
        </p:spPr>
      </p:pic>
      <p:sp>
        <p:nvSpPr>
          <p:cNvPr id="10" name="object 10"/>
          <p:cNvSpPr/>
          <p:nvPr/>
        </p:nvSpPr>
        <p:spPr>
          <a:xfrm>
            <a:off x="68834" y="3308210"/>
            <a:ext cx="4470400" cy="0"/>
          </a:xfrm>
          <a:custGeom>
            <a:avLst/>
            <a:gdLst/>
            <a:ahLst/>
            <a:cxnLst/>
            <a:rect l="l" t="t" r="r" b="b"/>
            <a:pathLst>
              <a:path w="4470400">
                <a:moveTo>
                  <a:pt x="0" y="0"/>
                </a:moveTo>
                <a:lnTo>
                  <a:pt x="4470336" y="0"/>
                </a:lnTo>
              </a:path>
            </a:pathLst>
          </a:custGeom>
          <a:ln w="7594">
            <a:solidFill>
              <a:srgbClr val="4B81AE"/>
            </a:solidFill>
          </a:ln>
        </p:spPr>
        <p:txBody>
          <a:bodyPr wrap="square" lIns="0" tIns="0" rIns="0" bIns="0" rtlCol="0"/>
          <a:lstStyle/>
          <a:p>
            <a:endParaRPr/>
          </a:p>
        </p:txBody>
      </p:sp>
      <p:sp>
        <p:nvSpPr>
          <p:cNvPr id="11" name="object 11"/>
          <p:cNvSpPr txBox="1"/>
          <p:nvPr/>
        </p:nvSpPr>
        <p:spPr>
          <a:xfrm>
            <a:off x="1779498" y="3332022"/>
            <a:ext cx="648335" cy="122555"/>
          </a:xfrm>
          <a:prstGeom prst="rect">
            <a:avLst/>
          </a:prstGeom>
        </p:spPr>
        <p:txBody>
          <a:bodyPr vert="horz" wrap="square" lIns="0" tIns="7620" rIns="0" bIns="0" rtlCol="0">
            <a:spAutoFit/>
          </a:bodyPr>
          <a:lstStyle/>
          <a:p>
            <a:pPr marL="12700">
              <a:lnSpc>
                <a:spcPct val="100000"/>
              </a:lnSpc>
              <a:spcBef>
                <a:spcPts val="60"/>
              </a:spcBef>
            </a:pPr>
            <a:r>
              <a:rPr sz="600" i="1" spc="-20" dirty="0">
                <a:solidFill>
                  <a:srgbClr val="333333"/>
                </a:solidFill>
                <a:latin typeface="Verdana"/>
                <a:cs typeface="Verdana"/>
                <a:hlinkClick r:id="rId7" action="ppaction://hlinksldjump"/>
              </a:rPr>
              <a:t>Computer</a:t>
            </a:r>
            <a:r>
              <a:rPr sz="600" i="1" spc="25" dirty="0">
                <a:solidFill>
                  <a:srgbClr val="333333"/>
                </a:solidFill>
                <a:latin typeface="Verdana"/>
                <a:cs typeface="Verdana"/>
                <a:hlinkClick r:id="rId7" action="ppaction://hlinksldjump"/>
              </a:rPr>
              <a:t> </a:t>
            </a:r>
            <a:r>
              <a:rPr sz="600" i="1" spc="-10" dirty="0">
                <a:solidFill>
                  <a:srgbClr val="333333"/>
                </a:solidFill>
                <a:latin typeface="Verdana"/>
                <a:cs typeface="Verdana"/>
                <a:hlinkClick r:id="rId7" action="ppaction://hlinksldjump"/>
              </a:rPr>
              <a:t>Vision</a:t>
            </a:r>
            <a:endParaRPr sz="600">
              <a:latin typeface="Verdana"/>
              <a:cs typeface="Verdana"/>
            </a:endParaRPr>
          </a:p>
        </p:txBody>
      </p:sp>
      <p:sp>
        <p:nvSpPr>
          <p:cNvPr id="12" name="object 12"/>
          <p:cNvSpPr txBox="1">
            <a:spLocks noGrp="1"/>
          </p:cNvSpPr>
          <p:nvPr>
            <p:ph type="sldNum" sz="quarter" idx="7"/>
          </p:nvPr>
        </p:nvSpPr>
        <p:spPr>
          <a:prstGeom prst="rect">
            <a:avLst/>
          </a:prstGeom>
        </p:spPr>
        <p:txBody>
          <a:bodyPr vert="horz" wrap="square" lIns="0" tIns="7620" rIns="0" bIns="0" rtlCol="0">
            <a:spAutoFit/>
          </a:bodyPr>
          <a:lstStyle/>
          <a:p>
            <a:pPr marL="38100">
              <a:lnSpc>
                <a:spcPct val="100000"/>
              </a:lnSpc>
              <a:spcBef>
                <a:spcPts val="60"/>
              </a:spcBef>
            </a:pPr>
            <a:fld id="{81D60167-4931-47E6-BA6A-407CBD079E47}" type="slidenum">
              <a:rPr spc="-45" dirty="0"/>
              <a:t>56</a:t>
            </a:fld>
            <a:r>
              <a:rPr spc="-90" dirty="0"/>
              <a:t> </a:t>
            </a:r>
            <a:r>
              <a:rPr spc="70" dirty="0"/>
              <a:t>/</a:t>
            </a:r>
            <a:r>
              <a:rPr spc="-85" dirty="0"/>
              <a:t> </a:t>
            </a:r>
            <a:r>
              <a:rPr spc="-25" dirty="0"/>
              <a:t>59</a:t>
            </a:r>
          </a:p>
        </p:txBody>
      </p:sp>
    </p:spTree>
  </p:cSld>
  <p:clrMapOvr>
    <a:masterClrMapping/>
  </p:clrMapOvr>
  <p:transition>
    <p:cut/>
  </p:transition>
</p:sld>
</file>

<file path=ppt/slides/slide57.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object 2"/>
          <p:cNvSpPr txBox="1"/>
          <p:nvPr/>
        </p:nvSpPr>
        <p:spPr>
          <a:xfrm>
            <a:off x="4117530" y="15020"/>
            <a:ext cx="434340" cy="101600"/>
          </a:xfrm>
          <a:prstGeom prst="rect">
            <a:avLst/>
          </a:prstGeom>
        </p:spPr>
        <p:txBody>
          <a:bodyPr vert="horz" wrap="square" lIns="0" tIns="12065" rIns="0" bIns="0" rtlCol="0">
            <a:spAutoFit/>
          </a:bodyPr>
          <a:lstStyle/>
          <a:p>
            <a:pPr marL="12700">
              <a:lnSpc>
                <a:spcPct val="100000"/>
              </a:lnSpc>
              <a:spcBef>
                <a:spcPts val="95"/>
              </a:spcBef>
            </a:pPr>
            <a:r>
              <a:rPr sz="500" b="1" spc="-10" dirty="0">
                <a:solidFill>
                  <a:srgbClr val="3F3F3F"/>
                </a:solidFill>
                <a:latin typeface="Arial"/>
                <a:cs typeface="Arial"/>
                <a:hlinkClick r:id="rId2" action="ppaction://hlinksldjump"/>
              </a:rPr>
              <a:t>Administrivia</a:t>
            </a:r>
            <a:endParaRPr sz="500">
              <a:latin typeface="Arial"/>
              <a:cs typeface="Arial"/>
            </a:endParaRPr>
          </a:p>
        </p:txBody>
      </p:sp>
      <p:pic>
        <p:nvPicPr>
          <p:cNvPr id="3" name="object 3"/>
          <p:cNvPicPr/>
          <p:nvPr/>
        </p:nvPicPr>
        <p:blipFill>
          <a:blip r:embed="rId3" cstate="print"/>
          <a:stretch>
            <a:fillRect/>
          </a:stretch>
        </p:blipFill>
        <p:spPr>
          <a:xfrm>
            <a:off x="68834" y="112855"/>
            <a:ext cx="4470398" cy="7591"/>
          </a:xfrm>
          <a:prstGeom prst="rect">
            <a:avLst/>
          </a:prstGeom>
        </p:spPr>
      </p:pic>
      <p:sp>
        <p:nvSpPr>
          <p:cNvPr id="4" name="object 4"/>
          <p:cNvSpPr txBox="1"/>
          <p:nvPr/>
        </p:nvSpPr>
        <p:spPr>
          <a:xfrm>
            <a:off x="-14795" y="-9546"/>
            <a:ext cx="3154045" cy="1324610"/>
          </a:xfrm>
          <a:prstGeom prst="rect">
            <a:avLst/>
          </a:prstGeom>
        </p:spPr>
        <p:txBody>
          <a:bodyPr vert="horz" wrap="square" lIns="0" tIns="36830" rIns="0" bIns="0" rtlCol="0">
            <a:spAutoFit/>
          </a:bodyPr>
          <a:lstStyle/>
          <a:p>
            <a:pPr marL="83185">
              <a:lnSpc>
                <a:spcPct val="100000"/>
              </a:lnSpc>
              <a:spcBef>
                <a:spcPts val="290"/>
              </a:spcBef>
              <a:tabLst>
                <a:tab pos="1499235" algn="l"/>
                <a:tab pos="2885440" algn="l"/>
              </a:tabLst>
            </a:pPr>
            <a:r>
              <a:rPr sz="500" b="1" spc="-10" dirty="0">
                <a:solidFill>
                  <a:srgbClr val="E2E2E2"/>
                </a:solidFill>
                <a:latin typeface="Arial"/>
                <a:cs typeface="Arial"/>
                <a:hlinkClick r:id="rId4" action="ppaction://hlinksldjump"/>
              </a:rPr>
              <a:t>Introduction</a:t>
            </a:r>
            <a:r>
              <a:rPr sz="500" b="1" dirty="0">
                <a:solidFill>
                  <a:srgbClr val="E2E2E2"/>
                </a:solidFill>
                <a:latin typeface="Arial"/>
                <a:cs typeface="Arial"/>
              </a:rPr>
              <a:t>		</a:t>
            </a:r>
            <a:r>
              <a:rPr sz="500" b="1" spc="-10" dirty="0">
                <a:solidFill>
                  <a:srgbClr val="E2E2E2"/>
                </a:solidFill>
                <a:latin typeface="Arial"/>
                <a:cs typeface="Arial"/>
                <a:hlinkClick r:id="rId5" action="ppaction://hlinksldjump"/>
              </a:rPr>
              <a:t>Outline</a:t>
            </a:r>
            <a:endParaRPr sz="500" dirty="0">
              <a:latin typeface="Arial"/>
              <a:cs typeface="Arial"/>
            </a:endParaRPr>
          </a:p>
          <a:p>
            <a:pPr marL="50800">
              <a:lnSpc>
                <a:spcPct val="100000"/>
              </a:lnSpc>
              <a:spcBef>
                <a:spcPts val="459"/>
              </a:spcBef>
            </a:pPr>
            <a:r>
              <a:rPr sz="1200" b="1" spc="-10" dirty="0">
                <a:solidFill>
                  <a:srgbClr val="4B81AE"/>
                </a:solidFill>
                <a:latin typeface="Arial"/>
                <a:cs typeface="Arial"/>
              </a:rPr>
              <a:t>Programming Environment</a:t>
            </a:r>
            <a:endParaRPr sz="1200" dirty="0">
              <a:latin typeface="Arial"/>
              <a:cs typeface="Arial"/>
            </a:endParaRPr>
          </a:p>
          <a:p>
            <a:pPr marL="50800">
              <a:lnSpc>
                <a:spcPct val="100000"/>
              </a:lnSpc>
              <a:spcBef>
                <a:spcPts val="1260"/>
              </a:spcBef>
            </a:pPr>
            <a:r>
              <a:rPr sz="1100" spc="-65" dirty="0">
                <a:solidFill>
                  <a:srgbClr val="333333"/>
                </a:solidFill>
                <a:latin typeface="Arial MT"/>
                <a:cs typeface="Arial MT"/>
              </a:rPr>
              <a:t>We</a:t>
            </a:r>
            <a:r>
              <a:rPr sz="1100" spc="-10" dirty="0">
                <a:solidFill>
                  <a:srgbClr val="333333"/>
                </a:solidFill>
                <a:latin typeface="Arial MT"/>
                <a:cs typeface="Arial MT"/>
              </a:rPr>
              <a:t> </a:t>
            </a:r>
            <a:r>
              <a:rPr sz="1100" dirty="0">
                <a:solidFill>
                  <a:srgbClr val="333333"/>
                </a:solidFill>
                <a:latin typeface="Arial MT"/>
                <a:cs typeface="Arial MT"/>
              </a:rPr>
              <a:t>will</a:t>
            </a:r>
            <a:r>
              <a:rPr sz="1100" spc="-20" dirty="0">
                <a:solidFill>
                  <a:srgbClr val="333333"/>
                </a:solidFill>
                <a:latin typeface="Arial MT"/>
                <a:cs typeface="Arial MT"/>
              </a:rPr>
              <a:t> </a:t>
            </a:r>
            <a:r>
              <a:rPr sz="1100" spc="-40" dirty="0">
                <a:solidFill>
                  <a:srgbClr val="333333"/>
                </a:solidFill>
                <a:latin typeface="Arial MT"/>
                <a:cs typeface="Arial MT"/>
              </a:rPr>
              <a:t>be</a:t>
            </a:r>
            <a:r>
              <a:rPr sz="1100" spc="-15" dirty="0">
                <a:solidFill>
                  <a:srgbClr val="333333"/>
                </a:solidFill>
                <a:latin typeface="Arial MT"/>
                <a:cs typeface="Arial MT"/>
              </a:rPr>
              <a:t> </a:t>
            </a:r>
            <a:r>
              <a:rPr sz="1100" spc="-10" dirty="0">
                <a:solidFill>
                  <a:srgbClr val="333333"/>
                </a:solidFill>
                <a:latin typeface="Arial MT"/>
                <a:cs typeface="Arial MT"/>
              </a:rPr>
              <a:t>using</a:t>
            </a:r>
            <a:endParaRPr sz="1100" dirty="0">
              <a:latin typeface="Arial MT"/>
              <a:cs typeface="Arial MT"/>
            </a:endParaRPr>
          </a:p>
          <a:p>
            <a:pPr marL="325755" indent="-146050">
              <a:lnSpc>
                <a:spcPct val="100000"/>
              </a:lnSpc>
              <a:spcBef>
                <a:spcPts val="334"/>
              </a:spcBef>
              <a:buClr>
                <a:srgbClr val="4B81AE"/>
              </a:buClr>
              <a:buSzPct val="72727"/>
              <a:buFont typeface="Lucida Sans Unicode"/>
              <a:buChar char="►"/>
              <a:tabLst>
                <a:tab pos="325755" algn="l"/>
              </a:tabLst>
            </a:pPr>
            <a:r>
              <a:rPr sz="1100" spc="-25" dirty="0">
                <a:solidFill>
                  <a:srgbClr val="333333"/>
                </a:solidFill>
                <a:latin typeface="Arial MT"/>
                <a:cs typeface="Arial MT"/>
              </a:rPr>
              <a:t>Python</a:t>
            </a:r>
            <a:r>
              <a:rPr sz="1100" spc="-50" dirty="0">
                <a:solidFill>
                  <a:srgbClr val="333333"/>
                </a:solidFill>
                <a:latin typeface="Arial MT"/>
                <a:cs typeface="Arial MT"/>
              </a:rPr>
              <a:t> </a:t>
            </a:r>
            <a:r>
              <a:rPr sz="1100" spc="-110" dirty="0">
                <a:solidFill>
                  <a:srgbClr val="333333"/>
                </a:solidFill>
                <a:latin typeface="Arial MT"/>
                <a:cs typeface="Arial MT"/>
              </a:rPr>
              <a:t>as</a:t>
            </a:r>
            <a:r>
              <a:rPr sz="1100" spc="35" dirty="0">
                <a:solidFill>
                  <a:srgbClr val="333333"/>
                </a:solidFill>
                <a:latin typeface="Arial MT"/>
                <a:cs typeface="Arial MT"/>
              </a:rPr>
              <a:t> </a:t>
            </a:r>
            <a:r>
              <a:rPr sz="1100" spc="-10" dirty="0">
                <a:solidFill>
                  <a:srgbClr val="333333"/>
                </a:solidFill>
                <a:latin typeface="Arial MT"/>
                <a:cs typeface="Arial MT"/>
              </a:rPr>
              <a:t>our </a:t>
            </a:r>
            <a:r>
              <a:rPr sz="1100" spc="-50" dirty="0">
                <a:solidFill>
                  <a:srgbClr val="333333"/>
                </a:solidFill>
                <a:latin typeface="Arial MT"/>
                <a:cs typeface="Arial MT"/>
              </a:rPr>
              <a:t>programming</a:t>
            </a:r>
            <a:r>
              <a:rPr sz="1100" spc="-5" dirty="0">
                <a:solidFill>
                  <a:srgbClr val="333333"/>
                </a:solidFill>
                <a:latin typeface="Arial MT"/>
                <a:cs typeface="Arial MT"/>
              </a:rPr>
              <a:t> </a:t>
            </a:r>
            <a:r>
              <a:rPr sz="1100" spc="-10" dirty="0">
                <a:solidFill>
                  <a:srgbClr val="333333"/>
                </a:solidFill>
                <a:latin typeface="Arial MT"/>
                <a:cs typeface="Arial MT"/>
              </a:rPr>
              <a:t>environment.</a:t>
            </a:r>
            <a:endParaRPr sz="1100" dirty="0">
              <a:latin typeface="Arial MT"/>
              <a:cs typeface="Arial MT"/>
            </a:endParaRPr>
          </a:p>
          <a:p>
            <a:pPr marL="325755" indent="-146050">
              <a:lnSpc>
                <a:spcPct val="100000"/>
              </a:lnSpc>
              <a:spcBef>
                <a:spcPts val="330"/>
              </a:spcBef>
              <a:buClr>
                <a:srgbClr val="4B81AE"/>
              </a:buClr>
              <a:buSzPct val="72727"/>
              <a:buFont typeface="Lucida Sans Unicode"/>
              <a:buChar char="►"/>
              <a:tabLst>
                <a:tab pos="325755" algn="l"/>
              </a:tabLst>
            </a:pPr>
            <a:r>
              <a:rPr sz="1100" spc="-70" dirty="0">
                <a:solidFill>
                  <a:srgbClr val="333333"/>
                </a:solidFill>
                <a:latin typeface="Arial MT"/>
                <a:cs typeface="Arial MT"/>
              </a:rPr>
              <a:t>OpenCV</a:t>
            </a:r>
            <a:r>
              <a:rPr sz="1100" spc="-5" dirty="0">
                <a:solidFill>
                  <a:srgbClr val="333333"/>
                </a:solidFill>
                <a:latin typeface="Arial MT"/>
                <a:cs typeface="Arial MT"/>
              </a:rPr>
              <a:t> </a:t>
            </a:r>
            <a:r>
              <a:rPr sz="1100" spc="-110" dirty="0">
                <a:solidFill>
                  <a:srgbClr val="333333"/>
                </a:solidFill>
                <a:latin typeface="Arial MT"/>
                <a:cs typeface="Arial MT"/>
              </a:rPr>
              <a:t>as</a:t>
            </a:r>
            <a:r>
              <a:rPr sz="1100" spc="35" dirty="0">
                <a:solidFill>
                  <a:srgbClr val="333333"/>
                </a:solidFill>
                <a:latin typeface="Arial MT"/>
                <a:cs typeface="Arial MT"/>
              </a:rPr>
              <a:t> </a:t>
            </a:r>
            <a:r>
              <a:rPr sz="1100" spc="-10" dirty="0">
                <a:solidFill>
                  <a:srgbClr val="333333"/>
                </a:solidFill>
                <a:latin typeface="Arial MT"/>
                <a:cs typeface="Arial MT"/>
              </a:rPr>
              <a:t>our</a:t>
            </a:r>
            <a:r>
              <a:rPr sz="1100" spc="-40" dirty="0">
                <a:solidFill>
                  <a:srgbClr val="333333"/>
                </a:solidFill>
                <a:latin typeface="Arial MT"/>
                <a:cs typeface="Arial MT"/>
              </a:rPr>
              <a:t> Computer</a:t>
            </a:r>
            <a:r>
              <a:rPr sz="1100" dirty="0">
                <a:solidFill>
                  <a:srgbClr val="333333"/>
                </a:solidFill>
                <a:latin typeface="Arial MT"/>
                <a:cs typeface="Arial MT"/>
              </a:rPr>
              <a:t> </a:t>
            </a:r>
            <a:r>
              <a:rPr sz="1100" spc="-35" dirty="0">
                <a:solidFill>
                  <a:srgbClr val="333333"/>
                </a:solidFill>
                <a:latin typeface="Arial MT"/>
                <a:cs typeface="Arial MT"/>
              </a:rPr>
              <a:t>Vision</a:t>
            </a:r>
            <a:r>
              <a:rPr sz="1100" spc="-5" dirty="0">
                <a:solidFill>
                  <a:srgbClr val="333333"/>
                </a:solidFill>
                <a:latin typeface="Arial MT"/>
                <a:cs typeface="Arial MT"/>
              </a:rPr>
              <a:t> </a:t>
            </a:r>
            <a:r>
              <a:rPr sz="1100" spc="-10" dirty="0">
                <a:solidFill>
                  <a:srgbClr val="333333"/>
                </a:solidFill>
                <a:latin typeface="Arial MT"/>
                <a:cs typeface="Arial MT"/>
              </a:rPr>
              <a:t>library.</a:t>
            </a:r>
            <a:endParaRPr sz="1100" dirty="0">
              <a:latin typeface="Arial MT"/>
              <a:cs typeface="Arial MT"/>
            </a:endParaRPr>
          </a:p>
          <a:p>
            <a:pPr marL="325755" indent="-146050">
              <a:lnSpc>
                <a:spcPct val="100000"/>
              </a:lnSpc>
              <a:spcBef>
                <a:spcPts val="335"/>
              </a:spcBef>
              <a:buClr>
                <a:srgbClr val="4B81AE"/>
              </a:buClr>
              <a:buSzPct val="72727"/>
              <a:buFont typeface="Lucida Sans Unicode"/>
              <a:buChar char="►"/>
              <a:tabLst>
                <a:tab pos="325755" algn="l"/>
              </a:tabLst>
            </a:pPr>
            <a:r>
              <a:rPr sz="1100" spc="-30" dirty="0">
                <a:solidFill>
                  <a:srgbClr val="333333"/>
                </a:solidFill>
                <a:latin typeface="Arial MT"/>
                <a:cs typeface="Arial MT"/>
              </a:rPr>
              <a:t>Jupyter</a:t>
            </a:r>
            <a:r>
              <a:rPr sz="1100" spc="-35" dirty="0">
                <a:solidFill>
                  <a:srgbClr val="333333"/>
                </a:solidFill>
                <a:latin typeface="Arial MT"/>
                <a:cs typeface="Arial MT"/>
              </a:rPr>
              <a:t> </a:t>
            </a:r>
            <a:r>
              <a:rPr sz="1100" spc="-50" dirty="0">
                <a:solidFill>
                  <a:srgbClr val="333333"/>
                </a:solidFill>
                <a:latin typeface="Arial MT"/>
                <a:cs typeface="Arial MT"/>
              </a:rPr>
              <a:t>notebooks</a:t>
            </a:r>
            <a:r>
              <a:rPr sz="1100" dirty="0">
                <a:solidFill>
                  <a:srgbClr val="333333"/>
                </a:solidFill>
                <a:latin typeface="Arial MT"/>
                <a:cs typeface="Arial MT"/>
              </a:rPr>
              <a:t> </a:t>
            </a:r>
            <a:r>
              <a:rPr sz="1100" spc="-110" dirty="0">
                <a:solidFill>
                  <a:srgbClr val="333333"/>
                </a:solidFill>
                <a:latin typeface="Arial MT"/>
                <a:cs typeface="Arial MT"/>
              </a:rPr>
              <a:t>as</a:t>
            </a:r>
            <a:r>
              <a:rPr sz="1100" spc="35" dirty="0">
                <a:solidFill>
                  <a:srgbClr val="333333"/>
                </a:solidFill>
                <a:latin typeface="Arial MT"/>
                <a:cs typeface="Arial MT"/>
              </a:rPr>
              <a:t> </a:t>
            </a:r>
            <a:r>
              <a:rPr sz="1100" spc="-10" dirty="0">
                <a:solidFill>
                  <a:srgbClr val="333333"/>
                </a:solidFill>
                <a:latin typeface="Arial MT"/>
                <a:cs typeface="Arial MT"/>
              </a:rPr>
              <a:t>our</a:t>
            </a:r>
            <a:r>
              <a:rPr sz="1100" dirty="0">
                <a:solidFill>
                  <a:srgbClr val="333333"/>
                </a:solidFill>
                <a:latin typeface="Arial MT"/>
                <a:cs typeface="Arial MT"/>
              </a:rPr>
              <a:t> </a:t>
            </a:r>
            <a:r>
              <a:rPr sz="1100" spc="-35" dirty="0">
                <a:solidFill>
                  <a:srgbClr val="333333"/>
                </a:solidFill>
                <a:latin typeface="Arial MT"/>
                <a:cs typeface="Arial MT"/>
              </a:rPr>
              <a:t>interactive</a:t>
            </a:r>
            <a:r>
              <a:rPr sz="1100" dirty="0">
                <a:solidFill>
                  <a:srgbClr val="333333"/>
                </a:solidFill>
                <a:latin typeface="Arial MT"/>
                <a:cs typeface="Arial MT"/>
              </a:rPr>
              <a:t> </a:t>
            </a:r>
            <a:r>
              <a:rPr sz="1100" spc="-10" dirty="0">
                <a:solidFill>
                  <a:srgbClr val="333333"/>
                </a:solidFill>
                <a:latin typeface="Arial MT"/>
                <a:cs typeface="Arial MT"/>
              </a:rPr>
              <a:t>tutorials.</a:t>
            </a:r>
            <a:endParaRPr sz="1100" dirty="0">
              <a:latin typeface="Arial MT"/>
              <a:cs typeface="Arial MT"/>
            </a:endParaRPr>
          </a:p>
        </p:txBody>
      </p:sp>
      <p:sp>
        <p:nvSpPr>
          <p:cNvPr id="5" name="object 5"/>
          <p:cNvSpPr/>
          <p:nvPr/>
        </p:nvSpPr>
        <p:spPr>
          <a:xfrm>
            <a:off x="68834" y="3308210"/>
            <a:ext cx="4470400" cy="0"/>
          </a:xfrm>
          <a:custGeom>
            <a:avLst/>
            <a:gdLst/>
            <a:ahLst/>
            <a:cxnLst/>
            <a:rect l="l" t="t" r="r" b="b"/>
            <a:pathLst>
              <a:path w="4470400">
                <a:moveTo>
                  <a:pt x="0" y="0"/>
                </a:moveTo>
                <a:lnTo>
                  <a:pt x="4470336" y="0"/>
                </a:lnTo>
              </a:path>
            </a:pathLst>
          </a:custGeom>
          <a:ln w="7594">
            <a:solidFill>
              <a:srgbClr val="4B81AE"/>
            </a:solidFill>
          </a:ln>
        </p:spPr>
        <p:txBody>
          <a:bodyPr wrap="square" lIns="0" tIns="0" rIns="0" bIns="0" rtlCol="0"/>
          <a:lstStyle/>
          <a:p>
            <a:endParaRPr/>
          </a:p>
        </p:txBody>
      </p:sp>
      <p:sp>
        <p:nvSpPr>
          <p:cNvPr id="6" name="object 6"/>
          <p:cNvSpPr txBox="1"/>
          <p:nvPr/>
        </p:nvSpPr>
        <p:spPr>
          <a:xfrm>
            <a:off x="1779498" y="3332022"/>
            <a:ext cx="648335" cy="122555"/>
          </a:xfrm>
          <a:prstGeom prst="rect">
            <a:avLst/>
          </a:prstGeom>
        </p:spPr>
        <p:txBody>
          <a:bodyPr vert="horz" wrap="square" lIns="0" tIns="7620" rIns="0" bIns="0" rtlCol="0">
            <a:spAutoFit/>
          </a:bodyPr>
          <a:lstStyle/>
          <a:p>
            <a:pPr marL="12700">
              <a:lnSpc>
                <a:spcPct val="100000"/>
              </a:lnSpc>
              <a:spcBef>
                <a:spcPts val="60"/>
              </a:spcBef>
            </a:pPr>
            <a:r>
              <a:rPr sz="600" i="1" spc="-20" dirty="0">
                <a:solidFill>
                  <a:srgbClr val="333333"/>
                </a:solidFill>
                <a:latin typeface="Verdana"/>
                <a:cs typeface="Verdana"/>
                <a:hlinkClick r:id="rId6" action="ppaction://hlinksldjump"/>
              </a:rPr>
              <a:t>Computer</a:t>
            </a:r>
            <a:r>
              <a:rPr sz="600" i="1" spc="25" dirty="0">
                <a:solidFill>
                  <a:srgbClr val="333333"/>
                </a:solidFill>
                <a:latin typeface="Verdana"/>
                <a:cs typeface="Verdana"/>
                <a:hlinkClick r:id="rId6" action="ppaction://hlinksldjump"/>
              </a:rPr>
              <a:t> </a:t>
            </a:r>
            <a:r>
              <a:rPr sz="600" i="1" spc="-10" dirty="0">
                <a:solidFill>
                  <a:srgbClr val="333333"/>
                </a:solidFill>
                <a:latin typeface="Verdana"/>
                <a:cs typeface="Verdana"/>
                <a:hlinkClick r:id="rId6" action="ppaction://hlinksldjump"/>
              </a:rPr>
              <a:t>Vision</a:t>
            </a:r>
            <a:endParaRPr sz="600">
              <a:latin typeface="Verdana"/>
              <a:cs typeface="Verdana"/>
            </a:endParaRPr>
          </a:p>
        </p:txBody>
      </p:sp>
      <p:sp>
        <p:nvSpPr>
          <p:cNvPr id="7" name="object 7"/>
          <p:cNvSpPr txBox="1">
            <a:spLocks noGrp="1"/>
          </p:cNvSpPr>
          <p:nvPr>
            <p:ph type="sldNum" sz="quarter" idx="7"/>
          </p:nvPr>
        </p:nvSpPr>
        <p:spPr>
          <a:prstGeom prst="rect">
            <a:avLst/>
          </a:prstGeom>
        </p:spPr>
        <p:txBody>
          <a:bodyPr vert="horz" wrap="square" lIns="0" tIns="7620" rIns="0" bIns="0" rtlCol="0">
            <a:spAutoFit/>
          </a:bodyPr>
          <a:lstStyle/>
          <a:p>
            <a:pPr marL="38100">
              <a:lnSpc>
                <a:spcPct val="100000"/>
              </a:lnSpc>
              <a:spcBef>
                <a:spcPts val="60"/>
              </a:spcBef>
            </a:pPr>
            <a:fld id="{81D60167-4931-47E6-BA6A-407CBD079E47}" type="slidenum">
              <a:rPr spc="-45" dirty="0"/>
              <a:t>57</a:t>
            </a:fld>
            <a:r>
              <a:rPr spc="-90" dirty="0"/>
              <a:t> </a:t>
            </a:r>
            <a:r>
              <a:rPr spc="70" dirty="0"/>
              <a:t>/</a:t>
            </a:r>
            <a:r>
              <a:rPr spc="-85" dirty="0"/>
              <a:t> </a:t>
            </a:r>
            <a:r>
              <a:rPr spc="-25" dirty="0"/>
              <a:t>59</a:t>
            </a:r>
          </a:p>
        </p:txBody>
      </p:sp>
    </p:spTree>
  </p:cSld>
  <p:clrMapOvr>
    <a:masterClrMapping/>
  </p:clrMapOvr>
  <p:transition>
    <p:cut/>
  </p:transition>
</p:sld>
</file>

<file path=ppt/slides/slide58.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object 2"/>
          <p:cNvSpPr txBox="1"/>
          <p:nvPr/>
        </p:nvSpPr>
        <p:spPr>
          <a:xfrm>
            <a:off x="56134" y="15020"/>
            <a:ext cx="412115" cy="101600"/>
          </a:xfrm>
          <a:prstGeom prst="rect">
            <a:avLst/>
          </a:prstGeom>
        </p:spPr>
        <p:txBody>
          <a:bodyPr vert="horz" wrap="square" lIns="0" tIns="12065" rIns="0" bIns="0" rtlCol="0">
            <a:spAutoFit/>
          </a:bodyPr>
          <a:lstStyle/>
          <a:p>
            <a:pPr marL="12700">
              <a:lnSpc>
                <a:spcPct val="100000"/>
              </a:lnSpc>
              <a:spcBef>
                <a:spcPts val="95"/>
              </a:spcBef>
            </a:pPr>
            <a:r>
              <a:rPr sz="500" b="1" spc="-10" dirty="0">
                <a:solidFill>
                  <a:srgbClr val="E2E2E2"/>
                </a:solidFill>
                <a:latin typeface="Arial"/>
                <a:cs typeface="Arial"/>
                <a:hlinkClick r:id="rId2" action="ppaction://hlinksldjump"/>
              </a:rPr>
              <a:t>Introduction</a:t>
            </a:r>
            <a:endParaRPr sz="500">
              <a:latin typeface="Arial"/>
              <a:cs typeface="Arial"/>
            </a:endParaRPr>
          </a:p>
        </p:txBody>
      </p:sp>
      <p:sp>
        <p:nvSpPr>
          <p:cNvPr id="4" name="object 4"/>
          <p:cNvSpPr txBox="1"/>
          <p:nvPr/>
        </p:nvSpPr>
        <p:spPr>
          <a:xfrm>
            <a:off x="2858214" y="15020"/>
            <a:ext cx="255270" cy="101600"/>
          </a:xfrm>
          <a:prstGeom prst="rect">
            <a:avLst/>
          </a:prstGeom>
        </p:spPr>
        <p:txBody>
          <a:bodyPr vert="horz" wrap="square" lIns="0" tIns="12065" rIns="0" bIns="0" rtlCol="0">
            <a:spAutoFit/>
          </a:bodyPr>
          <a:lstStyle/>
          <a:p>
            <a:pPr marL="12700">
              <a:lnSpc>
                <a:spcPct val="100000"/>
              </a:lnSpc>
              <a:spcBef>
                <a:spcPts val="95"/>
              </a:spcBef>
            </a:pPr>
            <a:r>
              <a:rPr sz="500" b="1" spc="-10" dirty="0">
                <a:solidFill>
                  <a:srgbClr val="E2E2E2"/>
                </a:solidFill>
                <a:latin typeface="Arial"/>
                <a:cs typeface="Arial"/>
                <a:hlinkClick r:id="rId3" action="ppaction://hlinksldjump"/>
              </a:rPr>
              <a:t>Outline</a:t>
            </a:r>
            <a:endParaRPr sz="500">
              <a:latin typeface="Arial"/>
              <a:cs typeface="Arial"/>
            </a:endParaRPr>
          </a:p>
        </p:txBody>
      </p:sp>
      <p:sp>
        <p:nvSpPr>
          <p:cNvPr id="5" name="object 5"/>
          <p:cNvSpPr txBox="1"/>
          <p:nvPr/>
        </p:nvSpPr>
        <p:spPr>
          <a:xfrm>
            <a:off x="4117530" y="15020"/>
            <a:ext cx="434340" cy="101600"/>
          </a:xfrm>
          <a:prstGeom prst="rect">
            <a:avLst/>
          </a:prstGeom>
        </p:spPr>
        <p:txBody>
          <a:bodyPr vert="horz" wrap="square" lIns="0" tIns="12065" rIns="0" bIns="0" rtlCol="0">
            <a:spAutoFit/>
          </a:bodyPr>
          <a:lstStyle/>
          <a:p>
            <a:pPr marL="12700">
              <a:lnSpc>
                <a:spcPct val="100000"/>
              </a:lnSpc>
              <a:spcBef>
                <a:spcPts val="95"/>
              </a:spcBef>
            </a:pPr>
            <a:r>
              <a:rPr sz="500" b="1" spc="-10" dirty="0">
                <a:solidFill>
                  <a:srgbClr val="3F3F3F"/>
                </a:solidFill>
                <a:latin typeface="Arial"/>
                <a:cs typeface="Arial"/>
                <a:hlinkClick r:id="rId4" action="ppaction://hlinksldjump"/>
              </a:rPr>
              <a:t>Administrivia</a:t>
            </a:r>
            <a:endParaRPr sz="500">
              <a:latin typeface="Arial"/>
              <a:cs typeface="Arial"/>
            </a:endParaRPr>
          </a:p>
        </p:txBody>
      </p:sp>
      <p:pic>
        <p:nvPicPr>
          <p:cNvPr id="6" name="object 6"/>
          <p:cNvPicPr/>
          <p:nvPr/>
        </p:nvPicPr>
        <p:blipFill>
          <a:blip r:embed="rId5" cstate="print"/>
          <a:stretch>
            <a:fillRect/>
          </a:stretch>
        </p:blipFill>
        <p:spPr>
          <a:xfrm>
            <a:off x="68833" y="112855"/>
            <a:ext cx="4470398" cy="7591"/>
          </a:xfrm>
          <a:prstGeom prst="rect">
            <a:avLst/>
          </a:prstGeom>
        </p:spPr>
      </p:pic>
      <p:pic>
        <p:nvPicPr>
          <p:cNvPr id="7" name="object 7"/>
          <p:cNvPicPr/>
          <p:nvPr/>
        </p:nvPicPr>
        <p:blipFill>
          <a:blip r:embed="rId6" cstate="print"/>
          <a:stretch>
            <a:fillRect/>
          </a:stretch>
        </p:blipFill>
        <p:spPr>
          <a:xfrm>
            <a:off x="36004" y="580624"/>
            <a:ext cx="4536036" cy="1633607"/>
          </a:xfrm>
          <a:prstGeom prst="rect">
            <a:avLst/>
          </a:prstGeom>
        </p:spPr>
      </p:pic>
      <p:sp>
        <p:nvSpPr>
          <p:cNvPr id="8" name="object 8"/>
          <p:cNvSpPr/>
          <p:nvPr/>
        </p:nvSpPr>
        <p:spPr>
          <a:xfrm>
            <a:off x="68834" y="3308210"/>
            <a:ext cx="4470400" cy="0"/>
          </a:xfrm>
          <a:custGeom>
            <a:avLst/>
            <a:gdLst/>
            <a:ahLst/>
            <a:cxnLst/>
            <a:rect l="l" t="t" r="r" b="b"/>
            <a:pathLst>
              <a:path w="4470400">
                <a:moveTo>
                  <a:pt x="0" y="0"/>
                </a:moveTo>
                <a:lnTo>
                  <a:pt x="4470336" y="0"/>
                </a:lnTo>
              </a:path>
            </a:pathLst>
          </a:custGeom>
          <a:ln w="7594">
            <a:solidFill>
              <a:srgbClr val="4B81AE"/>
            </a:solidFill>
          </a:ln>
        </p:spPr>
        <p:txBody>
          <a:bodyPr wrap="square" lIns="0" tIns="0" rIns="0" bIns="0" rtlCol="0"/>
          <a:lstStyle/>
          <a:p>
            <a:endParaRPr/>
          </a:p>
        </p:txBody>
      </p:sp>
      <p:sp>
        <p:nvSpPr>
          <p:cNvPr id="9" name="object 9"/>
          <p:cNvSpPr txBox="1"/>
          <p:nvPr/>
        </p:nvSpPr>
        <p:spPr>
          <a:xfrm>
            <a:off x="1779498" y="3332022"/>
            <a:ext cx="648335" cy="122555"/>
          </a:xfrm>
          <a:prstGeom prst="rect">
            <a:avLst/>
          </a:prstGeom>
        </p:spPr>
        <p:txBody>
          <a:bodyPr vert="horz" wrap="square" lIns="0" tIns="7620" rIns="0" bIns="0" rtlCol="0">
            <a:spAutoFit/>
          </a:bodyPr>
          <a:lstStyle/>
          <a:p>
            <a:pPr marL="12700">
              <a:lnSpc>
                <a:spcPct val="100000"/>
              </a:lnSpc>
              <a:spcBef>
                <a:spcPts val="60"/>
              </a:spcBef>
            </a:pPr>
            <a:r>
              <a:rPr sz="600" i="1" spc="-20" dirty="0">
                <a:solidFill>
                  <a:srgbClr val="333333"/>
                </a:solidFill>
                <a:latin typeface="Verdana"/>
                <a:cs typeface="Verdana"/>
                <a:hlinkClick r:id="rId7" action="ppaction://hlinksldjump"/>
              </a:rPr>
              <a:t>Computer</a:t>
            </a:r>
            <a:r>
              <a:rPr sz="600" i="1" spc="25" dirty="0">
                <a:solidFill>
                  <a:srgbClr val="333333"/>
                </a:solidFill>
                <a:latin typeface="Verdana"/>
                <a:cs typeface="Verdana"/>
                <a:hlinkClick r:id="rId7" action="ppaction://hlinksldjump"/>
              </a:rPr>
              <a:t> </a:t>
            </a:r>
            <a:r>
              <a:rPr sz="600" i="1" spc="-10" dirty="0">
                <a:solidFill>
                  <a:srgbClr val="333333"/>
                </a:solidFill>
                <a:latin typeface="Verdana"/>
                <a:cs typeface="Verdana"/>
                <a:hlinkClick r:id="rId7" action="ppaction://hlinksldjump"/>
              </a:rPr>
              <a:t>Vision</a:t>
            </a:r>
            <a:endParaRPr sz="600">
              <a:latin typeface="Verdana"/>
              <a:cs typeface="Verdana"/>
            </a:endParaRPr>
          </a:p>
        </p:txBody>
      </p:sp>
      <p:sp>
        <p:nvSpPr>
          <p:cNvPr id="10" name="object 10"/>
          <p:cNvSpPr txBox="1">
            <a:spLocks noGrp="1"/>
          </p:cNvSpPr>
          <p:nvPr>
            <p:ph type="sldNum" sz="quarter" idx="7"/>
          </p:nvPr>
        </p:nvSpPr>
        <p:spPr>
          <a:prstGeom prst="rect">
            <a:avLst/>
          </a:prstGeom>
        </p:spPr>
        <p:txBody>
          <a:bodyPr vert="horz" wrap="square" lIns="0" tIns="7620" rIns="0" bIns="0" rtlCol="0">
            <a:spAutoFit/>
          </a:bodyPr>
          <a:lstStyle/>
          <a:p>
            <a:pPr marL="38100">
              <a:lnSpc>
                <a:spcPct val="100000"/>
              </a:lnSpc>
              <a:spcBef>
                <a:spcPts val="60"/>
              </a:spcBef>
            </a:pPr>
            <a:fld id="{81D60167-4931-47E6-BA6A-407CBD079E47}" type="slidenum">
              <a:rPr spc="-45" dirty="0"/>
              <a:t>58</a:t>
            </a:fld>
            <a:r>
              <a:rPr spc="-90" dirty="0"/>
              <a:t> </a:t>
            </a:r>
            <a:r>
              <a:rPr spc="70" dirty="0"/>
              <a:t>/</a:t>
            </a:r>
            <a:r>
              <a:rPr spc="-85" dirty="0"/>
              <a:t> </a:t>
            </a:r>
            <a:r>
              <a:rPr spc="-25" dirty="0"/>
              <a:t>59</a:t>
            </a:r>
          </a:p>
        </p:txBody>
      </p:sp>
    </p:spTree>
  </p:cSld>
  <p:clrMapOvr>
    <a:masterClrMapping/>
  </p:clrMapOvr>
  <p:transition>
    <p:cut/>
  </p:transition>
</p:sld>
</file>

<file path=ppt/slides/slide59.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object 2"/>
          <p:cNvSpPr txBox="1"/>
          <p:nvPr/>
        </p:nvSpPr>
        <p:spPr>
          <a:xfrm>
            <a:off x="56134" y="15020"/>
            <a:ext cx="412115" cy="101600"/>
          </a:xfrm>
          <a:prstGeom prst="rect">
            <a:avLst/>
          </a:prstGeom>
        </p:spPr>
        <p:txBody>
          <a:bodyPr vert="horz" wrap="square" lIns="0" tIns="12065" rIns="0" bIns="0" rtlCol="0">
            <a:spAutoFit/>
          </a:bodyPr>
          <a:lstStyle/>
          <a:p>
            <a:pPr marL="12700">
              <a:lnSpc>
                <a:spcPct val="100000"/>
              </a:lnSpc>
              <a:spcBef>
                <a:spcPts val="95"/>
              </a:spcBef>
            </a:pPr>
            <a:r>
              <a:rPr sz="500" b="1" spc="-10" dirty="0">
                <a:solidFill>
                  <a:srgbClr val="E2E2E2"/>
                </a:solidFill>
                <a:latin typeface="Arial"/>
                <a:cs typeface="Arial"/>
                <a:hlinkClick r:id="rId2" action="ppaction://hlinksldjump"/>
              </a:rPr>
              <a:t>Introduction</a:t>
            </a:r>
            <a:endParaRPr sz="500">
              <a:latin typeface="Arial"/>
              <a:cs typeface="Arial"/>
            </a:endParaRPr>
          </a:p>
        </p:txBody>
      </p:sp>
      <p:sp>
        <p:nvSpPr>
          <p:cNvPr id="4" name="object 4"/>
          <p:cNvSpPr txBox="1"/>
          <p:nvPr/>
        </p:nvSpPr>
        <p:spPr>
          <a:xfrm>
            <a:off x="2858214" y="15020"/>
            <a:ext cx="255270" cy="101600"/>
          </a:xfrm>
          <a:prstGeom prst="rect">
            <a:avLst/>
          </a:prstGeom>
        </p:spPr>
        <p:txBody>
          <a:bodyPr vert="horz" wrap="square" lIns="0" tIns="12065" rIns="0" bIns="0" rtlCol="0">
            <a:spAutoFit/>
          </a:bodyPr>
          <a:lstStyle/>
          <a:p>
            <a:pPr marL="12700">
              <a:lnSpc>
                <a:spcPct val="100000"/>
              </a:lnSpc>
              <a:spcBef>
                <a:spcPts val="95"/>
              </a:spcBef>
            </a:pPr>
            <a:r>
              <a:rPr sz="500" b="1" spc="-10" dirty="0">
                <a:solidFill>
                  <a:srgbClr val="E2E2E2"/>
                </a:solidFill>
                <a:latin typeface="Arial"/>
                <a:cs typeface="Arial"/>
                <a:hlinkClick r:id="rId3" action="ppaction://hlinksldjump"/>
              </a:rPr>
              <a:t>Outline</a:t>
            </a:r>
            <a:endParaRPr sz="500">
              <a:latin typeface="Arial"/>
              <a:cs typeface="Arial"/>
            </a:endParaRPr>
          </a:p>
        </p:txBody>
      </p:sp>
      <p:sp>
        <p:nvSpPr>
          <p:cNvPr id="5" name="object 5"/>
          <p:cNvSpPr txBox="1"/>
          <p:nvPr/>
        </p:nvSpPr>
        <p:spPr>
          <a:xfrm>
            <a:off x="4117530" y="15020"/>
            <a:ext cx="434340" cy="101600"/>
          </a:xfrm>
          <a:prstGeom prst="rect">
            <a:avLst/>
          </a:prstGeom>
        </p:spPr>
        <p:txBody>
          <a:bodyPr vert="horz" wrap="square" lIns="0" tIns="12065" rIns="0" bIns="0" rtlCol="0">
            <a:spAutoFit/>
          </a:bodyPr>
          <a:lstStyle/>
          <a:p>
            <a:pPr marL="12700">
              <a:lnSpc>
                <a:spcPct val="100000"/>
              </a:lnSpc>
              <a:spcBef>
                <a:spcPts val="95"/>
              </a:spcBef>
            </a:pPr>
            <a:r>
              <a:rPr sz="500" b="1" spc="-10" dirty="0">
                <a:solidFill>
                  <a:srgbClr val="3F3F3F"/>
                </a:solidFill>
                <a:latin typeface="Arial"/>
                <a:cs typeface="Arial"/>
                <a:hlinkClick r:id="rId4" action="ppaction://hlinksldjump"/>
              </a:rPr>
              <a:t>Administrivia</a:t>
            </a:r>
            <a:endParaRPr sz="500">
              <a:latin typeface="Arial"/>
              <a:cs typeface="Arial"/>
            </a:endParaRPr>
          </a:p>
        </p:txBody>
      </p:sp>
      <p:pic>
        <p:nvPicPr>
          <p:cNvPr id="6" name="object 6"/>
          <p:cNvPicPr/>
          <p:nvPr/>
        </p:nvPicPr>
        <p:blipFill>
          <a:blip r:embed="rId5" cstate="print"/>
          <a:stretch>
            <a:fillRect/>
          </a:stretch>
        </p:blipFill>
        <p:spPr>
          <a:xfrm>
            <a:off x="68834" y="112855"/>
            <a:ext cx="4470398" cy="7591"/>
          </a:xfrm>
          <a:prstGeom prst="rect">
            <a:avLst/>
          </a:prstGeom>
        </p:spPr>
      </p:pic>
      <p:pic>
        <p:nvPicPr>
          <p:cNvPr id="7" name="object 7"/>
          <p:cNvPicPr/>
          <p:nvPr/>
        </p:nvPicPr>
        <p:blipFill>
          <a:blip r:embed="rId6" cstate="print"/>
          <a:stretch>
            <a:fillRect/>
          </a:stretch>
        </p:blipFill>
        <p:spPr>
          <a:xfrm>
            <a:off x="512006" y="430264"/>
            <a:ext cx="3584012" cy="2548630"/>
          </a:xfrm>
          <a:prstGeom prst="rect">
            <a:avLst/>
          </a:prstGeom>
        </p:spPr>
      </p:pic>
      <p:sp>
        <p:nvSpPr>
          <p:cNvPr id="8" name="object 8"/>
          <p:cNvSpPr/>
          <p:nvPr/>
        </p:nvSpPr>
        <p:spPr>
          <a:xfrm>
            <a:off x="68834" y="3308210"/>
            <a:ext cx="4470400" cy="0"/>
          </a:xfrm>
          <a:custGeom>
            <a:avLst/>
            <a:gdLst/>
            <a:ahLst/>
            <a:cxnLst/>
            <a:rect l="l" t="t" r="r" b="b"/>
            <a:pathLst>
              <a:path w="4470400">
                <a:moveTo>
                  <a:pt x="0" y="0"/>
                </a:moveTo>
                <a:lnTo>
                  <a:pt x="4470336" y="0"/>
                </a:lnTo>
              </a:path>
            </a:pathLst>
          </a:custGeom>
          <a:ln w="7594">
            <a:solidFill>
              <a:srgbClr val="4B81AE"/>
            </a:solidFill>
          </a:ln>
        </p:spPr>
        <p:txBody>
          <a:bodyPr wrap="square" lIns="0" tIns="0" rIns="0" bIns="0" rtlCol="0"/>
          <a:lstStyle/>
          <a:p>
            <a:endParaRPr/>
          </a:p>
        </p:txBody>
      </p:sp>
      <p:sp>
        <p:nvSpPr>
          <p:cNvPr id="9" name="object 9"/>
          <p:cNvSpPr txBox="1"/>
          <p:nvPr/>
        </p:nvSpPr>
        <p:spPr>
          <a:xfrm>
            <a:off x="1779498" y="3332022"/>
            <a:ext cx="648335" cy="122555"/>
          </a:xfrm>
          <a:prstGeom prst="rect">
            <a:avLst/>
          </a:prstGeom>
        </p:spPr>
        <p:txBody>
          <a:bodyPr vert="horz" wrap="square" lIns="0" tIns="7620" rIns="0" bIns="0" rtlCol="0">
            <a:spAutoFit/>
          </a:bodyPr>
          <a:lstStyle/>
          <a:p>
            <a:pPr marL="12700">
              <a:lnSpc>
                <a:spcPct val="100000"/>
              </a:lnSpc>
              <a:spcBef>
                <a:spcPts val="60"/>
              </a:spcBef>
            </a:pPr>
            <a:r>
              <a:rPr sz="600" i="1" spc="-20" dirty="0">
                <a:solidFill>
                  <a:srgbClr val="333333"/>
                </a:solidFill>
                <a:latin typeface="Verdana"/>
                <a:cs typeface="Verdana"/>
                <a:hlinkClick r:id="rId7" action="ppaction://hlinksldjump"/>
              </a:rPr>
              <a:t>Computer</a:t>
            </a:r>
            <a:r>
              <a:rPr sz="600" i="1" spc="25" dirty="0">
                <a:solidFill>
                  <a:srgbClr val="333333"/>
                </a:solidFill>
                <a:latin typeface="Verdana"/>
                <a:cs typeface="Verdana"/>
                <a:hlinkClick r:id="rId7" action="ppaction://hlinksldjump"/>
              </a:rPr>
              <a:t> </a:t>
            </a:r>
            <a:r>
              <a:rPr sz="600" i="1" spc="-10" dirty="0">
                <a:solidFill>
                  <a:srgbClr val="333333"/>
                </a:solidFill>
                <a:latin typeface="Verdana"/>
                <a:cs typeface="Verdana"/>
                <a:hlinkClick r:id="rId7" action="ppaction://hlinksldjump"/>
              </a:rPr>
              <a:t>Vision</a:t>
            </a:r>
            <a:endParaRPr sz="600">
              <a:latin typeface="Verdana"/>
              <a:cs typeface="Verdana"/>
            </a:endParaRPr>
          </a:p>
        </p:txBody>
      </p:sp>
      <p:sp>
        <p:nvSpPr>
          <p:cNvPr id="10" name="object 10"/>
          <p:cNvSpPr txBox="1">
            <a:spLocks noGrp="1"/>
          </p:cNvSpPr>
          <p:nvPr>
            <p:ph type="sldNum" sz="quarter" idx="7"/>
          </p:nvPr>
        </p:nvSpPr>
        <p:spPr>
          <a:prstGeom prst="rect">
            <a:avLst/>
          </a:prstGeom>
        </p:spPr>
        <p:txBody>
          <a:bodyPr vert="horz" wrap="square" lIns="0" tIns="7620" rIns="0" bIns="0" rtlCol="0">
            <a:spAutoFit/>
          </a:bodyPr>
          <a:lstStyle/>
          <a:p>
            <a:pPr marL="38100">
              <a:lnSpc>
                <a:spcPct val="100000"/>
              </a:lnSpc>
              <a:spcBef>
                <a:spcPts val="60"/>
              </a:spcBef>
            </a:pPr>
            <a:fld id="{81D60167-4931-47E6-BA6A-407CBD079E47}" type="slidenum">
              <a:rPr spc="-45" dirty="0"/>
              <a:t>59</a:t>
            </a:fld>
            <a:r>
              <a:rPr spc="-90" dirty="0"/>
              <a:t> </a:t>
            </a:r>
            <a:r>
              <a:rPr spc="70" dirty="0"/>
              <a:t>/</a:t>
            </a:r>
            <a:r>
              <a:rPr spc="-85" dirty="0"/>
              <a:t> </a:t>
            </a:r>
            <a:r>
              <a:rPr spc="-25" dirty="0"/>
              <a:t>59</a:t>
            </a:r>
          </a:p>
        </p:txBody>
      </p:sp>
    </p:spTree>
  </p:cSld>
  <p:clrMapOvr>
    <a:masterClrMapping/>
  </p:clrMapOvr>
  <p:transition>
    <p:cut/>
  </p:transition>
</p:sld>
</file>

<file path=ppt/slides/slide60.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object 2"/>
          <p:cNvSpPr txBox="1"/>
          <p:nvPr/>
        </p:nvSpPr>
        <p:spPr>
          <a:xfrm>
            <a:off x="56134" y="15020"/>
            <a:ext cx="412115" cy="101600"/>
          </a:xfrm>
          <a:prstGeom prst="rect">
            <a:avLst/>
          </a:prstGeom>
        </p:spPr>
        <p:txBody>
          <a:bodyPr vert="horz" wrap="square" lIns="0" tIns="12065" rIns="0" bIns="0" rtlCol="0">
            <a:spAutoFit/>
          </a:bodyPr>
          <a:lstStyle/>
          <a:p>
            <a:pPr marL="12700">
              <a:lnSpc>
                <a:spcPct val="100000"/>
              </a:lnSpc>
              <a:spcBef>
                <a:spcPts val="95"/>
              </a:spcBef>
            </a:pPr>
            <a:r>
              <a:rPr sz="500" b="1" spc="-10" dirty="0">
                <a:solidFill>
                  <a:srgbClr val="E2E2E2"/>
                </a:solidFill>
                <a:latin typeface="Arial"/>
                <a:cs typeface="Arial"/>
                <a:hlinkClick r:id="rId2" action="ppaction://hlinksldjump"/>
              </a:rPr>
              <a:t>Introduction</a:t>
            </a:r>
            <a:endParaRPr sz="500">
              <a:latin typeface="Arial"/>
              <a:cs typeface="Arial"/>
            </a:endParaRPr>
          </a:p>
        </p:txBody>
      </p:sp>
      <p:sp>
        <p:nvSpPr>
          <p:cNvPr id="4" name="object 4"/>
          <p:cNvSpPr txBox="1"/>
          <p:nvPr/>
        </p:nvSpPr>
        <p:spPr>
          <a:xfrm>
            <a:off x="2858214" y="15020"/>
            <a:ext cx="255270" cy="101600"/>
          </a:xfrm>
          <a:prstGeom prst="rect">
            <a:avLst/>
          </a:prstGeom>
        </p:spPr>
        <p:txBody>
          <a:bodyPr vert="horz" wrap="square" lIns="0" tIns="12065" rIns="0" bIns="0" rtlCol="0">
            <a:spAutoFit/>
          </a:bodyPr>
          <a:lstStyle/>
          <a:p>
            <a:pPr marL="12700">
              <a:lnSpc>
                <a:spcPct val="100000"/>
              </a:lnSpc>
              <a:spcBef>
                <a:spcPts val="95"/>
              </a:spcBef>
            </a:pPr>
            <a:r>
              <a:rPr sz="500" b="1" spc="-10" dirty="0">
                <a:solidFill>
                  <a:srgbClr val="E2E2E2"/>
                </a:solidFill>
                <a:latin typeface="Arial"/>
                <a:cs typeface="Arial"/>
                <a:hlinkClick r:id="rId3" action="ppaction://hlinksldjump"/>
              </a:rPr>
              <a:t>Outline</a:t>
            </a:r>
            <a:endParaRPr sz="500">
              <a:latin typeface="Arial"/>
              <a:cs typeface="Arial"/>
            </a:endParaRPr>
          </a:p>
        </p:txBody>
      </p:sp>
      <p:sp>
        <p:nvSpPr>
          <p:cNvPr id="5" name="object 5"/>
          <p:cNvSpPr txBox="1"/>
          <p:nvPr/>
        </p:nvSpPr>
        <p:spPr>
          <a:xfrm>
            <a:off x="4117530" y="15020"/>
            <a:ext cx="434340" cy="101600"/>
          </a:xfrm>
          <a:prstGeom prst="rect">
            <a:avLst/>
          </a:prstGeom>
        </p:spPr>
        <p:txBody>
          <a:bodyPr vert="horz" wrap="square" lIns="0" tIns="12065" rIns="0" bIns="0" rtlCol="0">
            <a:spAutoFit/>
          </a:bodyPr>
          <a:lstStyle/>
          <a:p>
            <a:pPr marL="12700">
              <a:lnSpc>
                <a:spcPct val="100000"/>
              </a:lnSpc>
              <a:spcBef>
                <a:spcPts val="95"/>
              </a:spcBef>
            </a:pPr>
            <a:r>
              <a:rPr sz="500" b="1" spc="-10" dirty="0">
                <a:solidFill>
                  <a:srgbClr val="3F3F3F"/>
                </a:solidFill>
                <a:latin typeface="Arial"/>
                <a:cs typeface="Arial"/>
                <a:hlinkClick r:id="rId4" action="ppaction://hlinksldjump"/>
              </a:rPr>
              <a:t>Administrivia</a:t>
            </a:r>
            <a:endParaRPr sz="500">
              <a:latin typeface="Arial"/>
              <a:cs typeface="Arial"/>
            </a:endParaRPr>
          </a:p>
        </p:txBody>
      </p:sp>
      <p:pic>
        <p:nvPicPr>
          <p:cNvPr id="6" name="object 6"/>
          <p:cNvPicPr/>
          <p:nvPr/>
        </p:nvPicPr>
        <p:blipFill>
          <a:blip r:embed="rId5" cstate="print"/>
          <a:stretch>
            <a:fillRect/>
          </a:stretch>
        </p:blipFill>
        <p:spPr>
          <a:xfrm>
            <a:off x="68834" y="112855"/>
            <a:ext cx="4470398" cy="7591"/>
          </a:xfrm>
          <a:prstGeom prst="rect">
            <a:avLst/>
          </a:prstGeom>
        </p:spPr>
      </p:pic>
      <p:pic>
        <p:nvPicPr>
          <p:cNvPr id="7" name="object 7"/>
          <p:cNvPicPr/>
          <p:nvPr/>
        </p:nvPicPr>
        <p:blipFill>
          <a:blip r:embed="rId6" cstate="print"/>
          <a:stretch>
            <a:fillRect/>
          </a:stretch>
        </p:blipFill>
        <p:spPr>
          <a:xfrm>
            <a:off x="1173787" y="548170"/>
            <a:ext cx="2234257" cy="2260439"/>
          </a:xfrm>
          <a:prstGeom prst="rect">
            <a:avLst/>
          </a:prstGeom>
        </p:spPr>
      </p:pic>
      <p:sp>
        <p:nvSpPr>
          <p:cNvPr id="8" name="object 8"/>
          <p:cNvSpPr/>
          <p:nvPr/>
        </p:nvSpPr>
        <p:spPr>
          <a:xfrm>
            <a:off x="68834" y="3308210"/>
            <a:ext cx="4470400" cy="0"/>
          </a:xfrm>
          <a:custGeom>
            <a:avLst/>
            <a:gdLst/>
            <a:ahLst/>
            <a:cxnLst/>
            <a:rect l="l" t="t" r="r" b="b"/>
            <a:pathLst>
              <a:path w="4470400">
                <a:moveTo>
                  <a:pt x="0" y="0"/>
                </a:moveTo>
                <a:lnTo>
                  <a:pt x="4470336" y="0"/>
                </a:lnTo>
              </a:path>
            </a:pathLst>
          </a:custGeom>
          <a:ln w="7594">
            <a:solidFill>
              <a:srgbClr val="4B81AE"/>
            </a:solidFill>
          </a:ln>
        </p:spPr>
        <p:txBody>
          <a:bodyPr wrap="square" lIns="0" tIns="0" rIns="0" bIns="0" rtlCol="0"/>
          <a:lstStyle/>
          <a:p>
            <a:endParaRPr/>
          </a:p>
        </p:txBody>
      </p:sp>
      <p:sp>
        <p:nvSpPr>
          <p:cNvPr id="9" name="object 9"/>
          <p:cNvSpPr txBox="1"/>
          <p:nvPr/>
        </p:nvSpPr>
        <p:spPr>
          <a:xfrm>
            <a:off x="1779498" y="3332022"/>
            <a:ext cx="648335" cy="122555"/>
          </a:xfrm>
          <a:prstGeom prst="rect">
            <a:avLst/>
          </a:prstGeom>
        </p:spPr>
        <p:txBody>
          <a:bodyPr vert="horz" wrap="square" lIns="0" tIns="7620" rIns="0" bIns="0" rtlCol="0">
            <a:spAutoFit/>
          </a:bodyPr>
          <a:lstStyle/>
          <a:p>
            <a:pPr marL="12700">
              <a:lnSpc>
                <a:spcPct val="100000"/>
              </a:lnSpc>
              <a:spcBef>
                <a:spcPts val="60"/>
              </a:spcBef>
            </a:pPr>
            <a:r>
              <a:rPr sz="600" i="1" spc="-20" dirty="0">
                <a:solidFill>
                  <a:srgbClr val="333333"/>
                </a:solidFill>
                <a:latin typeface="Verdana"/>
                <a:cs typeface="Verdana"/>
                <a:hlinkClick r:id="rId7" action="ppaction://hlinksldjump"/>
              </a:rPr>
              <a:t>Computer</a:t>
            </a:r>
            <a:r>
              <a:rPr sz="600" i="1" spc="25" dirty="0">
                <a:solidFill>
                  <a:srgbClr val="333333"/>
                </a:solidFill>
                <a:latin typeface="Verdana"/>
                <a:cs typeface="Verdana"/>
                <a:hlinkClick r:id="rId7" action="ppaction://hlinksldjump"/>
              </a:rPr>
              <a:t> </a:t>
            </a:r>
            <a:r>
              <a:rPr sz="600" i="1" spc="-10" dirty="0">
                <a:solidFill>
                  <a:srgbClr val="333333"/>
                </a:solidFill>
                <a:latin typeface="Verdana"/>
                <a:cs typeface="Verdana"/>
                <a:hlinkClick r:id="rId7" action="ppaction://hlinksldjump"/>
              </a:rPr>
              <a:t>Vision</a:t>
            </a:r>
            <a:endParaRPr sz="600">
              <a:latin typeface="Verdana"/>
              <a:cs typeface="Verdana"/>
            </a:endParaRPr>
          </a:p>
        </p:txBody>
      </p:sp>
      <p:sp>
        <p:nvSpPr>
          <p:cNvPr id="10" name="object 10"/>
          <p:cNvSpPr txBox="1">
            <a:spLocks noGrp="1"/>
          </p:cNvSpPr>
          <p:nvPr>
            <p:ph type="sldNum" sz="quarter" idx="7"/>
          </p:nvPr>
        </p:nvSpPr>
        <p:spPr>
          <a:prstGeom prst="rect">
            <a:avLst/>
          </a:prstGeom>
        </p:spPr>
        <p:txBody>
          <a:bodyPr vert="horz" wrap="square" lIns="0" tIns="7620" rIns="0" bIns="0" rtlCol="0">
            <a:spAutoFit/>
          </a:bodyPr>
          <a:lstStyle/>
          <a:p>
            <a:pPr marL="38100">
              <a:lnSpc>
                <a:spcPct val="100000"/>
              </a:lnSpc>
              <a:spcBef>
                <a:spcPts val="60"/>
              </a:spcBef>
            </a:pPr>
            <a:fld id="{81D60167-4931-47E6-BA6A-407CBD079E47}" type="slidenum">
              <a:rPr spc="-45" dirty="0"/>
              <a:t>60</a:t>
            </a:fld>
            <a:r>
              <a:rPr spc="-90" dirty="0"/>
              <a:t> </a:t>
            </a:r>
            <a:r>
              <a:rPr spc="70" dirty="0"/>
              <a:t>/</a:t>
            </a:r>
            <a:r>
              <a:rPr spc="-85" dirty="0"/>
              <a:t> </a:t>
            </a:r>
            <a:r>
              <a:rPr spc="-25" dirty="0"/>
              <a:t>59</a:t>
            </a:r>
          </a:p>
        </p:txBody>
      </p:sp>
    </p:spTree>
  </p:cSld>
  <p:clrMapOvr>
    <a:masterClrMapping/>
  </p:clrMapOvr>
  <p:transition>
    <p:cut/>
  </p:transition>
</p:sld>
</file>

<file path=ppt/slides/slide61.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object 2"/>
          <p:cNvSpPr txBox="1"/>
          <p:nvPr/>
        </p:nvSpPr>
        <p:spPr>
          <a:xfrm>
            <a:off x="56134" y="15020"/>
            <a:ext cx="412115" cy="101600"/>
          </a:xfrm>
          <a:prstGeom prst="rect">
            <a:avLst/>
          </a:prstGeom>
        </p:spPr>
        <p:txBody>
          <a:bodyPr vert="horz" wrap="square" lIns="0" tIns="12065" rIns="0" bIns="0" rtlCol="0">
            <a:spAutoFit/>
          </a:bodyPr>
          <a:lstStyle/>
          <a:p>
            <a:pPr marL="12700">
              <a:lnSpc>
                <a:spcPct val="100000"/>
              </a:lnSpc>
              <a:spcBef>
                <a:spcPts val="95"/>
              </a:spcBef>
            </a:pPr>
            <a:r>
              <a:rPr sz="500" b="1" spc="-10" dirty="0">
                <a:solidFill>
                  <a:srgbClr val="E2E2E2"/>
                </a:solidFill>
                <a:latin typeface="Arial"/>
                <a:cs typeface="Arial"/>
                <a:hlinkClick r:id="rId2" action="ppaction://hlinksldjump"/>
              </a:rPr>
              <a:t>Introduction</a:t>
            </a:r>
            <a:endParaRPr sz="500">
              <a:latin typeface="Arial"/>
              <a:cs typeface="Arial"/>
            </a:endParaRPr>
          </a:p>
        </p:txBody>
      </p:sp>
      <p:sp>
        <p:nvSpPr>
          <p:cNvPr id="4" name="object 4"/>
          <p:cNvSpPr txBox="1"/>
          <p:nvPr/>
        </p:nvSpPr>
        <p:spPr>
          <a:xfrm>
            <a:off x="2858214" y="15020"/>
            <a:ext cx="255270" cy="101600"/>
          </a:xfrm>
          <a:prstGeom prst="rect">
            <a:avLst/>
          </a:prstGeom>
        </p:spPr>
        <p:txBody>
          <a:bodyPr vert="horz" wrap="square" lIns="0" tIns="12065" rIns="0" bIns="0" rtlCol="0">
            <a:spAutoFit/>
          </a:bodyPr>
          <a:lstStyle/>
          <a:p>
            <a:pPr marL="12700">
              <a:lnSpc>
                <a:spcPct val="100000"/>
              </a:lnSpc>
              <a:spcBef>
                <a:spcPts val="95"/>
              </a:spcBef>
            </a:pPr>
            <a:r>
              <a:rPr sz="500" b="1" spc="-10" dirty="0">
                <a:solidFill>
                  <a:srgbClr val="E2E2E2"/>
                </a:solidFill>
                <a:latin typeface="Arial"/>
                <a:cs typeface="Arial"/>
                <a:hlinkClick r:id="rId3" action="ppaction://hlinksldjump"/>
              </a:rPr>
              <a:t>Outline</a:t>
            </a:r>
            <a:endParaRPr sz="500">
              <a:latin typeface="Arial"/>
              <a:cs typeface="Arial"/>
            </a:endParaRPr>
          </a:p>
        </p:txBody>
      </p:sp>
      <p:sp>
        <p:nvSpPr>
          <p:cNvPr id="5" name="object 5"/>
          <p:cNvSpPr txBox="1"/>
          <p:nvPr/>
        </p:nvSpPr>
        <p:spPr>
          <a:xfrm>
            <a:off x="4117530" y="15020"/>
            <a:ext cx="434340" cy="101600"/>
          </a:xfrm>
          <a:prstGeom prst="rect">
            <a:avLst/>
          </a:prstGeom>
        </p:spPr>
        <p:txBody>
          <a:bodyPr vert="horz" wrap="square" lIns="0" tIns="12065" rIns="0" bIns="0" rtlCol="0">
            <a:spAutoFit/>
          </a:bodyPr>
          <a:lstStyle/>
          <a:p>
            <a:pPr marL="12700">
              <a:lnSpc>
                <a:spcPct val="100000"/>
              </a:lnSpc>
              <a:spcBef>
                <a:spcPts val="95"/>
              </a:spcBef>
            </a:pPr>
            <a:r>
              <a:rPr sz="500" b="1" spc="-10" dirty="0">
                <a:solidFill>
                  <a:srgbClr val="3F3F3F"/>
                </a:solidFill>
                <a:latin typeface="Arial"/>
                <a:cs typeface="Arial"/>
                <a:hlinkClick r:id="rId4" action="ppaction://hlinksldjump"/>
              </a:rPr>
              <a:t>Administrivia</a:t>
            </a:r>
            <a:endParaRPr sz="500">
              <a:latin typeface="Arial"/>
              <a:cs typeface="Arial"/>
            </a:endParaRPr>
          </a:p>
        </p:txBody>
      </p:sp>
      <p:pic>
        <p:nvPicPr>
          <p:cNvPr id="6" name="object 6"/>
          <p:cNvPicPr/>
          <p:nvPr/>
        </p:nvPicPr>
        <p:blipFill>
          <a:blip r:embed="rId5" cstate="print"/>
          <a:stretch>
            <a:fillRect/>
          </a:stretch>
        </p:blipFill>
        <p:spPr>
          <a:xfrm>
            <a:off x="68833" y="112855"/>
            <a:ext cx="4470398" cy="7591"/>
          </a:xfrm>
          <a:prstGeom prst="rect">
            <a:avLst/>
          </a:prstGeom>
        </p:spPr>
      </p:pic>
      <p:pic>
        <p:nvPicPr>
          <p:cNvPr id="7" name="object 7"/>
          <p:cNvPicPr/>
          <p:nvPr/>
        </p:nvPicPr>
        <p:blipFill>
          <a:blip r:embed="rId6" cstate="print"/>
          <a:stretch>
            <a:fillRect/>
          </a:stretch>
        </p:blipFill>
        <p:spPr>
          <a:xfrm>
            <a:off x="621757" y="408531"/>
            <a:ext cx="3295863" cy="2536269"/>
          </a:xfrm>
          <a:prstGeom prst="rect">
            <a:avLst/>
          </a:prstGeom>
        </p:spPr>
      </p:pic>
      <p:sp>
        <p:nvSpPr>
          <p:cNvPr id="8" name="object 8"/>
          <p:cNvSpPr/>
          <p:nvPr/>
        </p:nvSpPr>
        <p:spPr>
          <a:xfrm>
            <a:off x="68834" y="3308210"/>
            <a:ext cx="4470400" cy="0"/>
          </a:xfrm>
          <a:custGeom>
            <a:avLst/>
            <a:gdLst/>
            <a:ahLst/>
            <a:cxnLst/>
            <a:rect l="l" t="t" r="r" b="b"/>
            <a:pathLst>
              <a:path w="4470400">
                <a:moveTo>
                  <a:pt x="0" y="0"/>
                </a:moveTo>
                <a:lnTo>
                  <a:pt x="4470336" y="0"/>
                </a:lnTo>
              </a:path>
            </a:pathLst>
          </a:custGeom>
          <a:ln w="7594">
            <a:solidFill>
              <a:srgbClr val="4B81AE"/>
            </a:solidFill>
          </a:ln>
        </p:spPr>
        <p:txBody>
          <a:bodyPr wrap="square" lIns="0" tIns="0" rIns="0" bIns="0" rtlCol="0"/>
          <a:lstStyle/>
          <a:p>
            <a:endParaRPr/>
          </a:p>
        </p:txBody>
      </p:sp>
      <p:sp>
        <p:nvSpPr>
          <p:cNvPr id="9" name="object 9"/>
          <p:cNvSpPr txBox="1"/>
          <p:nvPr/>
        </p:nvSpPr>
        <p:spPr>
          <a:xfrm>
            <a:off x="1779498" y="3332022"/>
            <a:ext cx="648335" cy="122555"/>
          </a:xfrm>
          <a:prstGeom prst="rect">
            <a:avLst/>
          </a:prstGeom>
        </p:spPr>
        <p:txBody>
          <a:bodyPr vert="horz" wrap="square" lIns="0" tIns="7620" rIns="0" bIns="0" rtlCol="0">
            <a:spAutoFit/>
          </a:bodyPr>
          <a:lstStyle/>
          <a:p>
            <a:pPr marL="12700">
              <a:lnSpc>
                <a:spcPct val="100000"/>
              </a:lnSpc>
              <a:spcBef>
                <a:spcPts val="60"/>
              </a:spcBef>
            </a:pPr>
            <a:r>
              <a:rPr sz="600" i="1" spc="-20" dirty="0">
                <a:solidFill>
                  <a:srgbClr val="333333"/>
                </a:solidFill>
                <a:latin typeface="Verdana"/>
                <a:cs typeface="Verdana"/>
                <a:hlinkClick r:id="rId7" action="ppaction://hlinksldjump"/>
              </a:rPr>
              <a:t>Computer</a:t>
            </a:r>
            <a:r>
              <a:rPr sz="600" i="1" spc="25" dirty="0">
                <a:solidFill>
                  <a:srgbClr val="333333"/>
                </a:solidFill>
                <a:latin typeface="Verdana"/>
                <a:cs typeface="Verdana"/>
                <a:hlinkClick r:id="rId7" action="ppaction://hlinksldjump"/>
              </a:rPr>
              <a:t> </a:t>
            </a:r>
            <a:r>
              <a:rPr sz="600" i="1" spc="-10" dirty="0">
                <a:solidFill>
                  <a:srgbClr val="333333"/>
                </a:solidFill>
                <a:latin typeface="Verdana"/>
                <a:cs typeface="Verdana"/>
                <a:hlinkClick r:id="rId7" action="ppaction://hlinksldjump"/>
              </a:rPr>
              <a:t>Vision</a:t>
            </a:r>
            <a:endParaRPr sz="600">
              <a:latin typeface="Verdana"/>
              <a:cs typeface="Verdana"/>
            </a:endParaRPr>
          </a:p>
        </p:txBody>
      </p:sp>
      <p:sp>
        <p:nvSpPr>
          <p:cNvPr id="10" name="object 10"/>
          <p:cNvSpPr txBox="1">
            <a:spLocks noGrp="1"/>
          </p:cNvSpPr>
          <p:nvPr>
            <p:ph type="sldNum" sz="quarter" idx="7"/>
          </p:nvPr>
        </p:nvSpPr>
        <p:spPr>
          <a:prstGeom prst="rect">
            <a:avLst/>
          </a:prstGeom>
        </p:spPr>
        <p:txBody>
          <a:bodyPr vert="horz" wrap="square" lIns="0" tIns="7620" rIns="0" bIns="0" rtlCol="0">
            <a:spAutoFit/>
          </a:bodyPr>
          <a:lstStyle/>
          <a:p>
            <a:pPr marL="38100">
              <a:lnSpc>
                <a:spcPct val="100000"/>
              </a:lnSpc>
              <a:spcBef>
                <a:spcPts val="60"/>
              </a:spcBef>
            </a:pPr>
            <a:fld id="{81D60167-4931-47E6-BA6A-407CBD079E47}" type="slidenum">
              <a:rPr spc="-45" dirty="0"/>
              <a:t>61</a:t>
            </a:fld>
            <a:r>
              <a:rPr spc="-90" dirty="0"/>
              <a:t> </a:t>
            </a:r>
            <a:r>
              <a:rPr spc="70" dirty="0"/>
              <a:t>/</a:t>
            </a:r>
            <a:r>
              <a:rPr spc="-85" dirty="0"/>
              <a:t> </a:t>
            </a:r>
            <a:r>
              <a:rPr spc="-25" dirty="0"/>
              <a:t>59</a:t>
            </a:r>
          </a:p>
        </p:txBody>
      </p:sp>
    </p:spTree>
  </p:cSld>
  <p:clrMapOvr>
    <a:masterClrMapping/>
  </p:clrMapOvr>
  <p:transition>
    <p:cut/>
  </p:transition>
</p:sld>
</file>

<file path=ppt/slides/slide62.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object 2"/>
          <p:cNvSpPr txBox="1"/>
          <p:nvPr/>
        </p:nvSpPr>
        <p:spPr>
          <a:xfrm>
            <a:off x="56134" y="15020"/>
            <a:ext cx="412115" cy="101600"/>
          </a:xfrm>
          <a:prstGeom prst="rect">
            <a:avLst/>
          </a:prstGeom>
        </p:spPr>
        <p:txBody>
          <a:bodyPr vert="horz" wrap="square" lIns="0" tIns="12065" rIns="0" bIns="0" rtlCol="0">
            <a:spAutoFit/>
          </a:bodyPr>
          <a:lstStyle/>
          <a:p>
            <a:pPr marL="12700">
              <a:lnSpc>
                <a:spcPct val="100000"/>
              </a:lnSpc>
              <a:spcBef>
                <a:spcPts val="95"/>
              </a:spcBef>
            </a:pPr>
            <a:r>
              <a:rPr sz="500" b="1" spc="-10" dirty="0">
                <a:solidFill>
                  <a:srgbClr val="E2E2E2"/>
                </a:solidFill>
                <a:latin typeface="Arial"/>
                <a:cs typeface="Arial"/>
                <a:hlinkClick r:id="rId2" action="ppaction://hlinksldjump"/>
              </a:rPr>
              <a:t>Introduction</a:t>
            </a:r>
            <a:endParaRPr sz="500">
              <a:latin typeface="Arial"/>
              <a:cs typeface="Arial"/>
            </a:endParaRPr>
          </a:p>
        </p:txBody>
      </p:sp>
      <p:sp>
        <p:nvSpPr>
          <p:cNvPr id="4" name="object 4"/>
          <p:cNvSpPr txBox="1"/>
          <p:nvPr/>
        </p:nvSpPr>
        <p:spPr>
          <a:xfrm>
            <a:off x="2858214" y="15020"/>
            <a:ext cx="255270" cy="101600"/>
          </a:xfrm>
          <a:prstGeom prst="rect">
            <a:avLst/>
          </a:prstGeom>
        </p:spPr>
        <p:txBody>
          <a:bodyPr vert="horz" wrap="square" lIns="0" tIns="12065" rIns="0" bIns="0" rtlCol="0">
            <a:spAutoFit/>
          </a:bodyPr>
          <a:lstStyle/>
          <a:p>
            <a:pPr marL="12700">
              <a:lnSpc>
                <a:spcPct val="100000"/>
              </a:lnSpc>
              <a:spcBef>
                <a:spcPts val="95"/>
              </a:spcBef>
            </a:pPr>
            <a:r>
              <a:rPr sz="500" b="1" spc="-10" dirty="0">
                <a:solidFill>
                  <a:srgbClr val="E2E2E2"/>
                </a:solidFill>
                <a:latin typeface="Arial"/>
                <a:cs typeface="Arial"/>
                <a:hlinkClick r:id="rId3" action="ppaction://hlinksldjump"/>
              </a:rPr>
              <a:t>Outline</a:t>
            </a:r>
            <a:endParaRPr sz="500">
              <a:latin typeface="Arial"/>
              <a:cs typeface="Arial"/>
            </a:endParaRPr>
          </a:p>
        </p:txBody>
      </p:sp>
      <p:sp>
        <p:nvSpPr>
          <p:cNvPr id="5" name="object 5"/>
          <p:cNvSpPr txBox="1"/>
          <p:nvPr/>
        </p:nvSpPr>
        <p:spPr>
          <a:xfrm>
            <a:off x="4117530" y="15020"/>
            <a:ext cx="434340" cy="101600"/>
          </a:xfrm>
          <a:prstGeom prst="rect">
            <a:avLst/>
          </a:prstGeom>
        </p:spPr>
        <p:txBody>
          <a:bodyPr vert="horz" wrap="square" lIns="0" tIns="12065" rIns="0" bIns="0" rtlCol="0">
            <a:spAutoFit/>
          </a:bodyPr>
          <a:lstStyle/>
          <a:p>
            <a:pPr marL="12700">
              <a:lnSpc>
                <a:spcPct val="100000"/>
              </a:lnSpc>
              <a:spcBef>
                <a:spcPts val="95"/>
              </a:spcBef>
            </a:pPr>
            <a:r>
              <a:rPr sz="500" b="1" spc="-10" dirty="0">
                <a:solidFill>
                  <a:srgbClr val="3F3F3F"/>
                </a:solidFill>
                <a:latin typeface="Arial"/>
                <a:cs typeface="Arial"/>
                <a:hlinkClick r:id="rId4" action="ppaction://hlinksldjump"/>
              </a:rPr>
              <a:t>Administrivia</a:t>
            </a:r>
            <a:endParaRPr sz="500">
              <a:latin typeface="Arial"/>
              <a:cs typeface="Arial"/>
            </a:endParaRPr>
          </a:p>
        </p:txBody>
      </p:sp>
      <p:pic>
        <p:nvPicPr>
          <p:cNvPr id="6" name="object 6"/>
          <p:cNvPicPr/>
          <p:nvPr/>
        </p:nvPicPr>
        <p:blipFill>
          <a:blip r:embed="rId5" cstate="print"/>
          <a:stretch>
            <a:fillRect/>
          </a:stretch>
        </p:blipFill>
        <p:spPr>
          <a:xfrm>
            <a:off x="68834" y="112855"/>
            <a:ext cx="4470398" cy="7591"/>
          </a:xfrm>
          <a:prstGeom prst="rect">
            <a:avLst/>
          </a:prstGeom>
        </p:spPr>
      </p:pic>
      <p:pic>
        <p:nvPicPr>
          <p:cNvPr id="7" name="object 7"/>
          <p:cNvPicPr/>
          <p:nvPr/>
        </p:nvPicPr>
        <p:blipFill>
          <a:blip r:embed="rId6" cstate="print"/>
          <a:stretch>
            <a:fillRect/>
          </a:stretch>
        </p:blipFill>
        <p:spPr>
          <a:xfrm>
            <a:off x="1024153" y="408592"/>
            <a:ext cx="2559649" cy="2591998"/>
          </a:xfrm>
          <a:prstGeom prst="rect">
            <a:avLst/>
          </a:prstGeom>
        </p:spPr>
      </p:pic>
      <p:sp>
        <p:nvSpPr>
          <p:cNvPr id="8" name="object 8"/>
          <p:cNvSpPr/>
          <p:nvPr/>
        </p:nvSpPr>
        <p:spPr>
          <a:xfrm>
            <a:off x="68834" y="3308210"/>
            <a:ext cx="4470400" cy="0"/>
          </a:xfrm>
          <a:custGeom>
            <a:avLst/>
            <a:gdLst/>
            <a:ahLst/>
            <a:cxnLst/>
            <a:rect l="l" t="t" r="r" b="b"/>
            <a:pathLst>
              <a:path w="4470400">
                <a:moveTo>
                  <a:pt x="0" y="0"/>
                </a:moveTo>
                <a:lnTo>
                  <a:pt x="4470336" y="0"/>
                </a:lnTo>
              </a:path>
            </a:pathLst>
          </a:custGeom>
          <a:ln w="7594">
            <a:solidFill>
              <a:srgbClr val="4B81AE"/>
            </a:solidFill>
          </a:ln>
        </p:spPr>
        <p:txBody>
          <a:bodyPr wrap="square" lIns="0" tIns="0" rIns="0" bIns="0" rtlCol="0"/>
          <a:lstStyle/>
          <a:p>
            <a:endParaRPr/>
          </a:p>
        </p:txBody>
      </p:sp>
      <p:sp>
        <p:nvSpPr>
          <p:cNvPr id="9" name="object 9"/>
          <p:cNvSpPr txBox="1"/>
          <p:nvPr/>
        </p:nvSpPr>
        <p:spPr>
          <a:xfrm>
            <a:off x="1779498" y="3332022"/>
            <a:ext cx="648335" cy="122555"/>
          </a:xfrm>
          <a:prstGeom prst="rect">
            <a:avLst/>
          </a:prstGeom>
        </p:spPr>
        <p:txBody>
          <a:bodyPr vert="horz" wrap="square" lIns="0" tIns="7620" rIns="0" bIns="0" rtlCol="0">
            <a:spAutoFit/>
          </a:bodyPr>
          <a:lstStyle/>
          <a:p>
            <a:pPr marL="12700">
              <a:lnSpc>
                <a:spcPct val="100000"/>
              </a:lnSpc>
              <a:spcBef>
                <a:spcPts val="60"/>
              </a:spcBef>
            </a:pPr>
            <a:r>
              <a:rPr sz="600" i="1" spc="-20" dirty="0">
                <a:solidFill>
                  <a:srgbClr val="333333"/>
                </a:solidFill>
                <a:latin typeface="Verdana"/>
                <a:cs typeface="Verdana"/>
                <a:hlinkClick r:id="rId7" action="ppaction://hlinksldjump"/>
              </a:rPr>
              <a:t>Computer</a:t>
            </a:r>
            <a:r>
              <a:rPr sz="600" i="1" spc="25" dirty="0">
                <a:solidFill>
                  <a:srgbClr val="333333"/>
                </a:solidFill>
                <a:latin typeface="Verdana"/>
                <a:cs typeface="Verdana"/>
                <a:hlinkClick r:id="rId7" action="ppaction://hlinksldjump"/>
              </a:rPr>
              <a:t> </a:t>
            </a:r>
            <a:r>
              <a:rPr sz="600" i="1" spc="-10" dirty="0">
                <a:solidFill>
                  <a:srgbClr val="333333"/>
                </a:solidFill>
                <a:latin typeface="Verdana"/>
                <a:cs typeface="Verdana"/>
                <a:hlinkClick r:id="rId7" action="ppaction://hlinksldjump"/>
              </a:rPr>
              <a:t>Vision</a:t>
            </a:r>
            <a:endParaRPr sz="600">
              <a:latin typeface="Verdana"/>
              <a:cs typeface="Verdana"/>
            </a:endParaRPr>
          </a:p>
        </p:txBody>
      </p:sp>
      <p:sp>
        <p:nvSpPr>
          <p:cNvPr id="10" name="object 10"/>
          <p:cNvSpPr txBox="1">
            <a:spLocks noGrp="1"/>
          </p:cNvSpPr>
          <p:nvPr>
            <p:ph type="sldNum" sz="quarter" idx="7"/>
          </p:nvPr>
        </p:nvSpPr>
        <p:spPr>
          <a:prstGeom prst="rect">
            <a:avLst/>
          </a:prstGeom>
        </p:spPr>
        <p:txBody>
          <a:bodyPr vert="horz" wrap="square" lIns="0" tIns="7620" rIns="0" bIns="0" rtlCol="0">
            <a:spAutoFit/>
          </a:bodyPr>
          <a:lstStyle/>
          <a:p>
            <a:pPr marL="38100">
              <a:lnSpc>
                <a:spcPct val="100000"/>
              </a:lnSpc>
              <a:spcBef>
                <a:spcPts val="60"/>
              </a:spcBef>
            </a:pPr>
            <a:fld id="{81D60167-4931-47E6-BA6A-407CBD079E47}" type="slidenum">
              <a:rPr spc="-45" dirty="0"/>
              <a:t>62</a:t>
            </a:fld>
            <a:r>
              <a:rPr spc="-90" dirty="0"/>
              <a:t> </a:t>
            </a:r>
            <a:r>
              <a:rPr spc="70" dirty="0"/>
              <a:t>/</a:t>
            </a:r>
            <a:r>
              <a:rPr spc="-85" dirty="0"/>
              <a:t> </a:t>
            </a:r>
            <a:r>
              <a:rPr spc="-25" dirty="0"/>
              <a:t>59</a:t>
            </a:r>
          </a:p>
        </p:txBody>
      </p:sp>
    </p:spTree>
  </p:cSld>
  <p:clrMapOvr>
    <a:masterClrMapping/>
  </p:clrMapOvr>
  <p:transition>
    <p:cut/>
  </p:transition>
</p:sld>
</file>

<file path=ppt/slides/slide63.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object 2"/>
          <p:cNvSpPr txBox="1"/>
          <p:nvPr/>
        </p:nvSpPr>
        <p:spPr>
          <a:xfrm>
            <a:off x="56134" y="15020"/>
            <a:ext cx="412115" cy="101600"/>
          </a:xfrm>
          <a:prstGeom prst="rect">
            <a:avLst/>
          </a:prstGeom>
        </p:spPr>
        <p:txBody>
          <a:bodyPr vert="horz" wrap="square" lIns="0" tIns="12065" rIns="0" bIns="0" rtlCol="0">
            <a:spAutoFit/>
          </a:bodyPr>
          <a:lstStyle/>
          <a:p>
            <a:pPr marL="12700">
              <a:lnSpc>
                <a:spcPct val="100000"/>
              </a:lnSpc>
              <a:spcBef>
                <a:spcPts val="95"/>
              </a:spcBef>
            </a:pPr>
            <a:r>
              <a:rPr sz="500" b="1" spc="-10" dirty="0">
                <a:solidFill>
                  <a:srgbClr val="E2E2E2"/>
                </a:solidFill>
                <a:latin typeface="Arial"/>
                <a:cs typeface="Arial"/>
                <a:hlinkClick r:id="rId2" action="ppaction://hlinksldjump"/>
              </a:rPr>
              <a:t>Introduction</a:t>
            </a:r>
            <a:endParaRPr sz="500">
              <a:latin typeface="Arial"/>
              <a:cs typeface="Arial"/>
            </a:endParaRPr>
          </a:p>
        </p:txBody>
      </p:sp>
      <p:sp>
        <p:nvSpPr>
          <p:cNvPr id="4" name="object 4"/>
          <p:cNvSpPr txBox="1"/>
          <p:nvPr/>
        </p:nvSpPr>
        <p:spPr>
          <a:xfrm>
            <a:off x="2858214" y="15020"/>
            <a:ext cx="255270" cy="101600"/>
          </a:xfrm>
          <a:prstGeom prst="rect">
            <a:avLst/>
          </a:prstGeom>
        </p:spPr>
        <p:txBody>
          <a:bodyPr vert="horz" wrap="square" lIns="0" tIns="12065" rIns="0" bIns="0" rtlCol="0">
            <a:spAutoFit/>
          </a:bodyPr>
          <a:lstStyle/>
          <a:p>
            <a:pPr marL="12700">
              <a:lnSpc>
                <a:spcPct val="100000"/>
              </a:lnSpc>
              <a:spcBef>
                <a:spcPts val="95"/>
              </a:spcBef>
            </a:pPr>
            <a:r>
              <a:rPr sz="500" b="1" spc="-10" dirty="0">
                <a:solidFill>
                  <a:srgbClr val="E2E2E2"/>
                </a:solidFill>
                <a:latin typeface="Arial"/>
                <a:cs typeface="Arial"/>
                <a:hlinkClick r:id="rId3" action="ppaction://hlinksldjump"/>
              </a:rPr>
              <a:t>Outline</a:t>
            </a:r>
            <a:endParaRPr sz="500">
              <a:latin typeface="Arial"/>
              <a:cs typeface="Arial"/>
            </a:endParaRPr>
          </a:p>
        </p:txBody>
      </p:sp>
      <p:sp>
        <p:nvSpPr>
          <p:cNvPr id="5" name="object 5"/>
          <p:cNvSpPr txBox="1"/>
          <p:nvPr/>
        </p:nvSpPr>
        <p:spPr>
          <a:xfrm>
            <a:off x="4117530" y="15020"/>
            <a:ext cx="434340" cy="101600"/>
          </a:xfrm>
          <a:prstGeom prst="rect">
            <a:avLst/>
          </a:prstGeom>
        </p:spPr>
        <p:txBody>
          <a:bodyPr vert="horz" wrap="square" lIns="0" tIns="12065" rIns="0" bIns="0" rtlCol="0">
            <a:spAutoFit/>
          </a:bodyPr>
          <a:lstStyle/>
          <a:p>
            <a:pPr marL="12700">
              <a:lnSpc>
                <a:spcPct val="100000"/>
              </a:lnSpc>
              <a:spcBef>
                <a:spcPts val="95"/>
              </a:spcBef>
            </a:pPr>
            <a:r>
              <a:rPr sz="500" b="1" spc="-10" dirty="0">
                <a:solidFill>
                  <a:srgbClr val="3F3F3F"/>
                </a:solidFill>
                <a:latin typeface="Arial"/>
                <a:cs typeface="Arial"/>
                <a:hlinkClick r:id="rId4" action="ppaction://hlinksldjump"/>
              </a:rPr>
              <a:t>Administrivia</a:t>
            </a:r>
            <a:endParaRPr sz="500">
              <a:latin typeface="Arial"/>
              <a:cs typeface="Arial"/>
            </a:endParaRPr>
          </a:p>
        </p:txBody>
      </p:sp>
      <p:pic>
        <p:nvPicPr>
          <p:cNvPr id="6" name="object 6"/>
          <p:cNvPicPr/>
          <p:nvPr/>
        </p:nvPicPr>
        <p:blipFill>
          <a:blip r:embed="rId5" cstate="print"/>
          <a:stretch>
            <a:fillRect/>
          </a:stretch>
        </p:blipFill>
        <p:spPr>
          <a:xfrm>
            <a:off x="68834" y="112855"/>
            <a:ext cx="4470398" cy="7591"/>
          </a:xfrm>
          <a:prstGeom prst="rect">
            <a:avLst/>
          </a:prstGeom>
        </p:spPr>
      </p:pic>
      <p:pic>
        <p:nvPicPr>
          <p:cNvPr id="7" name="object 7"/>
          <p:cNvPicPr/>
          <p:nvPr/>
        </p:nvPicPr>
        <p:blipFill>
          <a:blip r:embed="rId6" cstate="print"/>
          <a:stretch>
            <a:fillRect/>
          </a:stretch>
        </p:blipFill>
        <p:spPr>
          <a:xfrm>
            <a:off x="36004" y="408587"/>
            <a:ext cx="4535927" cy="2552456"/>
          </a:xfrm>
          <a:prstGeom prst="rect">
            <a:avLst/>
          </a:prstGeom>
        </p:spPr>
      </p:pic>
      <p:sp>
        <p:nvSpPr>
          <p:cNvPr id="8" name="object 8"/>
          <p:cNvSpPr/>
          <p:nvPr/>
        </p:nvSpPr>
        <p:spPr>
          <a:xfrm>
            <a:off x="68834" y="3308210"/>
            <a:ext cx="4470400" cy="0"/>
          </a:xfrm>
          <a:custGeom>
            <a:avLst/>
            <a:gdLst/>
            <a:ahLst/>
            <a:cxnLst/>
            <a:rect l="l" t="t" r="r" b="b"/>
            <a:pathLst>
              <a:path w="4470400">
                <a:moveTo>
                  <a:pt x="0" y="0"/>
                </a:moveTo>
                <a:lnTo>
                  <a:pt x="4470336" y="0"/>
                </a:lnTo>
              </a:path>
            </a:pathLst>
          </a:custGeom>
          <a:ln w="7594">
            <a:solidFill>
              <a:srgbClr val="4B81AE"/>
            </a:solidFill>
          </a:ln>
        </p:spPr>
        <p:txBody>
          <a:bodyPr wrap="square" lIns="0" tIns="0" rIns="0" bIns="0" rtlCol="0"/>
          <a:lstStyle/>
          <a:p>
            <a:endParaRPr/>
          </a:p>
        </p:txBody>
      </p:sp>
      <p:sp>
        <p:nvSpPr>
          <p:cNvPr id="9" name="object 9"/>
          <p:cNvSpPr txBox="1"/>
          <p:nvPr/>
        </p:nvSpPr>
        <p:spPr>
          <a:xfrm>
            <a:off x="1779498" y="3332022"/>
            <a:ext cx="648335" cy="122555"/>
          </a:xfrm>
          <a:prstGeom prst="rect">
            <a:avLst/>
          </a:prstGeom>
        </p:spPr>
        <p:txBody>
          <a:bodyPr vert="horz" wrap="square" lIns="0" tIns="7620" rIns="0" bIns="0" rtlCol="0">
            <a:spAutoFit/>
          </a:bodyPr>
          <a:lstStyle/>
          <a:p>
            <a:pPr marL="12700">
              <a:lnSpc>
                <a:spcPct val="100000"/>
              </a:lnSpc>
              <a:spcBef>
                <a:spcPts val="60"/>
              </a:spcBef>
            </a:pPr>
            <a:r>
              <a:rPr sz="600" i="1" spc="-20" dirty="0">
                <a:solidFill>
                  <a:srgbClr val="333333"/>
                </a:solidFill>
                <a:latin typeface="Verdana"/>
                <a:cs typeface="Verdana"/>
                <a:hlinkClick r:id="rId7" action="ppaction://hlinksldjump"/>
              </a:rPr>
              <a:t>Computer</a:t>
            </a:r>
            <a:r>
              <a:rPr sz="600" i="1" spc="25" dirty="0">
                <a:solidFill>
                  <a:srgbClr val="333333"/>
                </a:solidFill>
                <a:latin typeface="Verdana"/>
                <a:cs typeface="Verdana"/>
                <a:hlinkClick r:id="rId7" action="ppaction://hlinksldjump"/>
              </a:rPr>
              <a:t> </a:t>
            </a:r>
            <a:r>
              <a:rPr sz="600" i="1" spc="-10" dirty="0">
                <a:solidFill>
                  <a:srgbClr val="333333"/>
                </a:solidFill>
                <a:latin typeface="Verdana"/>
                <a:cs typeface="Verdana"/>
                <a:hlinkClick r:id="rId7" action="ppaction://hlinksldjump"/>
              </a:rPr>
              <a:t>Vision</a:t>
            </a:r>
            <a:endParaRPr sz="600">
              <a:latin typeface="Verdana"/>
              <a:cs typeface="Verdana"/>
            </a:endParaRPr>
          </a:p>
        </p:txBody>
      </p:sp>
      <p:sp>
        <p:nvSpPr>
          <p:cNvPr id="10" name="object 10"/>
          <p:cNvSpPr txBox="1">
            <a:spLocks noGrp="1"/>
          </p:cNvSpPr>
          <p:nvPr>
            <p:ph type="sldNum" sz="quarter" idx="7"/>
          </p:nvPr>
        </p:nvSpPr>
        <p:spPr>
          <a:prstGeom prst="rect">
            <a:avLst/>
          </a:prstGeom>
        </p:spPr>
        <p:txBody>
          <a:bodyPr vert="horz" wrap="square" lIns="0" tIns="7620" rIns="0" bIns="0" rtlCol="0">
            <a:spAutoFit/>
          </a:bodyPr>
          <a:lstStyle/>
          <a:p>
            <a:pPr marL="38100">
              <a:lnSpc>
                <a:spcPct val="100000"/>
              </a:lnSpc>
              <a:spcBef>
                <a:spcPts val="60"/>
              </a:spcBef>
            </a:pPr>
            <a:fld id="{81D60167-4931-47E6-BA6A-407CBD079E47}" type="slidenum">
              <a:rPr spc="-45" dirty="0"/>
              <a:t>63</a:t>
            </a:fld>
            <a:r>
              <a:rPr spc="-90" dirty="0"/>
              <a:t> </a:t>
            </a:r>
            <a:r>
              <a:rPr spc="70" dirty="0"/>
              <a:t>/</a:t>
            </a:r>
            <a:r>
              <a:rPr spc="-85" dirty="0"/>
              <a:t> </a:t>
            </a:r>
            <a:r>
              <a:rPr spc="-25" dirty="0"/>
              <a:t>59</a:t>
            </a:r>
          </a:p>
        </p:txBody>
      </p:sp>
    </p:spTree>
  </p:cSld>
  <p:clrMapOvr>
    <a:masterClrMapping/>
  </p:clrMapOvr>
  <p:transition>
    <p:cut/>
  </p:transition>
</p:sld>
</file>

<file path=ppt/slides/slide64.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object 2"/>
          <p:cNvSpPr txBox="1"/>
          <p:nvPr/>
        </p:nvSpPr>
        <p:spPr>
          <a:xfrm>
            <a:off x="56134" y="15020"/>
            <a:ext cx="412115" cy="101600"/>
          </a:xfrm>
          <a:prstGeom prst="rect">
            <a:avLst/>
          </a:prstGeom>
        </p:spPr>
        <p:txBody>
          <a:bodyPr vert="horz" wrap="square" lIns="0" tIns="12065" rIns="0" bIns="0" rtlCol="0">
            <a:spAutoFit/>
          </a:bodyPr>
          <a:lstStyle/>
          <a:p>
            <a:pPr marL="12700">
              <a:lnSpc>
                <a:spcPct val="100000"/>
              </a:lnSpc>
              <a:spcBef>
                <a:spcPts val="95"/>
              </a:spcBef>
            </a:pPr>
            <a:r>
              <a:rPr sz="500" b="1" spc="-10" dirty="0">
                <a:solidFill>
                  <a:srgbClr val="E2E2E2"/>
                </a:solidFill>
                <a:latin typeface="Arial"/>
                <a:cs typeface="Arial"/>
                <a:hlinkClick r:id="rId2" action="ppaction://hlinksldjump"/>
              </a:rPr>
              <a:t>Introduction</a:t>
            </a:r>
            <a:endParaRPr sz="500">
              <a:latin typeface="Arial"/>
              <a:cs typeface="Arial"/>
            </a:endParaRPr>
          </a:p>
        </p:txBody>
      </p:sp>
      <p:sp>
        <p:nvSpPr>
          <p:cNvPr id="4" name="object 4"/>
          <p:cNvSpPr txBox="1"/>
          <p:nvPr/>
        </p:nvSpPr>
        <p:spPr>
          <a:xfrm>
            <a:off x="2858214" y="15020"/>
            <a:ext cx="255270" cy="101600"/>
          </a:xfrm>
          <a:prstGeom prst="rect">
            <a:avLst/>
          </a:prstGeom>
        </p:spPr>
        <p:txBody>
          <a:bodyPr vert="horz" wrap="square" lIns="0" tIns="12065" rIns="0" bIns="0" rtlCol="0">
            <a:spAutoFit/>
          </a:bodyPr>
          <a:lstStyle/>
          <a:p>
            <a:pPr marL="12700">
              <a:lnSpc>
                <a:spcPct val="100000"/>
              </a:lnSpc>
              <a:spcBef>
                <a:spcPts val="95"/>
              </a:spcBef>
            </a:pPr>
            <a:r>
              <a:rPr sz="500" b="1" spc="-10" dirty="0">
                <a:solidFill>
                  <a:srgbClr val="E2E2E2"/>
                </a:solidFill>
                <a:latin typeface="Arial"/>
                <a:cs typeface="Arial"/>
                <a:hlinkClick r:id="rId3" action="ppaction://hlinksldjump"/>
              </a:rPr>
              <a:t>Outline</a:t>
            </a:r>
            <a:endParaRPr sz="500">
              <a:latin typeface="Arial"/>
              <a:cs typeface="Arial"/>
            </a:endParaRPr>
          </a:p>
        </p:txBody>
      </p:sp>
      <p:sp>
        <p:nvSpPr>
          <p:cNvPr id="5" name="object 5"/>
          <p:cNvSpPr txBox="1"/>
          <p:nvPr/>
        </p:nvSpPr>
        <p:spPr>
          <a:xfrm>
            <a:off x="4117530" y="15020"/>
            <a:ext cx="434340" cy="101600"/>
          </a:xfrm>
          <a:prstGeom prst="rect">
            <a:avLst/>
          </a:prstGeom>
        </p:spPr>
        <p:txBody>
          <a:bodyPr vert="horz" wrap="square" lIns="0" tIns="12065" rIns="0" bIns="0" rtlCol="0">
            <a:spAutoFit/>
          </a:bodyPr>
          <a:lstStyle/>
          <a:p>
            <a:pPr marL="12700">
              <a:lnSpc>
                <a:spcPct val="100000"/>
              </a:lnSpc>
              <a:spcBef>
                <a:spcPts val="95"/>
              </a:spcBef>
            </a:pPr>
            <a:r>
              <a:rPr sz="500" b="1" spc="-10" dirty="0">
                <a:solidFill>
                  <a:srgbClr val="3F3F3F"/>
                </a:solidFill>
                <a:latin typeface="Arial"/>
                <a:cs typeface="Arial"/>
                <a:hlinkClick r:id="rId4" action="ppaction://hlinksldjump"/>
              </a:rPr>
              <a:t>Administrivia</a:t>
            </a:r>
            <a:endParaRPr sz="500">
              <a:latin typeface="Arial"/>
              <a:cs typeface="Arial"/>
            </a:endParaRPr>
          </a:p>
        </p:txBody>
      </p:sp>
      <p:pic>
        <p:nvPicPr>
          <p:cNvPr id="6" name="object 6"/>
          <p:cNvPicPr/>
          <p:nvPr/>
        </p:nvPicPr>
        <p:blipFill>
          <a:blip r:embed="rId5" cstate="print"/>
          <a:stretch>
            <a:fillRect/>
          </a:stretch>
        </p:blipFill>
        <p:spPr>
          <a:xfrm>
            <a:off x="68833" y="112855"/>
            <a:ext cx="4470398" cy="7591"/>
          </a:xfrm>
          <a:prstGeom prst="rect">
            <a:avLst/>
          </a:prstGeom>
        </p:spPr>
      </p:pic>
      <p:pic>
        <p:nvPicPr>
          <p:cNvPr id="7" name="object 7"/>
          <p:cNvPicPr/>
          <p:nvPr/>
        </p:nvPicPr>
        <p:blipFill>
          <a:blip r:embed="rId6" cstate="print"/>
          <a:stretch>
            <a:fillRect/>
          </a:stretch>
        </p:blipFill>
        <p:spPr>
          <a:xfrm>
            <a:off x="36055" y="408553"/>
            <a:ext cx="4535911" cy="2173457"/>
          </a:xfrm>
          <a:prstGeom prst="rect">
            <a:avLst/>
          </a:prstGeom>
        </p:spPr>
      </p:pic>
      <p:sp>
        <p:nvSpPr>
          <p:cNvPr id="8" name="object 8"/>
          <p:cNvSpPr/>
          <p:nvPr/>
        </p:nvSpPr>
        <p:spPr>
          <a:xfrm>
            <a:off x="68834" y="3308210"/>
            <a:ext cx="4470400" cy="0"/>
          </a:xfrm>
          <a:custGeom>
            <a:avLst/>
            <a:gdLst/>
            <a:ahLst/>
            <a:cxnLst/>
            <a:rect l="l" t="t" r="r" b="b"/>
            <a:pathLst>
              <a:path w="4470400">
                <a:moveTo>
                  <a:pt x="0" y="0"/>
                </a:moveTo>
                <a:lnTo>
                  <a:pt x="4470336" y="0"/>
                </a:lnTo>
              </a:path>
            </a:pathLst>
          </a:custGeom>
          <a:ln w="7594">
            <a:solidFill>
              <a:srgbClr val="4B81AE"/>
            </a:solidFill>
          </a:ln>
        </p:spPr>
        <p:txBody>
          <a:bodyPr wrap="square" lIns="0" tIns="0" rIns="0" bIns="0" rtlCol="0"/>
          <a:lstStyle/>
          <a:p>
            <a:endParaRPr/>
          </a:p>
        </p:txBody>
      </p:sp>
      <p:sp>
        <p:nvSpPr>
          <p:cNvPr id="9" name="object 9"/>
          <p:cNvSpPr txBox="1"/>
          <p:nvPr/>
        </p:nvSpPr>
        <p:spPr>
          <a:xfrm>
            <a:off x="1779498" y="3332022"/>
            <a:ext cx="648335" cy="122555"/>
          </a:xfrm>
          <a:prstGeom prst="rect">
            <a:avLst/>
          </a:prstGeom>
        </p:spPr>
        <p:txBody>
          <a:bodyPr vert="horz" wrap="square" lIns="0" tIns="7620" rIns="0" bIns="0" rtlCol="0">
            <a:spAutoFit/>
          </a:bodyPr>
          <a:lstStyle/>
          <a:p>
            <a:pPr marL="12700">
              <a:lnSpc>
                <a:spcPct val="100000"/>
              </a:lnSpc>
              <a:spcBef>
                <a:spcPts val="60"/>
              </a:spcBef>
            </a:pPr>
            <a:r>
              <a:rPr sz="600" i="1" spc="-20" dirty="0">
                <a:solidFill>
                  <a:srgbClr val="333333"/>
                </a:solidFill>
                <a:latin typeface="Verdana"/>
                <a:cs typeface="Verdana"/>
                <a:hlinkClick r:id="rId7" action="ppaction://hlinksldjump"/>
              </a:rPr>
              <a:t>Computer</a:t>
            </a:r>
            <a:r>
              <a:rPr sz="600" i="1" spc="25" dirty="0">
                <a:solidFill>
                  <a:srgbClr val="333333"/>
                </a:solidFill>
                <a:latin typeface="Verdana"/>
                <a:cs typeface="Verdana"/>
                <a:hlinkClick r:id="rId7" action="ppaction://hlinksldjump"/>
              </a:rPr>
              <a:t> </a:t>
            </a:r>
            <a:r>
              <a:rPr sz="600" i="1" spc="-10" dirty="0">
                <a:solidFill>
                  <a:srgbClr val="333333"/>
                </a:solidFill>
                <a:latin typeface="Verdana"/>
                <a:cs typeface="Verdana"/>
                <a:hlinkClick r:id="rId7" action="ppaction://hlinksldjump"/>
              </a:rPr>
              <a:t>Vision</a:t>
            </a:r>
            <a:endParaRPr sz="600">
              <a:latin typeface="Verdana"/>
              <a:cs typeface="Verdana"/>
            </a:endParaRPr>
          </a:p>
        </p:txBody>
      </p:sp>
      <p:sp>
        <p:nvSpPr>
          <p:cNvPr id="10" name="object 10"/>
          <p:cNvSpPr txBox="1">
            <a:spLocks noGrp="1"/>
          </p:cNvSpPr>
          <p:nvPr>
            <p:ph type="sldNum" sz="quarter" idx="7"/>
          </p:nvPr>
        </p:nvSpPr>
        <p:spPr>
          <a:prstGeom prst="rect">
            <a:avLst/>
          </a:prstGeom>
        </p:spPr>
        <p:txBody>
          <a:bodyPr vert="horz" wrap="square" lIns="0" tIns="7620" rIns="0" bIns="0" rtlCol="0">
            <a:spAutoFit/>
          </a:bodyPr>
          <a:lstStyle/>
          <a:p>
            <a:pPr marL="38100">
              <a:lnSpc>
                <a:spcPct val="100000"/>
              </a:lnSpc>
              <a:spcBef>
                <a:spcPts val="60"/>
              </a:spcBef>
            </a:pPr>
            <a:fld id="{81D60167-4931-47E6-BA6A-407CBD079E47}" type="slidenum">
              <a:rPr spc="-45" dirty="0"/>
              <a:t>64</a:t>
            </a:fld>
            <a:r>
              <a:rPr spc="-90" dirty="0"/>
              <a:t> </a:t>
            </a:r>
            <a:r>
              <a:rPr spc="70" dirty="0"/>
              <a:t>/</a:t>
            </a:r>
            <a:r>
              <a:rPr spc="-85" dirty="0"/>
              <a:t> </a:t>
            </a:r>
            <a:r>
              <a:rPr spc="-25" dirty="0"/>
              <a:t>59</a:t>
            </a:r>
          </a:p>
        </p:txBody>
      </p:sp>
    </p:spTree>
  </p:cSld>
  <p:clrMapOvr>
    <a:masterClrMapping/>
  </p:clrMapOvr>
  <p:transition>
    <p:cut/>
  </p:transition>
</p:sld>
</file>

<file path=ppt/slides/slide65.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object 2"/>
          <p:cNvSpPr txBox="1"/>
          <p:nvPr/>
        </p:nvSpPr>
        <p:spPr>
          <a:xfrm>
            <a:off x="56134" y="15020"/>
            <a:ext cx="412115" cy="101600"/>
          </a:xfrm>
          <a:prstGeom prst="rect">
            <a:avLst/>
          </a:prstGeom>
        </p:spPr>
        <p:txBody>
          <a:bodyPr vert="horz" wrap="square" lIns="0" tIns="12065" rIns="0" bIns="0" rtlCol="0">
            <a:spAutoFit/>
          </a:bodyPr>
          <a:lstStyle/>
          <a:p>
            <a:pPr marL="12700">
              <a:lnSpc>
                <a:spcPct val="100000"/>
              </a:lnSpc>
              <a:spcBef>
                <a:spcPts val="95"/>
              </a:spcBef>
            </a:pPr>
            <a:r>
              <a:rPr sz="500" b="1" spc="-10" dirty="0">
                <a:solidFill>
                  <a:srgbClr val="E2E2E2"/>
                </a:solidFill>
                <a:latin typeface="Arial"/>
                <a:cs typeface="Arial"/>
                <a:hlinkClick r:id="rId2" action="ppaction://hlinksldjump"/>
              </a:rPr>
              <a:t>Introduction</a:t>
            </a:r>
            <a:endParaRPr sz="500">
              <a:latin typeface="Arial"/>
              <a:cs typeface="Arial"/>
            </a:endParaRPr>
          </a:p>
        </p:txBody>
      </p:sp>
      <p:sp>
        <p:nvSpPr>
          <p:cNvPr id="4" name="object 4"/>
          <p:cNvSpPr txBox="1"/>
          <p:nvPr/>
        </p:nvSpPr>
        <p:spPr>
          <a:xfrm>
            <a:off x="2858214" y="15020"/>
            <a:ext cx="255270" cy="101600"/>
          </a:xfrm>
          <a:prstGeom prst="rect">
            <a:avLst/>
          </a:prstGeom>
        </p:spPr>
        <p:txBody>
          <a:bodyPr vert="horz" wrap="square" lIns="0" tIns="12065" rIns="0" bIns="0" rtlCol="0">
            <a:spAutoFit/>
          </a:bodyPr>
          <a:lstStyle/>
          <a:p>
            <a:pPr marL="12700">
              <a:lnSpc>
                <a:spcPct val="100000"/>
              </a:lnSpc>
              <a:spcBef>
                <a:spcPts val="95"/>
              </a:spcBef>
            </a:pPr>
            <a:r>
              <a:rPr sz="500" b="1" spc="-10" dirty="0">
                <a:solidFill>
                  <a:srgbClr val="E2E2E2"/>
                </a:solidFill>
                <a:latin typeface="Arial"/>
                <a:cs typeface="Arial"/>
                <a:hlinkClick r:id="rId3" action="ppaction://hlinksldjump"/>
              </a:rPr>
              <a:t>Outline</a:t>
            </a:r>
            <a:endParaRPr sz="500">
              <a:latin typeface="Arial"/>
              <a:cs typeface="Arial"/>
            </a:endParaRPr>
          </a:p>
        </p:txBody>
      </p:sp>
      <p:sp>
        <p:nvSpPr>
          <p:cNvPr id="5" name="object 5"/>
          <p:cNvSpPr txBox="1"/>
          <p:nvPr/>
        </p:nvSpPr>
        <p:spPr>
          <a:xfrm>
            <a:off x="4117530" y="15020"/>
            <a:ext cx="434340" cy="101600"/>
          </a:xfrm>
          <a:prstGeom prst="rect">
            <a:avLst/>
          </a:prstGeom>
        </p:spPr>
        <p:txBody>
          <a:bodyPr vert="horz" wrap="square" lIns="0" tIns="12065" rIns="0" bIns="0" rtlCol="0">
            <a:spAutoFit/>
          </a:bodyPr>
          <a:lstStyle/>
          <a:p>
            <a:pPr marL="12700">
              <a:lnSpc>
                <a:spcPct val="100000"/>
              </a:lnSpc>
              <a:spcBef>
                <a:spcPts val="95"/>
              </a:spcBef>
            </a:pPr>
            <a:r>
              <a:rPr sz="500" b="1" spc="-10" dirty="0">
                <a:solidFill>
                  <a:srgbClr val="3F3F3F"/>
                </a:solidFill>
                <a:latin typeface="Arial"/>
                <a:cs typeface="Arial"/>
                <a:hlinkClick r:id="rId4" action="ppaction://hlinksldjump"/>
              </a:rPr>
              <a:t>Administrivia</a:t>
            </a:r>
            <a:endParaRPr sz="500">
              <a:latin typeface="Arial"/>
              <a:cs typeface="Arial"/>
            </a:endParaRPr>
          </a:p>
        </p:txBody>
      </p:sp>
      <p:pic>
        <p:nvPicPr>
          <p:cNvPr id="6" name="object 6"/>
          <p:cNvPicPr/>
          <p:nvPr/>
        </p:nvPicPr>
        <p:blipFill>
          <a:blip r:embed="rId5" cstate="print"/>
          <a:stretch>
            <a:fillRect/>
          </a:stretch>
        </p:blipFill>
        <p:spPr>
          <a:xfrm>
            <a:off x="68833" y="112855"/>
            <a:ext cx="4470399" cy="7591"/>
          </a:xfrm>
          <a:prstGeom prst="rect">
            <a:avLst/>
          </a:prstGeom>
        </p:spPr>
      </p:pic>
      <p:pic>
        <p:nvPicPr>
          <p:cNvPr id="7" name="object 7"/>
          <p:cNvPicPr/>
          <p:nvPr/>
        </p:nvPicPr>
        <p:blipFill>
          <a:blip r:embed="rId6" cstate="print"/>
          <a:stretch>
            <a:fillRect/>
          </a:stretch>
        </p:blipFill>
        <p:spPr>
          <a:xfrm>
            <a:off x="1050537" y="448792"/>
            <a:ext cx="2506980" cy="2533840"/>
          </a:xfrm>
          <a:prstGeom prst="rect">
            <a:avLst/>
          </a:prstGeom>
        </p:spPr>
      </p:pic>
      <p:sp>
        <p:nvSpPr>
          <p:cNvPr id="9" name="object 9"/>
          <p:cNvSpPr txBox="1"/>
          <p:nvPr/>
        </p:nvSpPr>
        <p:spPr>
          <a:xfrm>
            <a:off x="1779498" y="3332022"/>
            <a:ext cx="648335" cy="122555"/>
          </a:xfrm>
          <a:prstGeom prst="rect">
            <a:avLst/>
          </a:prstGeom>
        </p:spPr>
        <p:txBody>
          <a:bodyPr vert="horz" wrap="square" lIns="0" tIns="7620" rIns="0" bIns="0" rtlCol="0">
            <a:spAutoFit/>
          </a:bodyPr>
          <a:lstStyle/>
          <a:p>
            <a:pPr marL="12700">
              <a:lnSpc>
                <a:spcPct val="100000"/>
              </a:lnSpc>
              <a:spcBef>
                <a:spcPts val="60"/>
              </a:spcBef>
            </a:pPr>
            <a:r>
              <a:rPr sz="600" i="1" spc="-20" dirty="0">
                <a:solidFill>
                  <a:srgbClr val="333333"/>
                </a:solidFill>
                <a:latin typeface="Verdana"/>
                <a:cs typeface="Verdana"/>
                <a:hlinkClick r:id="rId7" action="ppaction://hlinksldjump"/>
              </a:rPr>
              <a:t>Computer</a:t>
            </a:r>
            <a:r>
              <a:rPr sz="600" i="1" spc="25" dirty="0">
                <a:solidFill>
                  <a:srgbClr val="333333"/>
                </a:solidFill>
                <a:latin typeface="Verdana"/>
                <a:cs typeface="Verdana"/>
                <a:hlinkClick r:id="rId7" action="ppaction://hlinksldjump"/>
              </a:rPr>
              <a:t> </a:t>
            </a:r>
            <a:r>
              <a:rPr sz="600" i="1" spc="-10" dirty="0">
                <a:solidFill>
                  <a:srgbClr val="333333"/>
                </a:solidFill>
                <a:latin typeface="Verdana"/>
                <a:cs typeface="Verdana"/>
                <a:hlinkClick r:id="rId7" action="ppaction://hlinksldjump"/>
              </a:rPr>
              <a:t>Vision</a:t>
            </a:r>
            <a:endParaRPr sz="600">
              <a:latin typeface="Verdana"/>
              <a:cs typeface="Verdana"/>
            </a:endParaRPr>
          </a:p>
        </p:txBody>
      </p:sp>
      <p:sp>
        <p:nvSpPr>
          <p:cNvPr id="10" name="object 10"/>
          <p:cNvSpPr txBox="1">
            <a:spLocks noGrp="1"/>
          </p:cNvSpPr>
          <p:nvPr>
            <p:ph type="sldNum" sz="quarter" idx="7"/>
          </p:nvPr>
        </p:nvSpPr>
        <p:spPr>
          <a:prstGeom prst="rect">
            <a:avLst/>
          </a:prstGeom>
        </p:spPr>
        <p:txBody>
          <a:bodyPr vert="horz" wrap="square" lIns="0" tIns="7620" rIns="0" bIns="0" rtlCol="0">
            <a:spAutoFit/>
          </a:bodyPr>
          <a:lstStyle/>
          <a:p>
            <a:pPr marL="38100">
              <a:lnSpc>
                <a:spcPct val="100000"/>
              </a:lnSpc>
              <a:spcBef>
                <a:spcPts val="60"/>
              </a:spcBef>
            </a:pPr>
            <a:fld id="{81D60167-4931-47E6-BA6A-407CBD079E47}" type="slidenum">
              <a:rPr spc="-45" dirty="0"/>
              <a:t>65</a:t>
            </a:fld>
            <a:r>
              <a:rPr spc="-90" dirty="0"/>
              <a:t> </a:t>
            </a:r>
            <a:r>
              <a:rPr spc="70" dirty="0"/>
              <a:t>/</a:t>
            </a:r>
            <a:r>
              <a:rPr spc="-85" dirty="0"/>
              <a:t> </a:t>
            </a:r>
            <a:r>
              <a:rPr spc="-25" dirty="0"/>
              <a:t>59</a:t>
            </a:r>
          </a:p>
        </p:txBody>
      </p:sp>
    </p:spTree>
  </p:cSld>
  <p:clrMapOvr>
    <a:masterClrMapping/>
  </p:clrMapOvr>
  <p:transition>
    <p:cut/>
  </p:transition>
</p:sld>
</file>

<file path=ppt/slides/slide66.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object 2"/>
          <p:cNvSpPr txBox="1"/>
          <p:nvPr/>
        </p:nvSpPr>
        <p:spPr>
          <a:xfrm>
            <a:off x="56134" y="15020"/>
            <a:ext cx="412115" cy="101600"/>
          </a:xfrm>
          <a:prstGeom prst="rect">
            <a:avLst/>
          </a:prstGeom>
        </p:spPr>
        <p:txBody>
          <a:bodyPr vert="horz" wrap="square" lIns="0" tIns="12065" rIns="0" bIns="0" rtlCol="0">
            <a:spAutoFit/>
          </a:bodyPr>
          <a:lstStyle/>
          <a:p>
            <a:pPr marL="12700">
              <a:lnSpc>
                <a:spcPct val="100000"/>
              </a:lnSpc>
              <a:spcBef>
                <a:spcPts val="95"/>
              </a:spcBef>
            </a:pPr>
            <a:r>
              <a:rPr sz="500" b="1" spc="-10" dirty="0">
                <a:solidFill>
                  <a:srgbClr val="E2E2E2"/>
                </a:solidFill>
                <a:latin typeface="Arial"/>
                <a:cs typeface="Arial"/>
                <a:hlinkClick r:id="rId2" action="ppaction://hlinksldjump"/>
              </a:rPr>
              <a:t>Introduction</a:t>
            </a:r>
            <a:endParaRPr sz="500" dirty="0">
              <a:latin typeface="Arial"/>
              <a:cs typeface="Arial"/>
            </a:endParaRPr>
          </a:p>
        </p:txBody>
      </p:sp>
      <p:sp>
        <p:nvSpPr>
          <p:cNvPr id="4" name="object 4"/>
          <p:cNvSpPr txBox="1"/>
          <p:nvPr/>
        </p:nvSpPr>
        <p:spPr>
          <a:xfrm>
            <a:off x="2858214" y="15020"/>
            <a:ext cx="255270" cy="101600"/>
          </a:xfrm>
          <a:prstGeom prst="rect">
            <a:avLst/>
          </a:prstGeom>
        </p:spPr>
        <p:txBody>
          <a:bodyPr vert="horz" wrap="square" lIns="0" tIns="12065" rIns="0" bIns="0" rtlCol="0">
            <a:spAutoFit/>
          </a:bodyPr>
          <a:lstStyle/>
          <a:p>
            <a:pPr marL="12700">
              <a:lnSpc>
                <a:spcPct val="100000"/>
              </a:lnSpc>
              <a:spcBef>
                <a:spcPts val="95"/>
              </a:spcBef>
            </a:pPr>
            <a:r>
              <a:rPr sz="500" b="1" spc="-10" dirty="0">
                <a:solidFill>
                  <a:srgbClr val="E2E2E2"/>
                </a:solidFill>
                <a:latin typeface="Arial"/>
                <a:cs typeface="Arial"/>
                <a:hlinkClick r:id="rId3" action="ppaction://hlinksldjump"/>
              </a:rPr>
              <a:t>Outline</a:t>
            </a:r>
            <a:endParaRPr sz="500">
              <a:latin typeface="Arial"/>
              <a:cs typeface="Arial"/>
            </a:endParaRPr>
          </a:p>
        </p:txBody>
      </p:sp>
      <p:sp>
        <p:nvSpPr>
          <p:cNvPr id="5" name="object 5"/>
          <p:cNvSpPr txBox="1"/>
          <p:nvPr/>
        </p:nvSpPr>
        <p:spPr>
          <a:xfrm>
            <a:off x="4117530" y="15020"/>
            <a:ext cx="434340" cy="101600"/>
          </a:xfrm>
          <a:prstGeom prst="rect">
            <a:avLst/>
          </a:prstGeom>
        </p:spPr>
        <p:txBody>
          <a:bodyPr vert="horz" wrap="square" lIns="0" tIns="12065" rIns="0" bIns="0" rtlCol="0">
            <a:spAutoFit/>
          </a:bodyPr>
          <a:lstStyle/>
          <a:p>
            <a:pPr marL="12700">
              <a:lnSpc>
                <a:spcPct val="100000"/>
              </a:lnSpc>
              <a:spcBef>
                <a:spcPts val="95"/>
              </a:spcBef>
            </a:pPr>
            <a:r>
              <a:rPr sz="500" b="1" spc="-10" dirty="0">
                <a:solidFill>
                  <a:srgbClr val="3F3F3F"/>
                </a:solidFill>
                <a:latin typeface="Arial"/>
                <a:cs typeface="Arial"/>
                <a:hlinkClick r:id="rId4" action="ppaction://hlinksldjump"/>
              </a:rPr>
              <a:t>Administrivia</a:t>
            </a:r>
            <a:endParaRPr sz="500">
              <a:latin typeface="Arial"/>
              <a:cs typeface="Arial"/>
            </a:endParaRPr>
          </a:p>
        </p:txBody>
      </p:sp>
      <p:pic>
        <p:nvPicPr>
          <p:cNvPr id="6" name="object 6"/>
          <p:cNvPicPr/>
          <p:nvPr/>
        </p:nvPicPr>
        <p:blipFill>
          <a:blip r:embed="rId5" cstate="print"/>
          <a:stretch>
            <a:fillRect/>
          </a:stretch>
        </p:blipFill>
        <p:spPr>
          <a:xfrm>
            <a:off x="68833" y="112855"/>
            <a:ext cx="4470399" cy="7591"/>
          </a:xfrm>
          <a:prstGeom prst="rect">
            <a:avLst/>
          </a:prstGeom>
        </p:spPr>
      </p:pic>
      <p:pic>
        <p:nvPicPr>
          <p:cNvPr id="7" name="object 7"/>
          <p:cNvPicPr/>
          <p:nvPr/>
        </p:nvPicPr>
        <p:blipFill>
          <a:blip r:embed="rId6" cstate="print"/>
          <a:stretch>
            <a:fillRect/>
          </a:stretch>
        </p:blipFill>
        <p:spPr>
          <a:xfrm>
            <a:off x="682589" y="419878"/>
            <a:ext cx="3237161" cy="2563696"/>
          </a:xfrm>
          <a:prstGeom prst="rect">
            <a:avLst/>
          </a:prstGeom>
        </p:spPr>
      </p:pic>
      <p:sp>
        <p:nvSpPr>
          <p:cNvPr id="8" name="object 8"/>
          <p:cNvSpPr/>
          <p:nvPr/>
        </p:nvSpPr>
        <p:spPr>
          <a:xfrm>
            <a:off x="68834" y="3308210"/>
            <a:ext cx="4470400" cy="0"/>
          </a:xfrm>
          <a:custGeom>
            <a:avLst/>
            <a:gdLst/>
            <a:ahLst/>
            <a:cxnLst/>
            <a:rect l="l" t="t" r="r" b="b"/>
            <a:pathLst>
              <a:path w="4470400">
                <a:moveTo>
                  <a:pt x="0" y="0"/>
                </a:moveTo>
                <a:lnTo>
                  <a:pt x="4470336" y="0"/>
                </a:lnTo>
              </a:path>
            </a:pathLst>
          </a:custGeom>
          <a:ln w="7594">
            <a:solidFill>
              <a:srgbClr val="4B81AE"/>
            </a:solidFill>
          </a:ln>
        </p:spPr>
        <p:txBody>
          <a:bodyPr wrap="square" lIns="0" tIns="0" rIns="0" bIns="0" rtlCol="0"/>
          <a:lstStyle/>
          <a:p>
            <a:endParaRPr/>
          </a:p>
        </p:txBody>
      </p:sp>
      <p:sp>
        <p:nvSpPr>
          <p:cNvPr id="9" name="object 9"/>
          <p:cNvSpPr txBox="1"/>
          <p:nvPr/>
        </p:nvSpPr>
        <p:spPr>
          <a:xfrm>
            <a:off x="1779498" y="3332022"/>
            <a:ext cx="648335" cy="122555"/>
          </a:xfrm>
          <a:prstGeom prst="rect">
            <a:avLst/>
          </a:prstGeom>
        </p:spPr>
        <p:txBody>
          <a:bodyPr vert="horz" wrap="square" lIns="0" tIns="7620" rIns="0" bIns="0" rtlCol="0">
            <a:spAutoFit/>
          </a:bodyPr>
          <a:lstStyle/>
          <a:p>
            <a:pPr marL="12700">
              <a:lnSpc>
                <a:spcPct val="100000"/>
              </a:lnSpc>
              <a:spcBef>
                <a:spcPts val="60"/>
              </a:spcBef>
            </a:pPr>
            <a:r>
              <a:rPr sz="600" i="1" spc="-20" dirty="0">
                <a:solidFill>
                  <a:srgbClr val="333333"/>
                </a:solidFill>
                <a:latin typeface="Verdana"/>
                <a:cs typeface="Verdana"/>
                <a:hlinkClick r:id="rId7" action="ppaction://hlinksldjump"/>
              </a:rPr>
              <a:t>Computer</a:t>
            </a:r>
            <a:r>
              <a:rPr sz="600" i="1" spc="25" dirty="0">
                <a:solidFill>
                  <a:srgbClr val="333333"/>
                </a:solidFill>
                <a:latin typeface="Verdana"/>
                <a:cs typeface="Verdana"/>
                <a:hlinkClick r:id="rId7" action="ppaction://hlinksldjump"/>
              </a:rPr>
              <a:t> </a:t>
            </a:r>
            <a:r>
              <a:rPr sz="600" i="1" spc="-10" dirty="0">
                <a:solidFill>
                  <a:srgbClr val="333333"/>
                </a:solidFill>
                <a:latin typeface="Verdana"/>
                <a:cs typeface="Verdana"/>
                <a:hlinkClick r:id="rId7" action="ppaction://hlinksldjump"/>
              </a:rPr>
              <a:t>Vision</a:t>
            </a:r>
            <a:endParaRPr sz="600">
              <a:latin typeface="Verdana"/>
              <a:cs typeface="Verdana"/>
            </a:endParaRPr>
          </a:p>
        </p:txBody>
      </p:sp>
      <p:sp>
        <p:nvSpPr>
          <p:cNvPr id="10" name="object 10"/>
          <p:cNvSpPr txBox="1">
            <a:spLocks noGrp="1"/>
          </p:cNvSpPr>
          <p:nvPr>
            <p:ph type="sldNum" sz="quarter" idx="7"/>
          </p:nvPr>
        </p:nvSpPr>
        <p:spPr>
          <a:prstGeom prst="rect">
            <a:avLst/>
          </a:prstGeom>
        </p:spPr>
        <p:txBody>
          <a:bodyPr vert="horz" wrap="square" lIns="0" tIns="7620" rIns="0" bIns="0" rtlCol="0">
            <a:spAutoFit/>
          </a:bodyPr>
          <a:lstStyle/>
          <a:p>
            <a:pPr marL="38100">
              <a:lnSpc>
                <a:spcPct val="100000"/>
              </a:lnSpc>
              <a:spcBef>
                <a:spcPts val="60"/>
              </a:spcBef>
            </a:pPr>
            <a:fld id="{81D60167-4931-47E6-BA6A-407CBD079E47}" type="slidenum">
              <a:rPr spc="-45" dirty="0"/>
              <a:t>66</a:t>
            </a:fld>
            <a:r>
              <a:rPr spc="-90" dirty="0"/>
              <a:t> </a:t>
            </a:r>
            <a:r>
              <a:rPr spc="70" dirty="0"/>
              <a:t>/</a:t>
            </a:r>
            <a:r>
              <a:rPr spc="-85" dirty="0"/>
              <a:t> </a:t>
            </a:r>
            <a:r>
              <a:rPr spc="-25" dirty="0"/>
              <a:t>59</a:t>
            </a:r>
          </a:p>
        </p:txBody>
      </p:sp>
    </p:spTree>
  </p:cSld>
  <p:clrMapOvr>
    <a:masterClrMapping/>
  </p:clrMapOvr>
  <p:transition>
    <p:cut/>
  </p:transition>
</p:sld>
</file>

<file path=ppt/slides/slide67.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object 2"/>
          <p:cNvSpPr txBox="1"/>
          <p:nvPr/>
        </p:nvSpPr>
        <p:spPr>
          <a:xfrm>
            <a:off x="56134" y="15020"/>
            <a:ext cx="412115" cy="101600"/>
          </a:xfrm>
          <a:prstGeom prst="rect">
            <a:avLst/>
          </a:prstGeom>
        </p:spPr>
        <p:txBody>
          <a:bodyPr vert="horz" wrap="square" lIns="0" tIns="12065" rIns="0" bIns="0" rtlCol="0">
            <a:spAutoFit/>
          </a:bodyPr>
          <a:lstStyle/>
          <a:p>
            <a:pPr marL="12700">
              <a:lnSpc>
                <a:spcPct val="100000"/>
              </a:lnSpc>
              <a:spcBef>
                <a:spcPts val="95"/>
              </a:spcBef>
            </a:pPr>
            <a:r>
              <a:rPr sz="500" b="1" spc="-10" dirty="0">
                <a:solidFill>
                  <a:srgbClr val="E2E2E2"/>
                </a:solidFill>
                <a:latin typeface="Arial"/>
                <a:cs typeface="Arial"/>
                <a:hlinkClick r:id="rId2" action="ppaction://hlinksldjump"/>
              </a:rPr>
              <a:t>Introduction</a:t>
            </a:r>
            <a:endParaRPr sz="500">
              <a:latin typeface="Arial"/>
              <a:cs typeface="Arial"/>
            </a:endParaRPr>
          </a:p>
        </p:txBody>
      </p:sp>
      <p:sp>
        <p:nvSpPr>
          <p:cNvPr id="4" name="object 4"/>
          <p:cNvSpPr txBox="1"/>
          <p:nvPr/>
        </p:nvSpPr>
        <p:spPr>
          <a:xfrm>
            <a:off x="2858214" y="15020"/>
            <a:ext cx="255270" cy="101600"/>
          </a:xfrm>
          <a:prstGeom prst="rect">
            <a:avLst/>
          </a:prstGeom>
        </p:spPr>
        <p:txBody>
          <a:bodyPr vert="horz" wrap="square" lIns="0" tIns="12065" rIns="0" bIns="0" rtlCol="0">
            <a:spAutoFit/>
          </a:bodyPr>
          <a:lstStyle/>
          <a:p>
            <a:pPr marL="12700">
              <a:lnSpc>
                <a:spcPct val="100000"/>
              </a:lnSpc>
              <a:spcBef>
                <a:spcPts val="95"/>
              </a:spcBef>
            </a:pPr>
            <a:r>
              <a:rPr sz="500" b="1" spc="-10" dirty="0">
                <a:solidFill>
                  <a:srgbClr val="E2E2E2"/>
                </a:solidFill>
                <a:latin typeface="Arial"/>
                <a:cs typeface="Arial"/>
                <a:hlinkClick r:id="rId3" action="ppaction://hlinksldjump"/>
              </a:rPr>
              <a:t>Outline</a:t>
            </a:r>
            <a:endParaRPr sz="500">
              <a:latin typeface="Arial"/>
              <a:cs typeface="Arial"/>
            </a:endParaRPr>
          </a:p>
        </p:txBody>
      </p:sp>
      <p:sp>
        <p:nvSpPr>
          <p:cNvPr id="5" name="object 5"/>
          <p:cNvSpPr txBox="1"/>
          <p:nvPr/>
        </p:nvSpPr>
        <p:spPr>
          <a:xfrm>
            <a:off x="4117530" y="15020"/>
            <a:ext cx="434340" cy="101600"/>
          </a:xfrm>
          <a:prstGeom prst="rect">
            <a:avLst/>
          </a:prstGeom>
        </p:spPr>
        <p:txBody>
          <a:bodyPr vert="horz" wrap="square" lIns="0" tIns="12065" rIns="0" bIns="0" rtlCol="0">
            <a:spAutoFit/>
          </a:bodyPr>
          <a:lstStyle/>
          <a:p>
            <a:pPr marL="12700">
              <a:lnSpc>
                <a:spcPct val="100000"/>
              </a:lnSpc>
              <a:spcBef>
                <a:spcPts val="95"/>
              </a:spcBef>
            </a:pPr>
            <a:r>
              <a:rPr sz="500" b="1" spc="-10" dirty="0">
                <a:solidFill>
                  <a:srgbClr val="3F3F3F"/>
                </a:solidFill>
                <a:latin typeface="Arial"/>
                <a:cs typeface="Arial"/>
                <a:hlinkClick r:id="rId4" action="ppaction://hlinksldjump"/>
              </a:rPr>
              <a:t>Administrivia</a:t>
            </a:r>
            <a:endParaRPr sz="500">
              <a:latin typeface="Arial"/>
              <a:cs typeface="Arial"/>
            </a:endParaRPr>
          </a:p>
        </p:txBody>
      </p:sp>
      <p:pic>
        <p:nvPicPr>
          <p:cNvPr id="6" name="object 6"/>
          <p:cNvPicPr/>
          <p:nvPr/>
        </p:nvPicPr>
        <p:blipFill>
          <a:blip r:embed="rId5" cstate="print"/>
          <a:stretch>
            <a:fillRect/>
          </a:stretch>
        </p:blipFill>
        <p:spPr>
          <a:xfrm>
            <a:off x="68833" y="112855"/>
            <a:ext cx="4470398" cy="7591"/>
          </a:xfrm>
          <a:prstGeom prst="rect">
            <a:avLst/>
          </a:prstGeom>
        </p:spPr>
      </p:pic>
      <p:pic>
        <p:nvPicPr>
          <p:cNvPr id="7" name="object 7"/>
          <p:cNvPicPr/>
          <p:nvPr/>
        </p:nvPicPr>
        <p:blipFill>
          <a:blip r:embed="rId6" cstate="print"/>
          <a:stretch>
            <a:fillRect/>
          </a:stretch>
        </p:blipFill>
        <p:spPr>
          <a:xfrm>
            <a:off x="1018382" y="429322"/>
            <a:ext cx="2564338" cy="2536615"/>
          </a:xfrm>
          <a:prstGeom prst="rect">
            <a:avLst/>
          </a:prstGeom>
        </p:spPr>
      </p:pic>
      <p:sp>
        <p:nvSpPr>
          <p:cNvPr id="8" name="object 8"/>
          <p:cNvSpPr/>
          <p:nvPr/>
        </p:nvSpPr>
        <p:spPr>
          <a:xfrm>
            <a:off x="68834" y="3308210"/>
            <a:ext cx="4470400" cy="0"/>
          </a:xfrm>
          <a:custGeom>
            <a:avLst/>
            <a:gdLst/>
            <a:ahLst/>
            <a:cxnLst/>
            <a:rect l="l" t="t" r="r" b="b"/>
            <a:pathLst>
              <a:path w="4470400">
                <a:moveTo>
                  <a:pt x="0" y="0"/>
                </a:moveTo>
                <a:lnTo>
                  <a:pt x="4470336" y="0"/>
                </a:lnTo>
              </a:path>
            </a:pathLst>
          </a:custGeom>
          <a:ln w="7594">
            <a:solidFill>
              <a:srgbClr val="4B81AE"/>
            </a:solidFill>
          </a:ln>
        </p:spPr>
        <p:txBody>
          <a:bodyPr wrap="square" lIns="0" tIns="0" rIns="0" bIns="0" rtlCol="0"/>
          <a:lstStyle/>
          <a:p>
            <a:endParaRPr/>
          </a:p>
        </p:txBody>
      </p:sp>
      <p:sp>
        <p:nvSpPr>
          <p:cNvPr id="9" name="object 9"/>
          <p:cNvSpPr txBox="1"/>
          <p:nvPr/>
        </p:nvSpPr>
        <p:spPr>
          <a:xfrm>
            <a:off x="1779498" y="3332022"/>
            <a:ext cx="648335" cy="122555"/>
          </a:xfrm>
          <a:prstGeom prst="rect">
            <a:avLst/>
          </a:prstGeom>
        </p:spPr>
        <p:txBody>
          <a:bodyPr vert="horz" wrap="square" lIns="0" tIns="7620" rIns="0" bIns="0" rtlCol="0">
            <a:spAutoFit/>
          </a:bodyPr>
          <a:lstStyle/>
          <a:p>
            <a:pPr marL="12700">
              <a:lnSpc>
                <a:spcPct val="100000"/>
              </a:lnSpc>
              <a:spcBef>
                <a:spcPts val="60"/>
              </a:spcBef>
            </a:pPr>
            <a:r>
              <a:rPr sz="600" i="1" spc="-20" dirty="0">
                <a:solidFill>
                  <a:srgbClr val="333333"/>
                </a:solidFill>
                <a:latin typeface="Verdana"/>
                <a:cs typeface="Verdana"/>
                <a:hlinkClick r:id="rId7" action="ppaction://hlinksldjump"/>
              </a:rPr>
              <a:t>Computer</a:t>
            </a:r>
            <a:r>
              <a:rPr sz="600" i="1" spc="25" dirty="0">
                <a:solidFill>
                  <a:srgbClr val="333333"/>
                </a:solidFill>
                <a:latin typeface="Verdana"/>
                <a:cs typeface="Verdana"/>
                <a:hlinkClick r:id="rId7" action="ppaction://hlinksldjump"/>
              </a:rPr>
              <a:t> </a:t>
            </a:r>
            <a:r>
              <a:rPr sz="600" i="1" spc="-10" dirty="0">
                <a:solidFill>
                  <a:srgbClr val="333333"/>
                </a:solidFill>
                <a:latin typeface="Verdana"/>
                <a:cs typeface="Verdana"/>
                <a:hlinkClick r:id="rId7" action="ppaction://hlinksldjump"/>
              </a:rPr>
              <a:t>Vision</a:t>
            </a:r>
            <a:endParaRPr sz="600">
              <a:latin typeface="Verdana"/>
              <a:cs typeface="Verdana"/>
            </a:endParaRPr>
          </a:p>
        </p:txBody>
      </p:sp>
      <p:sp>
        <p:nvSpPr>
          <p:cNvPr id="10" name="object 10"/>
          <p:cNvSpPr txBox="1">
            <a:spLocks noGrp="1"/>
          </p:cNvSpPr>
          <p:nvPr>
            <p:ph type="sldNum" sz="quarter" idx="7"/>
          </p:nvPr>
        </p:nvSpPr>
        <p:spPr>
          <a:prstGeom prst="rect">
            <a:avLst/>
          </a:prstGeom>
        </p:spPr>
        <p:txBody>
          <a:bodyPr vert="horz" wrap="square" lIns="0" tIns="7620" rIns="0" bIns="0" rtlCol="0">
            <a:spAutoFit/>
          </a:bodyPr>
          <a:lstStyle/>
          <a:p>
            <a:pPr marL="38100">
              <a:lnSpc>
                <a:spcPct val="100000"/>
              </a:lnSpc>
              <a:spcBef>
                <a:spcPts val="60"/>
              </a:spcBef>
            </a:pPr>
            <a:fld id="{81D60167-4931-47E6-BA6A-407CBD079E47}" type="slidenum">
              <a:rPr spc="-45" dirty="0"/>
              <a:t>67</a:t>
            </a:fld>
            <a:r>
              <a:rPr spc="-90" dirty="0"/>
              <a:t> </a:t>
            </a:r>
            <a:r>
              <a:rPr spc="70" dirty="0"/>
              <a:t>/</a:t>
            </a:r>
            <a:r>
              <a:rPr spc="-85" dirty="0"/>
              <a:t> </a:t>
            </a:r>
            <a:r>
              <a:rPr spc="-25" dirty="0"/>
              <a:t>59</a:t>
            </a:r>
          </a:p>
        </p:txBody>
      </p:sp>
    </p:spTree>
  </p:cSld>
  <p:clrMapOvr>
    <a:masterClrMapping/>
  </p:clrMapOvr>
  <p:transition>
    <p:cut/>
  </p:transition>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
  <TotalTime>356</TotalTime>
  <Words>2195</Words>
  <Application>Microsoft Office PowerPoint</Application>
  <PresentationFormat>Custom</PresentationFormat>
  <Paragraphs>529</Paragraphs>
  <Slides>67</Slides>
  <Notes>5</Notes>
  <HiddenSlides>0</HiddenSlides>
  <MMClips>0</MMClips>
  <ScaleCrop>false</ScaleCrop>
  <HeadingPairs>
    <vt:vector size="6" baseType="variant">
      <vt:variant>
        <vt:lpstr>Fonts Used</vt:lpstr>
      </vt:variant>
      <vt:variant>
        <vt:i4>9</vt:i4>
      </vt:variant>
      <vt:variant>
        <vt:lpstr>Theme</vt:lpstr>
      </vt:variant>
      <vt:variant>
        <vt:i4>1</vt:i4>
      </vt:variant>
      <vt:variant>
        <vt:lpstr>Slide Titles</vt:lpstr>
      </vt:variant>
      <vt:variant>
        <vt:i4>67</vt:i4>
      </vt:variant>
    </vt:vector>
  </HeadingPairs>
  <TitlesOfParts>
    <vt:vector size="77" baseType="lpstr">
      <vt:lpstr>Arial</vt:lpstr>
      <vt:lpstr>Arial MT</vt:lpstr>
      <vt:lpstr>Calibri</vt:lpstr>
      <vt:lpstr>Century Gothic</vt:lpstr>
      <vt:lpstr>Georgia</vt:lpstr>
      <vt:lpstr>Lucida Sans Unicode</vt:lpstr>
      <vt:lpstr>Roboto Cn</vt:lpstr>
      <vt:lpstr>Verdana</vt:lpstr>
      <vt:lpstr>Wingdings</vt:lpstr>
      <vt:lpstr>Office Theme</vt:lpstr>
      <vt:lpstr>CS- Computer Vision</vt:lpstr>
      <vt:lpstr>PowerPoint Presentation</vt:lpstr>
      <vt:lpstr>Textbook</vt:lpstr>
      <vt:lpstr>PowerPoint Presentation</vt:lpstr>
      <vt:lpstr>PowerPoint Presentation</vt:lpstr>
      <vt:lpstr>What is Computer Vision</vt:lpstr>
      <vt:lpstr>PowerPoint Presentation</vt:lpstr>
      <vt:lpstr>Computer Vision vs Human Vision</vt:lpstr>
      <vt:lpstr>PowerPoint Presentation</vt:lpstr>
      <vt:lpstr>PowerPoint Presentation</vt:lpstr>
      <vt:lpstr>PowerPoint Presentation</vt:lpstr>
      <vt:lpstr>PowerPoint Presentation</vt:lpstr>
      <vt:lpstr>Related disciplines</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Virtual/Augmented/Mixed Reality</vt:lpstr>
      <vt:lpstr>Sports and Advertising</vt:lpstr>
      <vt:lpstr>Video Surveillance</vt:lpstr>
      <vt:lpstr>Person Re-identification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What will we cover?</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CS-565 Computer Vision</dc:title>
  <dc:creator>Nazar Khan</dc:creator>
  <cp:lastModifiedBy>anwar khan</cp:lastModifiedBy>
  <cp:revision>83</cp:revision>
  <dcterms:created xsi:type="dcterms:W3CDTF">2025-10-03T03:09:35Z</dcterms:created>
  <dcterms:modified xsi:type="dcterms:W3CDTF">2025-10-14T06:35:27Z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reated">
    <vt:filetime>2021-05-24T00:00:00Z</vt:filetime>
  </property>
  <property fmtid="{D5CDD505-2E9C-101B-9397-08002B2CF9AE}" pid="3" name="Creator">
    <vt:lpwstr>LaTeX with Beamer class</vt:lpwstr>
  </property>
  <property fmtid="{D5CDD505-2E9C-101B-9397-08002B2CF9AE}" pid="4" name="LastSaved">
    <vt:filetime>2025-10-03T00:00:00Z</vt:filetime>
  </property>
  <property fmtid="{D5CDD505-2E9C-101B-9397-08002B2CF9AE}" pid="5" name="PTEX.Fullbanner">
    <vt:lpwstr>This is pdfTeX, Version 3.14159265-2.6-1.40.18 (TeX Live 2017) kpathsea version 6.2.3</vt:lpwstr>
  </property>
  <property fmtid="{D5CDD505-2E9C-101B-9397-08002B2CF9AE}" pid="6" name="Producer">
    <vt:lpwstr>pdfTeX-1.40.18</vt:lpwstr>
  </property>
</Properties>
</file>