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402" r:id="rId6"/>
    <p:sldId id="404" r:id="rId7"/>
    <p:sldId id="403" r:id="rId8"/>
    <p:sldId id="401" r:id="rId9"/>
    <p:sldId id="405" r:id="rId10"/>
    <p:sldId id="406" r:id="rId11"/>
    <p:sldId id="407" r:id="rId12"/>
    <p:sldId id="408" r:id="rId13"/>
    <p:sldId id="410" r:id="rId14"/>
    <p:sldId id="411" r:id="rId15"/>
    <p:sldId id="413" r:id="rId16"/>
    <p:sldId id="414" r:id="rId17"/>
    <p:sldId id="416" r:id="rId18"/>
    <p:sldId id="417" r:id="rId19"/>
    <p:sldId id="415" r:id="rId2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E1D4EB-CA93-499F-ADF3-31CC9423374E}" v="2130" dt="2023-02-02T03:47:00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61" autoAdjust="0"/>
    <p:restoredTop sz="94660"/>
  </p:normalViewPr>
  <p:slideViewPr>
    <p:cSldViewPr>
      <p:cViewPr varScale="1">
        <p:scale>
          <a:sx n="74" d="100"/>
          <a:sy n="74" d="100"/>
        </p:scale>
        <p:origin x="9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6308"/>
    </p:cViewPr>
  </p:sorterViewPr>
  <p:notesViewPr>
    <p:cSldViewPr>
      <p:cViewPr varScale="1">
        <p:scale>
          <a:sx n="87" d="100"/>
          <a:sy n="87" d="100"/>
        </p:scale>
        <p:origin x="-1254" y="-9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silis Athitsos" userId="cac912e4-cfd7-44a5-98fd-59802aaf955c" providerId="ADAL" clId="{CEE1D4EB-CA93-499F-ADF3-31CC9423374E}"/>
    <pc:docChg chg="undo custSel addSld delSld modSld sldOrd">
      <pc:chgData name="Vassilis Athitsos" userId="cac912e4-cfd7-44a5-98fd-59802aaf955c" providerId="ADAL" clId="{CEE1D4EB-CA93-499F-ADF3-31CC9423374E}" dt="2023-02-01T02:26:55.755" v="1545" actId="20577"/>
      <pc:docMkLst>
        <pc:docMk/>
      </pc:docMkLst>
      <pc:sldChg chg="addSp delSp modSp">
        <pc:chgData name="Vassilis Athitsos" userId="cac912e4-cfd7-44a5-98fd-59802aaf955c" providerId="ADAL" clId="{CEE1D4EB-CA93-499F-ADF3-31CC9423374E}" dt="2023-02-01T02:25:35.971" v="1201" actId="20577"/>
        <pc:sldMkLst>
          <pc:docMk/>
          <pc:sldMk cId="3255105699" sldId="256"/>
        </pc:sldMkLst>
        <pc:spChg chg="mod">
          <ac:chgData name="Vassilis Athitsos" userId="cac912e4-cfd7-44a5-98fd-59802aaf955c" providerId="ADAL" clId="{CEE1D4EB-CA93-499F-ADF3-31CC9423374E}" dt="2023-02-01T02:25:35.971" v="1201" actId="20577"/>
          <ac:spMkLst>
            <pc:docMk/>
            <pc:sldMk cId="3255105699" sldId="256"/>
            <ac:spMk id="4" creationId="{00000000-0000-0000-0000-000000000000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3255105699" sldId="256"/>
            <ac:cxnSpMk id="2" creationId="{22CAAB89-E2AA-40F9-82E2-35BDA082FF3D}"/>
          </ac:cxnSpMkLst>
        </pc:cxnChg>
      </pc:sldChg>
      <pc:sldChg chg="del ord">
        <pc:chgData name="Vassilis Athitsos" userId="cac912e4-cfd7-44a5-98fd-59802aaf955c" providerId="ADAL" clId="{CEE1D4EB-CA93-499F-ADF3-31CC9423374E}" dt="2023-02-01T01:36:08.921" v="54" actId="2696"/>
        <pc:sldMkLst>
          <pc:docMk/>
          <pc:sldMk cId="1820599213" sldId="376"/>
        </pc:sldMkLst>
      </pc:sldChg>
      <pc:sldChg chg="del">
        <pc:chgData name="Vassilis Athitsos" userId="cac912e4-cfd7-44a5-98fd-59802aaf955c" providerId="ADAL" clId="{CEE1D4EB-CA93-499F-ADF3-31CC9423374E}" dt="2023-02-01T01:32:25.633" v="24" actId="2696"/>
        <pc:sldMkLst>
          <pc:docMk/>
          <pc:sldMk cId="3686633393" sldId="377"/>
        </pc:sldMkLst>
      </pc:sldChg>
      <pc:sldChg chg="del">
        <pc:chgData name="Vassilis Athitsos" userId="cac912e4-cfd7-44a5-98fd-59802aaf955c" providerId="ADAL" clId="{CEE1D4EB-CA93-499F-ADF3-31CC9423374E}" dt="2023-02-01T01:32:27.955" v="25" actId="2696"/>
        <pc:sldMkLst>
          <pc:docMk/>
          <pc:sldMk cId="208360662" sldId="378"/>
        </pc:sldMkLst>
      </pc:sldChg>
      <pc:sldChg chg="del">
        <pc:chgData name="Vassilis Athitsos" userId="cac912e4-cfd7-44a5-98fd-59802aaf955c" providerId="ADAL" clId="{CEE1D4EB-CA93-499F-ADF3-31CC9423374E}" dt="2023-02-01T01:32:33.263" v="26" actId="2696"/>
        <pc:sldMkLst>
          <pc:docMk/>
          <pc:sldMk cId="2499507016" sldId="379"/>
        </pc:sldMkLst>
      </pc:sldChg>
      <pc:sldChg chg="del">
        <pc:chgData name="Vassilis Athitsos" userId="cac912e4-cfd7-44a5-98fd-59802aaf955c" providerId="ADAL" clId="{CEE1D4EB-CA93-499F-ADF3-31CC9423374E}" dt="2023-02-01T01:32:39.853" v="27" actId="2696"/>
        <pc:sldMkLst>
          <pc:docMk/>
          <pc:sldMk cId="583629614" sldId="380"/>
        </pc:sldMkLst>
      </pc:sldChg>
      <pc:sldChg chg="del">
        <pc:chgData name="Vassilis Athitsos" userId="cac912e4-cfd7-44a5-98fd-59802aaf955c" providerId="ADAL" clId="{CEE1D4EB-CA93-499F-ADF3-31CC9423374E}" dt="2023-02-01T01:36:56.373" v="64" actId="2696"/>
        <pc:sldMkLst>
          <pc:docMk/>
          <pc:sldMk cId="3775311864" sldId="382"/>
        </pc:sldMkLst>
      </pc:sldChg>
      <pc:sldChg chg="del">
        <pc:chgData name="Vassilis Athitsos" userId="cac912e4-cfd7-44a5-98fd-59802aaf955c" providerId="ADAL" clId="{CEE1D4EB-CA93-499F-ADF3-31CC9423374E}" dt="2023-02-01T01:37:04.988" v="65" actId="2696"/>
        <pc:sldMkLst>
          <pc:docMk/>
          <pc:sldMk cId="4231228307" sldId="383"/>
        </pc:sldMkLst>
      </pc:sldChg>
      <pc:sldChg chg="del">
        <pc:chgData name="Vassilis Athitsos" userId="cac912e4-cfd7-44a5-98fd-59802aaf955c" providerId="ADAL" clId="{CEE1D4EB-CA93-499F-ADF3-31CC9423374E}" dt="2023-02-01T01:37:04.998" v="66" actId="2696"/>
        <pc:sldMkLst>
          <pc:docMk/>
          <pc:sldMk cId="3217033851" sldId="384"/>
        </pc:sldMkLst>
      </pc:sldChg>
      <pc:sldChg chg="del">
        <pc:chgData name="Vassilis Athitsos" userId="cac912e4-cfd7-44a5-98fd-59802aaf955c" providerId="ADAL" clId="{CEE1D4EB-CA93-499F-ADF3-31CC9423374E}" dt="2023-02-01T01:37:05.008" v="67" actId="2696"/>
        <pc:sldMkLst>
          <pc:docMk/>
          <pc:sldMk cId="1216886881" sldId="385"/>
        </pc:sldMkLst>
      </pc:sldChg>
      <pc:sldChg chg="del">
        <pc:chgData name="Vassilis Athitsos" userId="cac912e4-cfd7-44a5-98fd-59802aaf955c" providerId="ADAL" clId="{CEE1D4EB-CA93-499F-ADF3-31CC9423374E}" dt="2023-02-01T01:37:05.018" v="68" actId="2696"/>
        <pc:sldMkLst>
          <pc:docMk/>
          <pc:sldMk cId="628621157" sldId="386"/>
        </pc:sldMkLst>
      </pc:sldChg>
      <pc:sldChg chg="del">
        <pc:chgData name="Vassilis Athitsos" userId="cac912e4-cfd7-44a5-98fd-59802aaf955c" providerId="ADAL" clId="{CEE1D4EB-CA93-499F-ADF3-31CC9423374E}" dt="2023-02-01T01:37:05.029" v="69" actId="2696"/>
        <pc:sldMkLst>
          <pc:docMk/>
          <pc:sldMk cId="2875622603" sldId="387"/>
        </pc:sldMkLst>
      </pc:sldChg>
      <pc:sldChg chg="del">
        <pc:chgData name="Vassilis Athitsos" userId="cac912e4-cfd7-44a5-98fd-59802aaf955c" providerId="ADAL" clId="{CEE1D4EB-CA93-499F-ADF3-31CC9423374E}" dt="2023-02-01T01:37:05.041" v="70" actId="2696"/>
        <pc:sldMkLst>
          <pc:docMk/>
          <pc:sldMk cId="4179997048" sldId="389"/>
        </pc:sldMkLst>
      </pc:sldChg>
      <pc:sldChg chg="del">
        <pc:chgData name="Vassilis Athitsos" userId="cac912e4-cfd7-44a5-98fd-59802aaf955c" providerId="ADAL" clId="{CEE1D4EB-CA93-499F-ADF3-31CC9423374E}" dt="2023-02-01T01:37:05.051" v="71" actId="2696"/>
        <pc:sldMkLst>
          <pc:docMk/>
          <pc:sldMk cId="4170544145" sldId="392"/>
        </pc:sldMkLst>
      </pc:sldChg>
      <pc:sldChg chg="del">
        <pc:chgData name="Vassilis Athitsos" userId="cac912e4-cfd7-44a5-98fd-59802aaf955c" providerId="ADAL" clId="{CEE1D4EB-CA93-499F-ADF3-31CC9423374E}" dt="2023-02-01T01:37:05.061" v="72" actId="2696"/>
        <pc:sldMkLst>
          <pc:docMk/>
          <pc:sldMk cId="1635344100" sldId="393"/>
        </pc:sldMkLst>
      </pc:sldChg>
      <pc:sldChg chg="del">
        <pc:chgData name="Vassilis Athitsos" userId="cac912e4-cfd7-44a5-98fd-59802aaf955c" providerId="ADAL" clId="{CEE1D4EB-CA93-499F-ADF3-31CC9423374E}" dt="2023-02-01T01:37:05.070" v="73" actId="2696"/>
        <pc:sldMkLst>
          <pc:docMk/>
          <pc:sldMk cId="688239294" sldId="394"/>
        </pc:sldMkLst>
      </pc:sldChg>
      <pc:sldChg chg="del">
        <pc:chgData name="Vassilis Athitsos" userId="cac912e4-cfd7-44a5-98fd-59802aaf955c" providerId="ADAL" clId="{CEE1D4EB-CA93-499F-ADF3-31CC9423374E}" dt="2023-02-01T01:37:05.080" v="74" actId="2696"/>
        <pc:sldMkLst>
          <pc:docMk/>
          <pc:sldMk cId="3366793487" sldId="395"/>
        </pc:sldMkLst>
      </pc:sldChg>
      <pc:sldChg chg="del">
        <pc:chgData name="Vassilis Athitsos" userId="cac912e4-cfd7-44a5-98fd-59802aaf955c" providerId="ADAL" clId="{CEE1D4EB-CA93-499F-ADF3-31CC9423374E}" dt="2023-02-01T01:37:05.089" v="75" actId="2696"/>
        <pc:sldMkLst>
          <pc:docMk/>
          <pc:sldMk cId="991229122" sldId="396"/>
        </pc:sldMkLst>
      </pc:sldChg>
      <pc:sldChg chg="del">
        <pc:chgData name="Vassilis Athitsos" userId="cac912e4-cfd7-44a5-98fd-59802aaf955c" providerId="ADAL" clId="{CEE1D4EB-CA93-499F-ADF3-31CC9423374E}" dt="2023-02-01T01:37:05.098" v="76" actId="2696"/>
        <pc:sldMkLst>
          <pc:docMk/>
          <pc:sldMk cId="2044819830" sldId="397"/>
        </pc:sldMkLst>
      </pc:sldChg>
      <pc:sldChg chg="del">
        <pc:chgData name="Vassilis Athitsos" userId="cac912e4-cfd7-44a5-98fd-59802aaf955c" providerId="ADAL" clId="{CEE1D4EB-CA93-499F-ADF3-31CC9423374E}" dt="2023-02-01T01:37:05.105" v="77" actId="2696"/>
        <pc:sldMkLst>
          <pc:docMk/>
          <pc:sldMk cId="3306065236" sldId="398"/>
        </pc:sldMkLst>
      </pc:sldChg>
      <pc:sldChg chg="del">
        <pc:chgData name="Vassilis Athitsos" userId="cac912e4-cfd7-44a5-98fd-59802aaf955c" providerId="ADAL" clId="{CEE1D4EB-CA93-499F-ADF3-31CC9423374E}" dt="2023-02-01T01:37:05.114" v="78" actId="2696"/>
        <pc:sldMkLst>
          <pc:docMk/>
          <pc:sldMk cId="2962598674" sldId="399"/>
        </pc:sldMkLst>
      </pc:sldChg>
      <pc:sldChg chg="del">
        <pc:chgData name="Vassilis Athitsos" userId="cac912e4-cfd7-44a5-98fd-59802aaf955c" providerId="ADAL" clId="{CEE1D4EB-CA93-499F-ADF3-31CC9423374E}" dt="2023-02-01T01:37:05.123" v="79" actId="2696"/>
        <pc:sldMkLst>
          <pc:docMk/>
          <pc:sldMk cId="2666553272" sldId="400"/>
        </pc:sldMkLst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3243170513" sldId="401"/>
        </pc:sldMkLst>
        <pc:spChg chg="mod">
          <ac:chgData name="Vassilis Athitsos" userId="cac912e4-cfd7-44a5-98fd-59802aaf955c" providerId="ADAL" clId="{CEE1D4EB-CA93-499F-ADF3-31CC9423374E}" dt="2023-02-01T01:39:27.388" v="101" actId="6549"/>
          <ac:spMkLst>
            <pc:docMk/>
            <pc:sldMk cId="3243170513" sldId="401"/>
            <ac:spMk id="3" creationId="{00000000-0000-0000-0000-000000000000}"/>
          </ac:spMkLst>
        </pc:spChg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3243170513" sldId="401"/>
            <ac:spMk id="5" creationId="{4BD36B91-25CA-4518-BE5D-4691D74AC40F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3243170513" sldId="401"/>
            <ac:cxnSpMk id="6" creationId="{BA6E3CAA-0466-4E64-8DD5-972B88554011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2791705253" sldId="402"/>
        </pc:sldMkLst>
        <pc:spChg chg="mod">
          <ac:chgData name="Vassilis Athitsos" userId="cac912e4-cfd7-44a5-98fd-59802aaf955c" providerId="ADAL" clId="{CEE1D4EB-CA93-499F-ADF3-31CC9423374E}" dt="2023-02-01T01:36:35.322" v="63" actId="20577"/>
          <ac:spMkLst>
            <pc:docMk/>
            <pc:sldMk cId="2791705253" sldId="402"/>
            <ac:spMk id="3" creationId="{00000000-0000-0000-0000-000000000000}"/>
          </ac:spMkLst>
        </pc:spChg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2791705253" sldId="402"/>
            <ac:spMk id="6" creationId="{FECAA04E-16A8-4A46-8871-5FCD2CD39F63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2791705253" sldId="402"/>
            <ac:cxnSpMk id="5" creationId="{A633A809-2EDB-4D44-9EB8-727853C18D53}"/>
          </ac:cxnSpMkLst>
        </pc:cxnChg>
      </pc:sldChg>
      <pc:sldChg chg="addSp delSp modSp ord">
        <pc:chgData name="Vassilis Athitsos" userId="cac912e4-cfd7-44a5-98fd-59802aaf955c" providerId="ADAL" clId="{CEE1D4EB-CA93-499F-ADF3-31CC9423374E}" dt="2023-02-01T02:25:12.612" v="1196"/>
        <pc:sldMkLst>
          <pc:docMk/>
          <pc:sldMk cId="1629261784" sldId="403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1629261784" sldId="403"/>
            <ac:spMk id="6" creationId="{094143E2-8BB3-4FFD-A5B1-791A086230CD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1629261784" sldId="403"/>
            <ac:cxnSpMk id="7" creationId="{2D828233-BD3F-4464-9C3D-D5AB66650433}"/>
          </ac:cxnSpMkLst>
        </pc:cxnChg>
      </pc:sldChg>
      <pc:sldChg chg="addSp delSp modSp ord">
        <pc:chgData name="Vassilis Athitsos" userId="cac912e4-cfd7-44a5-98fd-59802aaf955c" providerId="ADAL" clId="{CEE1D4EB-CA93-499F-ADF3-31CC9423374E}" dt="2023-02-01T02:25:12.612" v="1196"/>
        <pc:sldMkLst>
          <pc:docMk/>
          <pc:sldMk cId="2147066918" sldId="404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2147066918" sldId="404"/>
            <ac:spMk id="6" creationId="{2A4D4277-49DA-4093-B7A7-5044B853568B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2147066918" sldId="404"/>
            <ac:cxnSpMk id="5" creationId="{D23A8076-FBA0-44C9-9B2C-02DCA79EF0C6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1148678259" sldId="405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1148678259" sldId="405"/>
            <ac:spMk id="6" creationId="{4AC01134-4988-427C-BFD8-AD209B748CF7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1148678259" sldId="405"/>
            <ac:cxnSpMk id="5" creationId="{44CF9003-AE68-4F3C-8A00-4FA4CC837B74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1019348519" sldId="406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1019348519" sldId="406"/>
            <ac:spMk id="6" creationId="{FA8745F8-77B8-4941-9795-6A3C4387C60F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1019348519" sldId="406"/>
            <ac:cxnSpMk id="7" creationId="{1DFEF3D5-F875-497F-B636-CAE316E34461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4100598778" sldId="407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4100598778" sldId="407"/>
            <ac:spMk id="7" creationId="{26337371-D012-43DE-AC3C-18668C9BD9C7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4100598778" sldId="407"/>
            <ac:cxnSpMk id="5" creationId="{278BA7E5-7F89-436C-9F41-7E9E7F8B71C5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3940291353" sldId="408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3940291353" sldId="408"/>
            <ac:spMk id="6" creationId="{76D00871-A0A7-4C18-8BED-23F89AC4328C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3940291353" sldId="408"/>
            <ac:cxnSpMk id="7" creationId="{C265F78A-0910-42A1-B7C7-81D3DCE4755E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383442612" sldId="410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383442612" sldId="410"/>
            <ac:spMk id="6" creationId="{E7B4F1E5-228A-411F-87D3-3D44303C78F7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383442612" sldId="410"/>
            <ac:cxnSpMk id="7" creationId="{BFB17AD4-2BC0-40E9-88B1-27C9C1D7DCE3}"/>
          </ac:cxnSpMkLst>
        </pc:cxnChg>
      </pc:sldChg>
      <pc:sldChg chg="addSp delSp modSp">
        <pc:chgData name="Vassilis Athitsos" userId="cac912e4-cfd7-44a5-98fd-59802aaf955c" providerId="ADAL" clId="{CEE1D4EB-CA93-499F-ADF3-31CC9423374E}" dt="2023-02-01T02:25:12.612" v="1196"/>
        <pc:sldMkLst>
          <pc:docMk/>
          <pc:sldMk cId="1038568750" sldId="411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1038568750" sldId="411"/>
            <ac:spMk id="7" creationId="{ADDBA4E8-C099-4CC4-B22C-43A7815BAD36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1038568750" sldId="411"/>
            <ac:cxnSpMk id="5" creationId="{4F676824-D7D2-441A-97D8-D4C2CA003CF2}"/>
          </ac:cxnSpMkLst>
        </pc:cxnChg>
      </pc:sldChg>
      <pc:sldChg chg="del">
        <pc:chgData name="Vassilis Athitsos" userId="cac912e4-cfd7-44a5-98fd-59802aaf955c" providerId="ADAL" clId="{CEE1D4EB-CA93-499F-ADF3-31CC9423374E}" dt="2023-02-01T01:37:24.111" v="97" actId="2696"/>
        <pc:sldMkLst>
          <pc:docMk/>
          <pc:sldMk cId="4274321220" sldId="412"/>
        </pc:sldMkLst>
      </pc:sldChg>
      <pc:sldChg chg="del">
        <pc:chgData name="Vassilis Athitsos" userId="cac912e4-cfd7-44a5-98fd-59802aaf955c" providerId="ADAL" clId="{CEE1D4EB-CA93-499F-ADF3-31CC9423374E}" dt="2023-02-01T01:37:05.133" v="80" actId="2696"/>
        <pc:sldMkLst>
          <pc:docMk/>
          <pc:sldMk cId="264931029" sldId="413"/>
        </pc:sldMkLst>
      </pc:sldChg>
      <pc:sldChg chg="addSp delSp modSp add">
        <pc:chgData name="Vassilis Athitsos" userId="cac912e4-cfd7-44a5-98fd-59802aaf955c" providerId="ADAL" clId="{CEE1D4EB-CA93-499F-ADF3-31CC9423374E}" dt="2023-02-01T02:25:12.612" v="1196"/>
        <pc:sldMkLst>
          <pc:docMk/>
          <pc:sldMk cId="1450564874" sldId="413"/>
        </pc:sldMkLst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1450564874" sldId="413"/>
            <ac:spMk id="6" creationId="{5579D632-EB60-4D91-BD35-4F7249BD3A8F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1450564874" sldId="413"/>
            <ac:cxnSpMk id="7" creationId="{343F1763-E611-42CB-9C68-6D69626D261A}"/>
          </ac:cxnSpMkLst>
        </pc:cxnChg>
      </pc:sldChg>
      <pc:sldChg chg="addSp delSp modSp add">
        <pc:chgData name="Vassilis Athitsos" userId="cac912e4-cfd7-44a5-98fd-59802aaf955c" providerId="ADAL" clId="{CEE1D4EB-CA93-499F-ADF3-31CC9423374E}" dt="2023-02-01T02:25:12.612" v="1196"/>
        <pc:sldMkLst>
          <pc:docMk/>
          <pc:sldMk cId="475115450" sldId="414"/>
        </pc:sldMkLst>
        <pc:spChg chg="mod">
          <ac:chgData name="Vassilis Athitsos" userId="cac912e4-cfd7-44a5-98fd-59802aaf955c" providerId="ADAL" clId="{CEE1D4EB-CA93-499F-ADF3-31CC9423374E}" dt="2023-02-01T01:43:53.393" v="135" actId="20577"/>
          <ac:spMkLst>
            <pc:docMk/>
            <pc:sldMk cId="475115450" sldId="414"/>
            <ac:spMk id="2" creationId="{00000000-0000-0000-0000-000000000000}"/>
          </ac:spMkLst>
        </pc:spChg>
        <pc:spChg chg="mod">
          <ac:chgData name="Vassilis Athitsos" userId="cac912e4-cfd7-44a5-98fd-59802aaf955c" providerId="ADAL" clId="{CEE1D4EB-CA93-499F-ADF3-31CC9423374E}" dt="2023-02-01T02:16:11.609" v="507" actId="1035"/>
          <ac:spMkLst>
            <pc:docMk/>
            <pc:sldMk cId="475115450" sldId="414"/>
            <ac:spMk id="3" creationId="{00000000-0000-0000-0000-000000000000}"/>
          </ac:spMkLst>
        </pc:spChg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475115450" sldId="414"/>
            <ac:spMk id="10" creationId="{2FDA5B58-AAC0-4088-B0F6-64FC7B41E4F7}"/>
          </ac:spMkLst>
        </pc:spChg>
        <pc:picChg chg="del">
          <ac:chgData name="Vassilis Athitsos" userId="cac912e4-cfd7-44a5-98fd-59802aaf955c" providerId="ADAL" clId="{CEE1D4EB-CA93-499F-ADF3-31CC9423374E}" dt="2023-02-01T01:43:56.793" v="136" actId="478"/>
          <ac:picMkLst>
            <pc:docMk/>
            <pc:sldMk cId="475115450" sldId="414"/>
            <ac:picMk id="5" creationId="{00000000-0000-0000-0000-000000000000}"/>
          </ac:picMkLst>
        </pc:picChg>
        <pc:picChg chg="add del">
          <ac:chgData name="Vassilis Athitsos" userId="cac912e4-cfd7-44a5-98fd-59802aaf955c" providerId="ADAL" clId="{CEE1D4EB-CA93-499F-ADF3-31CC9423374E}" dt="2023-02-01T02:13:48.393" v="486"/>
          <ac:picMkLst>
            <pc:docMk/>
            <pc:sldMk cId="475115450" sldId="414"/>
            <ac:picMk id="6" creationId="{51AB6999-37EA-402E-B7D0-98C30A12CC75}"/>
          </ac:picMkLst>
        </pc:picChg>
        <pc:picChg chg="add del">
          <ac:chgData name="Vassilis Athitsos" userId="cac912e4-cfd7-44a5-98fd-59802aaf955c" providerId="ADAL" clId="{CEE1D4EB-CA93-499F-ADF3-31CC9423374E}" dt="2023-02-01T02:14:09.559" v="488" actId="478"/>
          <ac:picMkLst>
            <pc:docMk/>
            <pc:sldMk cId="475115450" sldId="414"/>
            <ac:picMk id="7" creationId="{7B7EAECB-2E17-4012-8B24-5CB43CC2E7DD}"/>
          </ac:picMkLst>
        </pc:picChg>
        <pc:picChg chg="add del mod">
          <ac:chgData name="Vassilis Athitsos" userId="cac912e4-cfd7-44a5-98fd-59802aaf955c" providerId="ADAL" clId="{CEE1D4EB-CA93-499F-ADF3-31CC9423374E}" dt="2023-02-01T02:15:01.563" v="491" actId="478"/>
          <ac:picMkLst>
            <pc:docMk/>
            <pc:sldMk cId="475115450" sldId="414"/>
            <ac:picMk id="8" creationId="{1435A40A-CEC3-4D3B-9CBA-AC1B27ECF61E}"/>
          </ac:picMkLst>
        </pc:picChg>
        <pc:picChg chg="add mod">
          <ac:chgData name="Vassilis Athitsos" userId="cac912e4-cfd7-44a5-98fd-59802aaf955c" providerId="ADAL" clId="{CEE1D4EB-CA93-499F-ADF3-31CC9423374E}" dt="2023-02-01T02:15:58.555" v="505" actId="1035"/>
          <ac:picMkLst>
            <pc:docMk/>
            <pc:sldMk cId="475115450" sldId="414"/>
            <ac:picMk id="9" creationId="{35D638D1-ABB8-4A7A-ABE8-3E419DC86949}"/>
          </ac:picMkLst>
        </pc:pic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475115450" sldId="414"/>
            <ac:cxnSpMk id="11" creationId="{A2A7EEAD-CDEB-4E0B-BFD6-A1E29D4912C6}"/>
          </ac:cxnSpMkLst>
        </pc:cxnChg>
      </pc:sldChg>
      <pc:sldChg chg="del">
        <pc:chgData name="Vassilis Athitsos" userId="cac912e4-cfd7-44a5-98fd-59802aaf955c" providerId="ADAL" clId="{CEE1D4EB-CA93-499F-ADF3-31CC9423374E}" dt="2023-02-01T01:37:05.149" v="82" actId="2696"/>
        <pc:sldMkLst>
          <pc:docMk/>
          <pc:sldMk cId="2978386799" sldId="414"/>
        </pc:sldMkLst>
      </pc:sldChg>
      <pc:sldChg chg="del">
        <pc:chgData name="Vassilis Athitsos" userId="cac912e4-cfd7-44a5-98fd-59802aaf955c" providerId="ADAL" clId="{CEE1D4EB-CA93-499F-ADF3-31CC9423374E}" dt="2023-02-01T01:37:05.142" v="81" actId="2696"/>
        <pc:sldMkLst>
          <pc:docMk/>
          <pc:sldMk cId="61243352" sldId="415"/>
        </pc:sldMkLst>
      </pc:sldChg>
      <pc:sldChg chg="addSp delSp modSp add">
        <pc:chgData name="Vassilis Athitsos" userId="cac912e4-cfd7-44a5-98fd-59802aaf955c" providerId="ADAL" clId="{CEE1D4EB-CA93-499F-ADF3-31CC9423374E}" dt="2023-02-01T02:26:55.755" v="1545" actId="20577"/>
        <pc:sldMkLst>
          <pc:docMk/>
          <pc:sldMk cId="386878037" sldId="415"/>
        </pc:sldMkLst>
        <pc:spChg chg="mod">
          <ac:chgData name="Vassilis Athitsos" userId="cac912e4-cfd7-44a5-98fd-59802aaf955c" providerId="ADAL" clId="{CEE1D4EB-CA93-499F-ADF3-31CC9423374E}" dt="2023-02-01T02:25:56.560" v="1268" actId="20577"/>
          <ac:spMkLst>
            <pc:docMk/>
            <pc:sldMk cId="386878037" sldId="415"/>
            <ac:spMk id="2" creationId="{21EEA900-147A-4EC1-886E-0B295B47255D}"/>
          </ac:spMkLst>
        </pc:spChg>
        <pc:spChg chg="mod">
          <ac:chgData name="Vassilis Athitsos" userId="cac912e4-cfd7-44a5-98fd-59802aaf955c" providerId="ADAL" clId="{CEE1D4EB-CA93-499F-ADF3-31CC9423374E}" dt="2023-02-01T02:26:55.755" v="1545" actId="20577"/>
          <ac:spMkLst>
            <pc:docMk/>
            <pc:sldMk cId="386878037" sldId="415"/>
            <ac:spMk id="3" creationId="{3B5F30D9-B1AB-49AC-9BD2-2B77E8C9608B}"/>
          </ac:spMkLst>
        </pc:spChg>
        <pc:spChg chg="add del mod">
          <ac:chgData name="Vassilis Athitsos" userId="cac912e4-cfd7-44a5-98fd-59802aaf955c" providerId="ADAL" clId="{CEE1D4EB-CA93-499F-ADF3-31CC9423374E}" dt="2023-02-01T02:25:12.612" v="1196"/>
          <ac:spMkLst>
            <pc:docMk/>
            <pc:sldMk cId="386878037" sldId="415"/>
            <ac:spMk id="5" creationId="{EC4845C3-16F0-484B-A7E3-0A28DD559811}"/>
          </ac:spMkLst>
        </pc:spChg>
        <pc:cxnChg chg="add del mod ord">
          <ac:chgData name="Vassilis Athitsos" userId="cac912e4-cfd7-44a5-98fd-59802aaf955c" providerId="ADAL" clId="{CEE1D4EB-CA93-499F-ADF3-31CC9423374E}" dt="2023-02-01T02:25:12.612" v="1196"/>
          <ac:cxnSpMkLst>
            <pc:docMk/>
            <pc:sldMk cId="386878037" sldId="415"/>
            <ac:cxnSpMk id="6" creationId="{09767145-1937-4F81-91C8-7F6745006BAC}"/>
          </ac:cxnSpMkLst>
        </pc:cxnChg>
      </pc:sldChg>
      <pc:sldChg chg="del">
        <pc:chgData name="Vassilis Athitsos" userId="cac912e4-cfd7-44a5-98fd-59802aaf955c" providerId="ADAL" clId="{CEE1D4EB-CA93-499F-ADF3-31CC9423374E}" dt="2023-02-01T01:37:05.167" v="84" actId="2696"/>
        <pc:sldMkLst>
          <pc:docMk/>
          <pc:sldMk cId="3850238455" sldId="416"/>
        </pc:sldMkLst>
      </pc:sldChg>
      <pc:sldChg chg="del">
        <pc:chgData name="Vassilis Athitsos" userId="cac912e4-cfd7-44a5-98fd-59802aaf955c" providerId="ADAL" clId="{CEE1D4EB-CA93-499F-ADF3-31CC9423374E}" dt="2023-02-01T01:37:05.158" v="83" actId="2696"/>
        <pc:sldMkLst>
          <pc:docMk/>
          <pc:sldMk cId="3984449799" sldId="417"/>
        </pc:sldMkLst>
      </pc:sldChg>
      <pc:sldChg chg="del">
        <pc:chgData name="Vassilis Athitsos" userId="cac912e4-cfd7-44a5-98fd-59802aaf955c" providerId="ADAL" clId="{CEE1D4EB-CA93-499F-ADF3-31CC9423374E}" dt="2023-02-01T01:37:05.262" v="95" actId="2696"/>
        <pc:sldMkLst>
          <pc:docMk/>
          <pc:sldMk cId="319055256" sldId="418"/>
        </pc:sldMkLst>
      </pc:sldChg>
      <pc:sldChg chg="del">
        <pc:chgData name="Vassilis Athitsos" userId="cac912e4-cfd7-44a5-98fd-59802aaf955c" providerId="ADAL" clId="{CEE1D4EB-CA93-499F-ADF3-31CC9423374E}" dt="2023-02-01T01:37:05.178" v="85" actId="2696"/>
        <pc:sldMkLst>
          <pc:docMk/>
          <pc:sldMk cId="2262497689" sldId="419"/>
        </pc:sldMkLst>
      </pc:sldChg>
      <pc:sldChg chg="del">
        <pc:chgData name="Vassilis Athitsos" userId="cac912e4-cfd7-44a5-98fd-59802aaf955c" providerId="ADAL" clId="{CEE1D4EB-CA93-499F-ADF3-31CC9423374E}" dt="2023-02-01T01:37:05.188" v="86" actId="2696"/>
        <pc:sldMkLst>
          <pc:docMk/>
          <pc:sldMk cId="2278751446" sldId="420"/>
        </pc:sldMkLst>
      </pc:sldChg>
      <pc:sldChg chg="del">
        <pc:chgData name="Vassilis Athitsos" userId="cac912e4-cfd7-44a5-98fd-59802aaf955c" providerId="ADAL" clId="{CEE1D4EB-CA93-499F-ADF3-31CC9423374E}" dt="2023-02-01T01:37:05.200" v="87" actId="2696"/>
        <pc:sldMkLst>
          <pc:docMk/>
          <pc:sldMk cId="1480085285" sldId="421"/>
        </pc:sldMkLst>
      </pc:sldChg>
      <pc:sldChg chg="del">
        <pc:chgData name="Vassilis Athitsos" userId="cac912e4-cfd7-44a5-98fd-59802aaf955c" providerId="ADAL" clId="{CEE1D4EB-CA93-499F-ADF3-31CC9423374E}" dt="2023-02-01T01:37:05.209" v="88" actId="2696"/>
        <pc:sldMkLst>
          <pc:docMk/>
          <pc:sldMk cId="335981000" sldId="422"/>
        </pc:sldMkLst>
      </pc:sldChg>
      <pc:sldChg chg="del">
        <pc:chgData name="Vassilis Athitsos" userId="cac912e4-cfd7-44a5-98fd-59802aaf955c" providerId="ADAL" clId="{CEE1D4EB-CA93-499F-ADF3-31CC9423374E}" dt="2023-02-01T01:37:05.216" v="89" actId="2696"/>
        <pc:sldMkLst>
          <pc:docMk/>
          <pc:sldMk cId="330898749" sldId="423"/>
        </pc:sldMkLst>
      </pc:sldChg>
      <pc:sldChg chg="del">
        <pc:chgData name="Vassilis Athitsos" userId="cac912e4-cfd7-44a5-98fd-59802aaf955c" providerId="ADAL" clId="{CEE1D4EB-CA93-499F-ADF3-31CC9423374E}" dt="2023-02-01T01:37:05.227" v="90" actId="2696"/>
        <pc:sldMkLst>
          <pc:docMk/>
          <pc:sldMk cId="1908135119" sldId="424"/>
        </pc:sldMkLst>
      </pc:sldChg>
      <pc:sldChg chg="del">
        <pc:chgData name="Vassilis Athitsos" userId="cac912e4-cfd7-44a5-98fd-59802aaf955c" providerId="ADAL" clId="{CEE1D4EB-CA93-499F-ADF3-31CC9423374E}" dt="2023-02-01T01:37:05.236" v="91" actId="2696"/>
        <pc:sldMkLst>
          <pc:docMk/>
          <pc:sldMk cId="1892964783" sldId="425"/>
        </pc:sldMkLst>
      </pc:sldChg>
      <pc:sldChg chg="del">
        <pc:chgData name="Vassilis Athitsos" userId="cac912e4-cfd7-44a5-98fd-59802aaf955c" providerId="ADAL" clId="{CEE1D4EB-CA93-499F-ADF3-31CC9423374E}" dt="2023-02-01T01:37:05.245" v="92" actId="2696"/>
        <pc:sldMkLst>
          <pc:docMk/>
          <pc:sldMk cId="1815371113" sldId="426"/>
        </pc:sldMkLst>
      </pc:sldChg>
      <pc:sldChg chg="del">
        <pc:chgData name="Vassilis Athitsos" userId="cac912e4-cfd7-44a5-98fd-59802aaf955c" providerId="ADAL" clId="{CEE1D4EB-CA93-499F-ADF3-31CC9423374E}" dt="2023-02-01T01:37:05.250" v="93" actId="2696"/>
        <pc:sldMkLst>
          <pc:docMk/>
          <pc:sldMk cId="1715951952" sldId="427"/>
        </pc:sldMkLst>
      </pc:sldChg>
      <pc:sldChg chg="del">
        <pc:chgData name="Vassilis Athitsos" userId="cac912e4-cfd7-44a5-98fd-59802aaf955c" providerId="ADAL" clId="{CEE1D4EB-CA93-499F-ADF3-31CC9423374E}" dt="2023-02-01T01:37:05.258" v="94" actId="2696"/>
        <pc:sldMkLst>
          <pc:docMk/>
          <pc:sldMk cId="1346964624" sldId="428"/>
        </pc:sldMkLst>
      </pc:sldChg>
    </pc:docChg>
  </pc:docChgLst>
  <pc:docChgLst>
    <pc:chgData name="Athitsos, Vassilis" userId="cac912e4-cfd7-44a5-98fd-59802aaf955c" providerId="ADAL" clId="{CEE1D4EB-CA93-499F-ADF3-31CC9423374E}"/>
    <pc:docChg chg="undo custSel addSld delSld modSld">
      <pc:chgData name="Athitsos, Vassilis" userId="cac912e4-cfd7-44a5-98fd-59802aaf955c" providerId="ADAL" clId="{CEE1D4EB-CA93-499F-ADF3-31CC9423374E}" dt="2023-02-02T03:47:00.121" v="582" actId="1036"/>
      <pc:docMkLst>
        <pc:docMk/>
      </pc:docMkLst>
      <pc:sldChg chg="modSp">
        <pc:chgData name="Athitsos, Vassilis" userId="cac912e4-cfd7-44a5-98fd-59802aaf955c" providerId="ADAL" clId="{CEE1D4EB-CA93-499F-ADF3-31CC9423374E}" dt="2023-02-01T02:30:42.343" v="0" actId="20577"/>
        <pc:sldMkLst>
          <pc:docMk/>
          <pc:sldMk cId="3243170513" sldId="401"/>
        </pc:sldMkLst>
        <pc:spChg chg="mod">
          <ac:chgData name="Athitsos, Vassilis" userId="cac912e4-cfd7-44a5-98fd-59802aaf955c" providerId="ADAL" clId="{CEE1D4EB-CA93-499F-ADF3-31CC9423374E}" dt="2023-02-01T02:30:42.343" v="0" actId="20577"/>
          <ac:spMkLst>
            <pc:docMk/>
            <pc:sldMk cId="3243170513" sldId="401"/>
            <ac:spMk id="3" creationId="{00000000-0000-0000-0000-000000000000}"/>
          </ac:spMkLst>
        </pc:spChg>
      </pc:sldChg>
      <pc:sldChg chg="addSp delSp modSp add">
        <pc:chgData name="Athitsos, Vassilis" userId="cac912e4-cfd7-44a5-98fd-59802aaf955c" providerId="ADAL" clId="{CEE1D4EB-CA93-499F-ADF3-31CC9423374E}" dt="2023-02-02T03:47:00.121" v="582" actId="1036"/>
        <pc:sldMkLst>
          <pc:docMk/>
          <pc:sldMk cId="3467151583" sldId="416"/>
        </pc:sldMkLst>
        <pc:spChg chg="mod">
          <ac:chgData name="Athitsos, Vassilis" userId="cac912e4-cfd7-44a5-98fd-59802aaf955c" providerId="ADAL" clId="{CEE1D4EB-CA93-499F-ADF3-31CC9423374E}" dt="2023-02-02T03:37:48.766" v="21" actId="20577"/>
          <ac:spMkLst>
            <pc:docMk/>
            <pc:sldMk cId="3467151583" sldId="416"/>
            <ac:spMk id="2" creationId="{00000000-0000-0000-0000-000000000000}"/>
          </ac:spMkLst>
        </pc:spChg>
        <pc:spChg chg="mod">
          <ac:chgData name="Athitsos, Vassilis" userId="cac912e4-cfd7-44a5-98fd-59802aaf955c" providerId="ADAL" clId="{CEE1D4EB-CA93-499F-ADF3-31CC9423374E}" dt="2023-02-02T03:42:56.016" v="277"/>
          <ac:spMkLst>
            <pc:docMk/>
            <pc:sldMk cId="3467151583" sldId="416"/>
            <ac:spMk id="3" creationId="{00000000-0000-0000-0000-000000000000}"/>
          </ac:spMkLst>
        </pc:spChg>
        <pc:picChg chg="add del">
          <ac:chgData name="Athitsos, Vassilis" userId="cac912e4-cfd7-44a5-98fd-59802aaf955c" providerId="ADAL" clId="{CEE1D4EB-CA93-499F-ADF3-31CC9423374E}" dt="2023-02-02T03:39:45.186" v="130" actId="478"/>
          <ac:picMkLst>
            <pc:docMk/>
            <pc:sldMk cId="3467151583" sldId="416"/>
            <ac:picMk id="5" creationId="{4983DF87-074F-4235-BF42-EE541732D1DD}"/>
          </ac:picMkLst>
        </pc:picChg>
        <pc:picChg chg="add mod">
          <ac:chgData name="Athitsos, Vassilis" userId="cac912e4-cfd7-44a5-98fd-59802aaf955c" providerId="ADAL" clId="{CEE1D4EB-CA93-499F-ADF3-31CC9423374E}" dt="2023-02-02T03:47:00.121" v="582" actId="1036"/>
          <ac:picMkLst>
            <pc:docMk/>
            <pc:sldMk cId="3467151583" sldId="416"/>
            <ac:picMk id="6" creationId="{227D8AA1-D0C1-40BF-B2A8-ECA5E64E806C}"/>
          </ac:picMkLst>
        </pc:picChg>
        <pc:picChg chg="add del">
          <ac:chgData name="Athitsos, Vassilis" userId="cac912e4-cfd7-44a5-98fd-59802aaf955c" providerId="ADAL" clId="{CEE1D4EB-CA93-499F-ADF3-31CC9423374E}" dt="2023-02-02T03:41:00.826" v="198"/>
          <ac:picMkLst>
            <pc:docMk/>
            <pc:sldMk cId="3467151583" sldId="416"/>
            <ac:picMk id="7" creationId="{3EC37408-C656-4B20-A14C-A52DFE15FA79}"/>
          </ac:picMkLst>
        </pc:picChg>
        <pc:picChg chg="del">
          <ac:chgData name="Athitsos, Vassilis" userId="cac912e4-cfd7-44a5-98fd-59802aaf955c" providerId="ADAL" clId="{CEE1D4EB-CA93-499F-ADF3-31CC9423374E}" dt="2023-02-02T03:39:39.496" v="128" actId="478"/>
          <ac:picMkLst>
            <pc:docMk/>
            <pc:sldMk cId="3467151583" sldId="416"/>
            <ac:picMk id="9" creationId="{35D638D1-ABB8-4A7A-ABE8-3E419DC86949}"/>
          </ac:picMkLst>
        </pc:picChg>
      </pc:sldChg>
      <pc:sldChg chg="addSp delSp modSp add">
        <pc:chgData name="Athitsos, Vassilis" userId="cac912e4-cfd7-44a5-98fd-59802aaf955c" providerId="ADAL" clId="{CEE1D4EB-CA93-499F-ADF3-31CC9423374E}" dt="2023-02-02T03:46:53.681" v="579" actId="1036"/>
        <pc:sldMkLst>
          <pc:docMk/>
          <pc:sldMk cId="1366381690" sldId="417"/>
        </pc:sldMkLst>
        <pc:spChg chg="mod">
          <ac:chgData name="Athitsos, Vassilis" userId="cac912e4-cfd7-44a5-98fd-59802aaf955c" providerId="ADAL" clId="{CEE1D4EB-CA93-499F-ADF3-31CC9423374E}" dt="2023-02-02T03:46:48.301" v="577" actId="20577"/>
          <ac:spMkLst>
            <pc:docMk/>
            <pc:sldMk cId="1366381690" sldId="417"/>
            <ac:spMk id="3" creationId="{00000000-0000-0000-0000-000000000000}"/>
          </ac:spMkLst>
        </pc:spChg>
        <pc:picChg chg="add mod ord">
          <ac:chgData name="Athitsos, Vassilis" userId="cac912e4-cfd7-44a5-98fd-59802aaf955c" providerId="ADAL" clId="{CEE1D4EB-CA93-499F-ADF3-31CC9423374E}" dt="2023-02-02T03:46:53.681" v="579" actId="1036"/>
          <ac:picMkLst>
            <pc:docMk/>
            <pc:sldMk cId="1366381690" sldId="417"/>
            <ac:picMk id="5" creationId="{CCDB6F5C-DB9F-43A2-9567-03B40F8F0A2D}"/>
          </ac:picMkLst>
        </pc:picChg>
        <pc:picChg chg="del">
          <ac:chgData name="Athitsos, Vassilis" userId="cac912e4-cfd7-44a5-98fd-59802aaf955c" providerId="ADAL" clId="{CEE1D4EB-CA93-499F-ADF3-31CC9423374E}" dt="2023-02-02T03:42:05.571" v="205" actId="478"/>
          <ac:picMkLst>
            <pc:docMk/>
            <pc:sldMk cId="1366381690" sldId="417"/>
            <ac:picMk id="6" creationId="{227D8AA1-D0C1-40BF-B2A8-ECA5E64E806C}"/>
          </ac:picMkLst>
        </pc:picChg>
      </pc:sldChg>
      <pc:sldChg chg="add del">
        <pc:chgData name="Athitsos, Vassilis" userId="cac912e4-cfd7-44a5-98fd-59802aaf955c" providerId="ADAL" clId="{CEE1D4EB-CA93-499F-ADF3-31CC9423374E}" dt="2023-02-02T03:44:04.126" v="281" actId="2696"/>
        <pc:sldMkLst>
          <pc:docMk/>
          <pc:sldMk cId="1628823666" sldId="418"/>
        </pc:sldMkLst>
      </pc:sldChg>
      <pc:sldChg chg="add del">
        <pc:chgData name="Athitsos, Vassilis" userId="cac912e4-cfd7-44a5-98fd-59802aaf955c" providerId="ADAL" clId="{CEE1D4EB-CA93-499F-ADF3-31CC9423374E}" dt="2023-02-02T03:43:12.186" v="279" actId="2696"/>
        <pc:sldMkLst>
          <pc:docMk/>
          <pc:sldMk cId="1721270076" sldId="41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8421C-8D12-40DA-9A7B-265D7490C88C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CA3C7-F538-4CDD-A942-504D0B9CC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223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BB22C-122D-4EE2-9812-B1AA4CFA3383}" type="datetimeFigureOut">
              <a:rPr lang="en-US" smtClean="0"/>
              <a:pPr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095B3F-8216-487B-AC35-BDA8990236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81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10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306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4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7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1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660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9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8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455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36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4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953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39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31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990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095B3F-8216-487B-AC35-BDA8990236E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7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9714B-E11A-4793-9D4B-C7DA0B002A2E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1D551-D1C9-475F-8F97-B5E238F846DE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5A71D-2E90-4908-919F-619FDB1089CE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358A-EF12-449E-95F9-53ECB702F323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BF9DE-364F-4108-BF86-9295B2495FBB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091E9-5B6C-4491-8FE2-FE8BB8D7CBC7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432F4-B520-430E-BC9F-5620D1D82898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21798-164E-4412-9238-A87AFC6688E7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B5C6D-AA2A-4233-A83B-6410688265D8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6908-18CF-4D46-A568-031B411BADDC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0A0BF-8AB8-438E-8F5F-3BC988050D5C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F1508-6116-47D0-9391-D505EF128AA1}" type="datetime1">
              <a:rPr lang="en-US" smtClean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981200"/>
            <a:ext cx="6400800" cy="17526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510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Colab</a:t>
            </a:r>
            <a:r>
              <a:rPr lang="en-US" dirty="0"/>
              <a:t>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Go to Google </a:t>
            </a:r>
            <a:r>
              <a:rPr lang="en-US" sz="2000" dirty="0" err="1"/>
              <a:t>Colab</a:t>
            </a:r>
            <a:r>
              <a:rPr lang="en-US" sz="2000" dirty="0"/>
              <a:t>, sign in with your Google Account.</a:t>
            </a:r>
          </a:p>
          <a:p>
            <a:r>
              <a:rPr lang="en-US" sz="2000" dirty="0"/>
              <a:t>Go to File-&gt;New notebook</a:t>
            </a:r>
          </a:p>
          <a:p>
            <a:r>
              <a:rPr lang="en-US" sz="2000" dirty="0"/>
              <a:t>Give a name to your notebook, like keras_101.ipynb.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70187"/>
            <a:ext cx="603418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05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Cells in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To create a new code cell in </a:t>
            </a:r>
            <a:r>
              <a:rPr lang="en-US" sz="2000" dirty="0" err="1"/>
              <a:t>Colab</a:t>
            </a:r>
            <a:r>
              <a:rPr lang="en-US" sz="2000" dirty="0"/>
              <a:t>, click the “+ Code” button.</a:t>
            </a:r>
          </a:p>
          <a:p>
            <a:r>
              <a:rPr lang="en-US" sz="2000" dirty="0"/>
              <a:t>To run the code on that cell, click the “play” button to the left of the cell, or press SHIFT+ENTER.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81325"/>
            <a:ext cx="6034180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66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78384"/>
            <a:ext cx="6038850" cy="380341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Pasting Code to </a:t>
            </a:r>
            <a:r>
              <a:rPr lang="en-US" dirty="0" err="1"/>
              <a:t>Colab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Pasting code to </a:t>
            </a:r>
            <a:r>
              <a:rPr lang="en-US" sz="2000" dirty="0" err="1"/>
              <a:t>Colab</a:t>
            </a:r>
            <a:r>
              <a:rPr lang="en-US" sz="2000" dirty="0"/>
              <a:t> from </a:t>
            </a:r>
            <a:r>
              <a:rPr lang="en-US" sz="2000" dirty="0" err="1"/>
              <a:t>Powerpoint</a:t>
            </a:r>
            <a:r>
              <a:rPr lang="en-US" sz="2000" dirty="0"/>
              <a:t> does not work for me.</a:t>
            </a:r>
          </a:p>
          <a:p>
            <a:r>
              <a:rPr lang="en-US" sz="2000" dirty="0"/>
              <a:t>First I paste from </a:t>
            </a:r>
            <a:r>
              <a:rPr lang="en-US" sz="2000" dirty="0" err="1"/>
              <a:t>Powerpoint</a:t>
            </a:r>
            <a:r>
              <a:rPr lang="en-US" sz="2000" dirty="0"/>
              <a:t> to a Google Drive text file.</a:t>
            </a:r>
          </a:p>
          <a:p>
            <a:r>
              <a:rPr lang="en-US" sz="2000" dirty="0"/>
              <a:t>Then I copy-paste from the Google Drive file to the </a:t>
            </a:r>
            <a:r>
              <a:rPr lang="en-US" sz="2000" dirty="0" err="1"/>
              <a:t>Colab</a:t>
            </a:r>
            <a:r>
              <a:rPr lang="en-US" sz="2000" dirty="0"/>
              <a:t>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6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Using </a:t>
            </a:r>
            <a:r>
              <a:rPr lang="en-US" dirty="0" err="1"/>
              <a:t>Colab</a:t>
            </a:r>
            <a:r>
              <a:rPr lang="en-US" dirty="0"/>
              <a:t>, Some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r>
              <a:rPr lang="en-US" sz="2400" dirty="0"/>
              <a:t>On Google Drive, I created a top-level folder called cse4392.</a:t>
            </a:r>
          </a:p>
          <a:p>
            <a:r>
              <a:rPr lang="en-US" sz="2400"/>
              <a:t>Then</a:t>
            </a:r>
            <a:r>
              <a:rPr lang="en-US" sz="2400" dirty="0"/>
              <a:t>, on Google </a:t>
            </a:r>
            <a:r>
              <a:rPr lang="en-US" sz="2400" dirty="0" err="1"/>
              <a:t>Colab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Create and run a cell with this code: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sz="2000" dirty="0"/>
              <a:t>from </a:t>
            </a:r>
            <a:r>
              <a:rPr lang="en-US" sz="2000" dirty="0" err="1"/>
              <a:t>google.colab</a:t>
            </a:r>
            <a:r>
              <a:rPr lang="en-US" sz="2000" dirty="0"/>
              <a:t> import drive</a:t>
            </a:r>
          </a:p>
          <a:p>
            <a:pPr marL="0" indent="0">
              <a:buNone/>
            </a:pPr>
            <a:r>
              <a:rPr lang="en-US" sz="2000" dirty="0" err="1"/>
              <a:t>drive.mount</a:t>
            </a:r>
            <a:r>
              <a:rPr lang="en-US" sz="2000" dirty="0"/>
              <a:t>('/content/drive')</a:t>
            </a:r>
          </a:p>
          <a:p>
            <a:pPr marL="0" indent="0">
              <a:buNone/>
            </a:pPr>
            <a:endParaRPr lang="en-US" sz="1000" dirty="0"/>
          </a:p>
          <a:p>
            <a:pPr lvl="1"/>
            <a:r>
              <a:rPr lang="en-US" sz="2000" dirty="0"/>
              <a:t>Create and run another cell with this code:</a:t>
            </a:r>
          </a:p>
          <a:p>
            <a:endParaRPr lang="en-US" sz="1000" dirty="0"/>
          </a:p>
          <a:p>
            <a:pPr marL="0" indent="0">
              <a:buNone/>
            </a:pPr>
            <a:r>
              <a:rPr lang="en-US" sz="2000" dirty="0"/>
              <a:t>cd /content/drive/</a:t>
            </a:r>
            <a:r>
              <a:rPr lang="en-US" sz="2000" dirty="0" err="1"/>
              <a:t>MyDrive</a:t>
            </a:r>
            <a:r>
              <a:rPr lang="en-US" sz="2000" dirty="0"/>
              <a:t>/cse4392</a:t>
            </a:r>
            <a:br>
              <a:rPr lang="en-US" sz="2000" dirty="0"/>
            </a:br>
            <a:endParaRPr lang="en-US" sz="1000" dirty="0"/>
          </a:p>
          <a:p>
            <a:r>
              <a:rPr lang="en-US" sz="2400" dirty="0"/>
              <a:t>The next slides show these steps in more detail.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70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Put in the code that you see, and run the cell.</a:t>
            </a:r>
          </a:p>
          <a:p>
            <a:r>
              <a:rPr lang="en-US" sz="2000" dirty="0"/>
              <a:t>You may get this prompt “Permit this notebook to access your Google Drive files?” If so, click “Connect to Google Drive”. You get a couple more prompts to connect to your account and give permissions to Google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78384"/>
            <a:ext cx="6038850" cy="380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7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65299"/>
            <a:ext cx="6059625" cy="38165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Once you deal with all the prompts, you get a confirmation that the drive is mounted.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4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Click on “+ Code” again, to add a new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49074"/>
            <a:ext cx="6115050" cy="38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98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 the new cell, type (or paste) the code that you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49075"/>
            <a:ext cx="6072759" cy="38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291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49073"/>
            <a:ext cx="6115051" cy="38514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Execute the new cell.</a:t>
            </a:r>
          </a:p>
          <a:p>
            <a:r>
              <a:rPr lang="en-US" sz="2000" dirty="0"/>
              <a:t>You get a confirmation that the working directory has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Mounting Google Drive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some weird reason, the cd command only works (for me) when it is the ONLY line in the cell.</a:t>
            </a:r>
          </a:p>
          <a:p>
            <a:r>
              <a:rPr lang="en-US" sz="2000" dirty="0"/>
              <a:t>Here is how it fails otherwise: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929689"/>
            <a:ext cx="5907234" cy="3870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6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Continuing with Rest of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Now you can create new cells and put in whatever code you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7597"/>
            <a:ext cx="5981700" cy="4753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64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Your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r>
              <a:rPr lang="en-US" sz="2000" dirty="0"/>
              <a:t>Under my cse4392 directory, I created a subdirectory called 02_perceptrons_gradients, where I copied all the files for my solution for homework 2.</a:t>
            </a:r>
          </a:p>
          <a:p>
            <a:r>
              <a:rPr lang="en-US" sz="2000" dirty="0"/>
              <a:t>Then, I cd to that directory, and I execute, for example, </a:t>
            </a:r>
          </a:p>
          <a:p>
            <a:pPr marL="0" indent="0">
              <a:buNone/>
            </a:pPr>
            <a:br>
              <a:rPr lang="en-US" sz="1100" dirty="0"/>
            </a:br>
            <a:r>
              <a:rPr lang="en-US" sz="2000" dirty="0" err="1"/>
              <a:t>runfile</a:t>
            </a:r>
            <a:r>
              <a:rPr lang="en-US" sz="2000" dirty="0"/>
              <a:t>("perceptron_inference_base.py")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D638D1-ABB8-4A7A-ABE8-3E419DC86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3429000"/>
            <a:ext cx="6933743" cy="322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1154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r>
              <a:rPr lang="en-US" sz="2000" dirty="0"/>
              <a:t>To import a notebook file (extension .</a:t>
            </a:r>
            <a:r>
              <a:rPr lang="en-US" sz="2000" dirty="0" err="1"/>
              <a:t>ipynb</a:t>
            </a:r>
            <a:r>
              <a:rPr lang="en-US" sz="2000" dirty="0"/>
              <a:t>) saved on your computer:</a:t>
            </a:r>
          </a:p>
          <a:p>
            <a:pPr lvl="1"/>
            <a:r>
              <a:rPr lang="en-US" sz="1600" dirty="0"/>
              <a:t>Select menu option File -&gt; Upload notebook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7D8AA1-D0C1-40BF-B2A8-ECA5E64E8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910841"/>
            <a:ext cx="5701413" cy="3870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151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DB6F5C-DB9F-43A2-9567-03B40F8F0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882215"/>
            <a:ext cx="5743575" cy="38995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Importing a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76800"/>
          </a:xfrm>
        </p:spPr>
        <p:txBody>
          <a:bodyPr/>
          <a:lstStyle/>
          <a:p>
            <a:r>
              <a:rPr lang="en-US" sz="2000" dirty="0"/>
              <a:t>To import a notebook file (extension .</a:t>
            </a:r>
            <a:r>
              <a:rPr lang="en-US" sz="2000" dirty="0" err="1"/>
              <a:t>ipynb</a:t>
            </a:r>
            <a:r>
              <a:rPr lang="en-US" sz="2000" dirty="0"/>
              <a:t>) saved on your computer:</a:t>
            </a:r>
          </a:p>
          <a:p>
            <a:pPr lvl="1"/>
            <a:r>
              <a:rPr lang="en-US" sz="1600" dirty="0"/>
              <a:t>Select menu option File -&gt; Upload notebook</a:t>
            </a:r>
          </a:p>
          <a:p>
            <a:pPr lvl="1"/>
            <a:r>
              <a:rPr lang="en-US" sz="1600" dirty="0"/>
              <a:t>You get the window shown below.</a:t>
            </a:r>
          </a:p>
          <a:p>
            <a:pPr lvl="1"/>
            <a:r>
              <a:rPr lang="en-US" sz="1600" dirty="0"/>
              <a:t>You can just drag and drop the file to that window, or click on “Choose File” and use the file dialog to locate the file.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381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EA900-147A-4EC1-886E-0B295B472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Option: Use Anaconda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F30D9-B1AB-49AC-9BD2-2B77E8C96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Personally, first I use Anaconda (the Spyder editor) to develop and debug my solution.</a:t>
            </a:r>
          </a:p>
          <a:p>
            <a:r>
              <a:rPr lang="en-US" dirty="0"/>
              <a:t>Once everything is ready, I move it to Google </a:t>
            </a:r>
            <a:r>
              <a:rPr lang="en-US" dirty="0" err="1"/>
              <a:t>Colab</a:t>
            </a:r>
            <a:r>
              <a:rPr lang="en-US" dirty="0"/>
              <a:t> to make sure it runs without any glitch.</a:t>
            </a:r>
          </a:p>
          <a:p>
            <a:r>
              <a:rPr lang="en-US" dirty="0"/>
              <a:t>Obviously, you are free to use other environments.</a:t>
            </a:r>
          </a:p>
          <a:p>
            <a:r>
              <a:rPr lang="en-US" dirty="0"/>
              <a:t>Or, you can develop directly in Google </a:t>
            </a:r>
            <a:r>
              <a:rPr lang="en-US" dirty="0" err="1"/>
              <a:t>Colab</a:t>
            </a:r>
            <a:r>
              <a:rPr lang="en-US" dirty="0"/>
              <a:t>.</a:t>
            </a:r>
          </a:p>
          <a:p>
            <a:r>
              <a:rPr lang="en-US" dirty="0"/>
              <a:t>Still, at the end, you need to make sure that the code runs on Google </a:t>
            </a:r>
            <a:r>
              <a:rPr lang="en-US" dirty="0" err="1"/>
              <a:t>Colab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This way we make sure that everyone’s code runs on the same platform, with exactly the same versions for all packages.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3CD98-E861-4040-A86F-12C77AD30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7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B5889944BB334799533CD849BA11EA" ma:contentTypeVersion="13" ma:contentTypeDescription="Create a new document." ma:contentTypeScope="" ma:versionID="f98ea0103e7521bf603d3d4b74d9017f">
  <xsd:schema xmlns:xsd="http://www.w3.org/2001/XMLSchema" xmlns:xs="http://www.w3.org/2001/XMLSchema" xmlns:p="http://schemas.microsoft.com/office/2006/metadata/properties" xmlns:ns3="10f37ff0-b97a-40d0-a943-a94b1e0ce6f2" xmlns:ns4="169f0bbc-c66a-4669-ba93-1a37129081a6" targetNamespace="http://schemas.microsoft.com/office/2006/metadata/properties" ma:root="true" ma:fieldsID="19670c01b5dc22d4ce3a7867501a5d1e" ns3:_="" ns4:_="">
    <xsd:import namespace="10f37ff0-b97a-40d0-a943-a94b1e0ce6f2"/>
    <xsd:import namespace="169f0bbc-c66a-4669-ba93-1a37129081a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f37ff0-b97a-40d0-a943-a94b1e0ce6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9f0bbc-c66a-4669-ba93-1a37129081a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E874654-A808-45E5-BB01-C98EC21A50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f37ff0-b97a-40d0-a943-a94b1e0ce6f2"/>
    <ds:schemaRef ds:uri="169f0bbc-c66a-4669-ba93-1a37129081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A59716-3790-4F74-AF65-F29F05911F4A}">
  <ds:schemaRefs>
    <ds:schemaRef ds:uri="http://purl.org/dc/terms/"/>
    <ds:schemaRef ds:uri="10f37ff0-b97a-40d0-a943-a94b1e0ce6f2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169f0bbc-c66a-4669-ba93-1a37129081a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A6B9AD4-BA3B-47A9-881E-1C7F2937CF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14402</TotalTime>
  <Words>669</Words>
  <Application>Microsoft Office PowerPoint</Application>
  <PresentationFormat>On-screen Show (4:3)</PresentationFormat>
  <Paragraphs>92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Colab Basics</vt:lpstr>
      <vt:lpstr>Code Cells in Colab</vt:lpstr>
      <vt:lpstr>Pasting Code to Colab</vt:lpstr>
      <vt:lpstr>If Using Colab, Some Prep</vt:lpstr>
      <vt:lpstr>Mounting Google Drive</vt:lpstr>
      <vt:lpstr>Mounting Google Drive</vt:lpstr>
      <vt:lpstr>Mounting Google Drive</vt:lpstr>
      <vt:lpstr>Mounting Google Drive</vt:lpstr>
      <vt:lpstr>Mounting Google Drive</vt:lpstr>
      <vt:lpstr>Mounting Google Drive</vt:lpstr>
      <vt:lpstr>Continuing with Rest of Code</vt:lpstr>
      <vt:lpstr>Testing Your Solution</vt:lpstr>
      <vt:lpstr>Importing a Notebook</vt:lpstr>
      <vt:lpstr>Importing a Notebook</vt:lpstr>
      <vt:lpstr>One Option: Use Anaconda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athitsos</dc:creator>
  <cp:lastModifiedBy>anwar khan</cp:lastModifiedBy>
  <cp:revision>709</cp:revision>
  <dcterms:created xsi:type="dcterms:W3CDTF">2006-08-16T00:00:00Z</dcterms:created>
  <dcterms:modified xsi:type="dcterms:W3CDTF">2024-11-06T02:55:26Z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0x01010080B5889944BB334799533CD849BA11EA</vt:lpwstr>
  </property>
</Properties>
</file>